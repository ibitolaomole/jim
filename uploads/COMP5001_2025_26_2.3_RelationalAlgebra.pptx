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72" r:id="rId1"/>
    <p:sldMasterId id="2147483698" r:id="rId2"/>
    <p:sldMasterId id="2147483684" r:id="rId3"/>
  </p:sldMasterIdLst>
  <p:notesMasterIdLst>
    <p:notesMasterId r:id="rId80"/>
  </p:notesMasterIdLst>
  <p:handoutMasterIdLst>
    <p:handoutMasterId r:id="rId81"/>
  </p:handoutMasterIdLst>
  <p:sldIdLst>
    <p:sldId id="382" r:id="rId4"/>
    <p:sldId id="911" r:id="rId5"/>
    <p:sldId id="912" r:id="rId6"/>
    <p:sldId id="1008" r:id="rId7"/>
    <p:sldId id="892" r:id="rId8"/>
    <p:sldId id="994" r:id="rId9"/>
    <p:sldId id="1012" r:id="rId10"/>
    <p:sldId id="949" r:id="rId11"/>
    <p:sldId id="995" r:id="rId12"/>
    <p:sldId id="989" r:id="rId13"/>
    <p:sldId id="663" r:id="rId14"/>
    <p:sldId id="914" r:id="rId15"/>
    <p:sldId id="917" r:id="rId16"/>
    <p:sldId id="918" r:id="rId17"/>
    <p:sldId id="919" r:id="rId18"/>
    <p:sldId id="920" r:id="rId19"/>
    <p:sldId id="925" r:id="rId20"/>
    <p:sldId id="922" r:id="rId21"/>
    <p:sldId id="923" r:id="rId22"/>
    <p:sldId id="906" r:id="rId23"/>
    <p:sldId id="928" r:id="rId24"/>
    <p:sldId id="913" r:id="rId25"/>
    <p:sldId id="930" r:id="rId26"/>
    <p:sldId id="933" r:id="rId27"/>
    <p:sldId id="932" r:id="rId28"/>
    <p:sldId id="996" r:id="rId29"/>
    <p:sldId id="1005" r:id="rId30"/>
    <p:sldId id="1006" r:id="rId31"/>
    <p:sldId id="1007" r:id="rId32"/>
    <p:sldId id="936" r:id="rId33"/>
    <p:sldId id="935" r:id="rId34"/>
    <p:sldId id="1004" r:id="rId35"/>
    <p:sldId id="937" r:id="rId36"/>
    <p:sldId id="938" r:id="rId37"/>
    <p:sldId id="942" r:id="rId38"/>
    <p:sldId id="1002" r:id="rId39"/>
    <p:sldId id="990" r:id="rId40"/>
    <p:sldId id="943" r:id="rId41"/>
    <p:sldId id="940" r:id="rId42"/>
    <p:sldId id="927" r:id="rId43"/>
    <p:sldId id="965" r:id="rId44"/>
    <p:sldId id="964" r:id="rId45"/>
    <p:sldId id="950" r:id="rId46"/>
    <p:sldId id="972" r:id="rId47"/>
    <p:sldId id="967" r:id="rId48"/>
    <p:sldId id="946" r:id="rId49"/>
    <p:sldId id="971" r:id="rId50"/>
    <p:sldId id="969" r:id="rId51"/>
    <p:sldId id="974" r:id="rId52"/>
    <p:sldId id="975" r:id="rId53"/>
    <p:sldId id="976" r:id="rId54"/>
    <p:sldId id="977" r:id="rId55"/>
    <p:sldId id="978" r:id="rId56"/>
    <p:sldId id="966" r:id="rId57"/>
    <p:sldId id="970" r:id="rId58"/>
    <p:sldId id="952" r:id="rId59"/>
    <p:sldId id="979" r:id="rId60"/>
    <p:sldId id="980" r:id="rId61"/>
    <p:sldId id="953" r:id="rId62"/>
    <p:sldId id="982" r:id="rId63"/>
    <p:sldId id="954" r:id="rId64"/>
    <p:sldId id="981" r:id="rId65"/>
    <p:sldId id="1003" r:id="rId66"/>
    <p:sldId id="984" r:id="rId67"/>
    <p:sldId id="985" r:id="rId68"/>
    <p:sldId id="986" r:id="rId69"/>
    <p:sldId id="987" r:id="rId70"/>
    <p:sldId id="988" r:id="rId71"/>
    <p:sldId id="1014" r:id="rId72"/>
    <p:sldId id="921" r:id="rId73"/>
    <p:sldId id="1015" r:id="rId74"/>
    <p:sldId id="1011" r:id="rId75"/>
    <p:sldId id="638" r:id="rId76"/>
    <p:sldId id="951" r:id="rId77"/>
    <p:sldId id="856" r:id="rId78"/>
    <p:sldId id="1013" r:id="rId79"/>
  </p:sldIdLst>
  <p:sldSz cx="12192000" cy="6858000"/>
  <p:notesSz cx="6797675" cy="9928225"/>
  <p:embeddedFontLst>
    <p:embeddedFont>
      <p:font typeface="Consolas" panose="020B0609020204030204" pitchFamily="49" charset="0"/>
      <p:regular r:id="rId82"/>
      <p:bold r:id="rId83"/>
      <p:italic r:id="rId84"/>
      <p:boldItalic r:id="rId85"/>
    </p:embeddedFont>
    <p:embeddedFont>
      <p:font typeface="Segoe UI" panose="020B0502040204020203" pitchFamily="34" charset="0"/>
      <p:regular r:id="rId86"/>
      <p:bold r:id="rId87"/>
      <p:italic r:id="rId88"/>
      <p:boldItalic r:id="rId89"/>
    </p:embeddedFont>
  </p:embeddedFontLst>
  <p:custShowLst>
    <p:custShow name="Custom Show 1" id="0">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0FD8B31-A7D1-F6E5-CFDE-31B784BE3D77}" name="Stefan Marr" initials="SM" userId="Stefan Marr" providerId="None"/>
  <p188:author id="{7D48E392-35E7-A7F6-D931-A2A42B246962}" name="Vanessa Bonthuys" initials="VB" userId="S::vb288@kent.ac.uk::3a5f2381-bfec-4201-a756-209c337ec2cb" providerId="AD"/>
  <p188:author id="{CD6EE0D9-E1E7-5BAE-A12F-C6D2B0176669}" name="Vanessa Bonthuys" initials="VB" userId="Vanessa Bonthuys"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882"/>
    <a:srgbClr val="D2EFFA"/>
    <a:srgbClr val="D1E6F6"/>
    <a:srgbClr val="9BE4EA"/>
    <a:srgbClr val="ADB5BC"/>
    <a:srgbClr val="A6A6A6"/>
    <a:srgbClr val="AFC0D8"/>
    <a:srgbClr val="335B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104D2C-55CE-4A7C-B919-F33AEB5FAB18}" v="56" dt="2025-10-16T11:14:42.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73" autoAdjust="0"/>
    <p:restoredTop sz="81906" autoAdjust="0"/>
  </p:normalViewPr>
  <p:slideViewPr>
    <p:cSldViewPr snapToGrid="0">
      <p:cViewPr varScale="1">
        <p:scale>
          <a:sx n="90" d="100"/>
          <a:sy n="90" d="100"/>
        </p:scale>
        <p:origin x="1038" y="96"/>
      </p:cViewPr>
      <p:guideLst/>
    </p:cSldViewPr>
  </p:slideViewPr>
  <p:outlineViewPr>
    <p:cViewPr>
      <p:scale>
        <a:sx n="33" d="100"/>
        <a:sy n="33" d="100"/>
      </p:scale>
      <p:origin x="0" y="-2578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8" d="100"/>
          <a:sy n="78" d="100"/>
        </p:scale>
        <p:origin x="4062" y="11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notesMaster" Target="notesMasters/notesMaster1.xml"/><Relationship Id="rId85" Type="http://schemas.openxmlformats.org/officeDocument/2006/relationships/font" Target="fonts/font4.fntdata"/><Relationship Id="rId93"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viewProps" Target="viewProps.xml"/><Relationship Id="rId9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handoutMaster" Target="handoutMasters/handoutMaster1.xml"/><Relationship Id="rId86" Type="http://schemas.openxmlformats.org/officeDocument/2006/relationships/font" Target="fonts/font5.fntdata"/><Relationship Id="rId9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6.fntdata"/><Relationship Id="rId61" Type="http://schemas.openxmlformats.org/officeDocument/2006/relationships/slide" Target="slides/slide58.xml"/><Relationship Id="rId82" Type="http://schemas.openxmlformats.org/officeDocument/2006/relationships/font" Target="fonts/font1.fntdata"/><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essa Bonthuys" userId="3a5f2381-bfec-4201-a756-209c337ec2cb" providerId="ADAL" clId="{564017DB-5763-40AF-B372-6D869B93E7DC}"/>
    <pc:docChg chg="undo custSel addSld delSld modSld sldOrd">
      <pc:chgData name="Vanessa Bonthuys" userId="3a5f2381-bfec-4201-a756-209c337ec2cb" providerId="ADAL" clId="{564017DB-5763-40AF-B372-6D869B93E7DC}" dt="2025-10-16T11:26:57.774" v="602" actId="478"/>
      <pc:docMkLst>
        <pc:docMk/>
      </pc:docMkLst>
      <pc:sldChg chg="addSp delSp modSp mod">
        <pc:chgData name="Vanessa Bonthuys" userId="3a5f2381-bfec-4201-a756-209c337ec2cb" providerId="ADAL" clId="{564017DB-5763-40AF-B372-6D869B93E7DC}" dt="2025-10-16T11:26:57.774" v="602" actId="478"/>
        <pc:sldMkLst>
          <pc:docMk/>
          <pc:sldMk cId="3280949657" sldId="382"/>
        </pc:sldMkLst>
        <pc:spChg chg="mod">
          <ac:chgData name="Vanessa Bonthuys" userId="3a5f2381-bfec-4201-a756-209c337ec2cb" providerId="ADAL" clId="{564017DB-5763-40AF-B372-6D869B93E7DC}" dt="2025-10-15T14:16:15.402" v="0" actId="20577"/>
          <ac:spMkLst>
            <pc:docMk/>
            <pc:sldMk cId="3280949657" sldId="382"/>
            <ac:spMk id="4" creationId="{78A525CD-AB00-4EAE-835F-5AD229663542}"/>
          </ac:spMkLst>
        </pc:spChg>
        <pc:spChg chg="mod">
          <ac:chgData name="Vanessa Bonthuys" userId="3a5f2381-bfec-4201-a756-209c337ec2cb" providerId="ADAL" clId="{564017DB-5763-40AF-B372-6D869B93E7DC}" dt="2025-10-15T14:17:42.293" v="26" actId="20577"/>
          <ac:spMkLst>
            <pc:docMk/>
            <pc:sldMk cId="3280949657" sldId="382"/>
            <ac:spMk id="5" creationId="{6B71915C-D411-4B89-9CBF-49855E92AEBD}"/>
          </ac:spMkLst>
        </pc:spChg>
        <pc:spChg chg="add del mod">
          <ac:chgData name="Vanessa Bonthuys" userId="3a5f2381-bfec-4201-a756-209c337ec2cb" providerId="ADAL" clId="{564017DB-5763-40AF-B372-6D869B93E7DC}" dt="2025-10-16T11:26:57.774" v="602" actId="478"/>
          <ac:spMkLst>
            <pc:docMk/>
            <pc:sldMk cId="3280949657" sldId="382"/>
            <ac:spMk id="6" creationId="{73FE553B-91EA-3339-9555-65A9A8ED8B2B}"/>
          </ac:spMkLst>
        </pc:spChg>
      </pc:sldChg>
      <pc:sldChg chg="modSp mod">
        <pc:chgData name="Vanessa Bonthuys" userId="3a5f2381-bfec-4201-a756-209c337ec2cb" providerId="ADAL" clId="{564017DB-5763-40AF-B372-6D869B93E7DC}" dt="2025-10-16T08:24:48.105" v="370" actId="13238"/>
        <pc:sldMkLst>
          <pc:docMk/>
          <pc:sldMk cId="39267944" sldId="892"/>
        </pc:sldMkLst>
        <pc:graphicFrameChg chg="modGraphic">
          <ac:chgData name="Vanessa Bonthuys" userId="3a5f2381-bfec-4201-a756-209c337ec2cb" providerId="ADAL" clId="{564017DB-5763-40AF-B372-6D869B93E7DC}" dt="2025-10-16T08:24:48.105" v="370" actId="13238"/>
          <ac:graphicFrameMkLst>
            <pc:docMk/>
            <pc:sldMk cId="39267944" sldId="892"/>
            <ac:graphicFrameMk id="7" creationId="{9C8B84BE-0FAF-230F-C6F9-FC211DC410DC}"/>
          </ac:graphicFrameMkLst>
        </pc:graphicFrameChg>
        <pc:picChg chg="mod">
          <ac:chgData name="Vanessa Bonthuys" userId="3a5f2381-bfec-4201-a756-209c337ec2cb" providerId="ADAL" clId="{564017DB-5763-40AF-B372-6D869B93E7DC}" dt="2025-10-16T08:13:57.875" v="177" actId="962"/>
          <ac:picMkLst>
            <pc:docMk/>
            <pc:sldMk cId="39267944" sldId="892"/>
            <ac:picMk id="13" creationId="{B5E07AA4-272F-4727-9C5E-F06720BC9D9F}"/>
          </ac:picMkLst>
        </pc:picChg>
      </pc:sldChg>
      <pc:sldChg chg="addSp delSp modSp mod">
        <pc:chgData name="Vanessa Bonthuys" userId="3a5f2381-bfec-4201-a756-209c337ec2cb" providerId="ADAL" clId="{564017DB-5763-40AF-B372-6D869B93E7DC}" dt="2025-10-16T08:27:14.615" v="447" actId="33553"/>
        <pc:sldMkLst>
          <pc:docMk/>
          <pc:sldMk cId="0" sldId="906"/>
        </pc:sldMkLst>
        <pc:spChg chg="mod">
          <ac:chgData name="Vanessa Bonthuys" userId="3a5f2381-bfec-4201-a756-209c337ec2cb" providerId="ADAL" clId="{564017DB-5763-40AF-B372-6D869B93E7DC}" dt="2025-10-16T08:14:20.581" v="184" actId="962"/>
          <ac:spMkLst>
            <pc:docMk/>
            <pc:sldMk cId="0" sldId="906"/>
            <ac:spMk id="29" creationId="{E3927B1E-94B0-9558-7785-EF6F5D730955}"/>
          </ac:spMkLst>
        </pc:spChg>
        <pc:spChg chg="add del mod">
          <ac:chgData name="Vanessa Bonthuys" userId="3a5f2381-bfec-4201-a756-209c337ec2cb" providerId="ADAL" clId="{564017DB-5763-40AF-B372-6D869B93E7DC}" dt="2025-10-16T08:24:16.964" v="369" actId="478"/>
          <ac:spMkLst>
            <pc:docMk/>
            <pc:sldMk cId="0" sldId="906"/>
            <ac:spMk id="30" creationId="{ADCCC25F-7948-BC0C-E7E0-B0EA9BF285E2}"/>
          </ac:spMkLst>
        </pc:spChg>
        <pc:spChg chg="mod">
          <ac:chgData name="Vanessa Bonthuys" userId="3a5f2381-bfec-4201-a756-209c337ec2cb" providerId="ADAL" clId="{564017DB-5763-40AF-B372-6D869B93E7DC}" dt="2025-10-16T08:27:14.615" v="447" actId="33553"/>
          <ac:spMkLst>
            <pc:docMk/>
            <pc:sldMk cId="0" sldId="906"/>
            <ac:spMk id="33" creationId="{57E6161F-5EE4-193E-4173-74B0E5F0AA5F}"/>
          </ac:spMkLst>
        </pc:spChg>
        <pc:grpChg chg="mod">
          <ac:chgData name="Vanessa Bonthuys" userId="3a5f2381-bfec-4201-a756-209c337ec2cb" providerId="ADAL" clId="{564017DB-5763-40AF-B372-6D869B93E7DC}" dt="2025-10-16T08:14:16.746" v="179" actId="962"/>
          <ac:grpSpMkLst>
            <pc:docMk/>
            <pc:sldMk cId="0" sldId="906"/>
            <ac:grpSpMk id="13" creationId="{00000000-0000-0000-0000-000000000000}"/>
          </ac:grpSpMkLst>
        </pc:grpChg>
        <pc:grpChg chg="mod">
          <ac:chgData name="Vanessa Bonthuys" userId="3a5f2381-bfec-4201-a756-209c337ec2cb" providerId="ADAL" clId="{564017DB-5763-40AF-B372-6D869B93E7DC}" dt="2025-10-16T08:14:17.704" v="180" actId="962"/>
          <ac:grpSpMkLst>
            <pc:docMk/>
            <pc:sldMk cId="0" sldId="906"/>
            <ac:grpSpMk id="23" creationId="{00000000-0000-0000-0000-000000000000}"/>
          </ac:grpSpMkLst>
        </pc:grpChg>
        <pc:grpChg chg="mod">
          <ac:chgData name="Vanessa Bonthuys" userId="3a5f2381-bfec-4201-a756-209c337ec2cb" providerId="ADAL" clId="{564017DB-5763-40AF-B372-6D869B93E7DC}" dt="2025-10-16T08:14:18.654" v="181" actId="962"/>
          <ac:grpSpMkLst>
            <pc:docMk/>
            <pc:sldMk cId="0" sldId="906"/>
            <ac:grpSpMk id="41" creationId="{00000000-0000-0000-0000-000000000000}"/>
          </ac:grpSpMkLst>
        </pc:grpChg>
        <pc:graphicFrameChg chg="modGraphic">
          <ac:chgData name="Vanessa Bonthuys" userId="3a5f2381-bfec-4201-a756-209c337ec2cb" providerId="ADAL" clId="{564017DB-5763-40AF-B372-6D869B93E7DC}" dt="2025-10-16T08:24:54.596" v="374" actId="13238"/>
          <ac:graphicFrameMkLst>
            <pc:docMk/>
            <pc:sldMk cId="0" sldId="906"/>
            <ac:graphicFrameMk id="18" creationId="{00000000-0000-0000-0000-000000000000}"/>
          </ac:graphicFrameMkLst>
        </pc:graphicFrameChg>
        <pc:graphicFrameChg chg="modGraphic">
          <ac:chgData name="Vanessa Bonthuys" userId="3a5f2381-bfec-4201-a756-209c337ec2cb" providerId="ADAL" clId="{564017DB-5763-40AF-B372-6D869B93E7DC}" dt="2025-10-16T08:24:55.262" v="375" actId="13238"/>
          <ac:graphicFrameMkLst>
            <pc:docMk/>
            <pc:sldMk cId="0" sldId="906"/>
            <ac:graphicFrameMk id="21" creationId="{00000000-0000-0000-0000-000000000000}"/>
          </ac:graphicFrameMkLst>
        </pc:graphicFrameChg>
        <pc:cxnChg chg="mod">
          <ac:chgData name="Vanessa Bonthuys" userId="3a5f2381-bfec-4201-a756-209c337ec2cb" providerId="ADAL" clId="{564017DB-5763-40AF-B372-6D869B93E7DC}" dt="2025-10-16T08:14:19.355" v="182" actId="962"/>
          <ac:cxnSpMkLst>
            <pc:docMk/>
            <pc:sldMk cId="0" sldId="906"/>
            <ac:cxnSpMk id="7" creationId="{2161697F-6756-5281-46F8-CBF039694030}"/>
          </ac:cxnSpMkLst>
        </pc:cxnChg>
        <pc:cxnChg chg="mod">
          <ac:chgData name="Vanessa Bonthuys" userId="3a5f2381-bfec-4201-a756-209c337ec2cb" providerId="ADAL" clId="{564017DB-5763-40AF-B372-6D869B93E7DC}" dt="2025-10-16T08:14:19.964" v="183" actId="962"/>
          <ac:cxnSpMkLst>
            <pc:docMk/>
            <pc:sldMk cId="0" sldId="906"/>
            <ac:cxnSpMk id="10" creationId="{148D32BB-89FB-D797-E79F-F3E6748F9159}"/>
          </ac:cxnSpMkLst>
        </pc:cxnChg>
        <pc:cxnChg chg="mod">
          <ac:chgData name="Vanessa Bonthuys" userId="3a5f2381-bfec-4201-a756-209c337ec2cb" providerId="ADAL" clId="{564017DB-5763-40AF-B372-6D869B93E7DC}" dt="2025-10-16T08:14:21.171" v="185" actId="962"/>
          <ac:cxnSpMkLst>
            <pc:docMk/>
            <pc:sldMk cId="0" sldId="906"/>
            <ac:cxnSpMk id="36" creationId="{C2C083D1-1CF2-4F03-5810-4F1D4601CEB6}"/>
          </ac:cxnSpMkLst>
        </pc:cxnChg>
      </pc:sldChg>
      <pc:sldChg chg="modSp mod">
        <pc:chgData name="Vanessa Bonthuys" userId="3a5f2381-bfec-4201-a756-209c337ec2cb" providerId="ADAL" clId="{564017DB-5763-40AF-B372-6D869B93E7DC}" dt="2025-10-16T08:26:19.778" v="432" actId="33553"/>
        <pc:sldMkLst>
          <pc:docMk/>
          <pc:sldMk cId="3738134445" sldId="911"/>
        </pc:sldMkLst>
        <pc:spChg chg="mod">
          <ac:chgData name="Vanessa Bonthuys" userId="3a5f2381-bfec-4201-a756-209c337ec2cb" providerId="ADAL" clId="{564017DB-5763-40AF-B372-6D869B93E7DC}" dt="2025-10-16T08:26:19.778" v="432" actId="33553"/>
          <ac:spMkLst>
            <pc:docMk/>
            <pc:sldMk cId="3738134445" sldId="911"/>
            <ac:spMk id="8" creationId="{2B802EA2-F517-3227-4E18-3C81007A00E8}"/>
          </ac:spMkLst>
        </pc:spChg>
      </pc:sldChg>
      <pc:sldChg chg="modSp mod">
        <pc:chgData name="Vanessa Bonthuys" userId="3a5f2381-bfec-4201-a756-209c337ec2cb" providerId="ADAL" clId="{564017DB-5763-40AF-B372-6D869B93E7DC}" dt="2025-10-16T08:26:23.454" v="433" actId="33553"/>
        <pc:sldMkLst>
          <pc:docMk/>
          <pc:sldMk cId="1384497424" sldId="912"/>
        </pc:sldMkLst>
        <pc:spChg chg="mod">
          <ac:chgData name="Vanessa Bonthuys" userId="3a5f2381-bfec-4201-a756-209c337ec2cb" providerId="ADAL" clId="{564017DB-5763-40AF-B372-6D869B93E7DC}" dt="2025-10-16T08:26:23.454" v="433" actId="33553"/>
          <ac:spMkLst>
            <pc:docMk/>
            <pc:sldMk cId="1384497424" sldId="912"/>
            <ac:spMk id="6" creationId="{EE81FD2C-36EB-1ED8-72A6-DC0ED58B1701}"/>
          </ac:spMkLst>
        </pc:spChg>
      </pc:sldChg>
      <pc:sldChg chg="modSp mod">
        <pc:chgData name="Vanessa Bonthuys" userId="3a5f2381-bfec-4201-a756-209c337ec2cb" providerId="ADAL" clId="{564017DB-5763-40AF-B372-6D869B93E7DC}" dt="2025-10-16T08:27:20.012" v="449" actId="33553"/>
        <pc:sldMkLst>
          <pc:docMk/>
          <pc:sldMk cId="234530253" sldId="913"/>
        </pc:sldMkLst>
        <pc:spChg chg="mod">
          <ac:chgData name="Vanessa Bonthuys" userId="3a5f2381-bfec-4201-a756-209c337ec2cb" providerId="ADAL" clId="{564017DB-5763-40AF-B372-6D869B93E7DC}" dt="2025-10-16T08:14:22.216" v="187" actId="962"/>
          <ac:spMkLst>
            <pc:docMk/>
            <pc:sldMk cId="234530253" sldId="913"/>
            <ac:spMk id="4" creationId="{8841DB77-CD53-1357-9AAD-56440D0922EC}"/>
          </ac:spMkLst>
        </pc:spChg>
        <pc:spChg chg="mod">
          <ac:chgData name="Vanessa Bonthuys" userId="3a5f2381-bfec-4201-a756-209c337ec2cb" providerId="ADAL" clId="{564017DB-5763-40AF-B372-6D869B93E7DC}" dt="2025-10-16T08:27:20.012" v="449" actId="33553"/>
          <ac:spMkLst>
            <pc:docMk/>
            <pc:sldMk cId="234530253" sldId="913"/>
            <ac:spMk id="25" creationId="{0F787AAD-DE73-CDBA-0087-7BE92452D35C}"/>
          </ac:spMkLst>
        </pc:spChg>
        <pc:spChg chg="mod">
          <ac:chgData name="Vanessa Bonthuys" userId="3a5f2381-bfec-4201-a756-209c337ec2cb" providerId="ADAL" clId="{564017DB-5763-40AF-B372-6D869B93E7DC}" dt="2025-10-16T08:14:22.737" v="188" actId="962"/>
          <ac:spMkLst>
            <pc:docMk/>
            <pc:sldMk cId="234530253" sldId="913"/>
            <ac:spMk id="31" creationId="{54FE2712-364F-5599-00B3-59FD07D278F3}"/>
          </ac:spMkLst>
        </pc:spChg>
        <pc:graphicFrameChg chg="modGraphic">
          <ac:chgData name="Vanessa Bonthuys" userId="3a5f2381-bfec-4201-a756-209c337ec2cb" providerId="ADAL" clId="{564017DB-5763-40AF-B372-6D869B93E7DC}" dt="2025-10-16T08:24:55.927" v="376" actId="13238"/>
          <ac:graphicFrameMkLst>
            <pc:docMk/>
            <pc:sldMk cId="234530253" sldId="913"/>
            <ac:graphicFrameMk id="5" creationId="{4D8F2B96-6FB3-EF97-B17E-25BAF1BB49CF}"/>
          </ac:graphicFrameMkLst>
        </pc:graphicFrameChg>
        <pc:graphicFrameChg chg="modGraphic">
          <ac:chgData name="Vanessa Bonthuys" userId="3a5f2381-bfec-4201-a756-209c337ec2cb" providerId="ADAL" clId="{564017DB-5763-40AF-B372-6D869B93E7DC}" dt="2025-10-16T08:24:56.537" v="377" actId="13238"/>
          <ac:graphicFrameMkLst>
            <pc:docMk/>
            <pc:sldMk cId="234530253" sldId="913"/>
            <ac:graphicFrameMk id="29" creationId="{3B6D280F-2F69-29F2-B657-8DEA879DC3BC}"/>
          </ac:graphicFrameMkLst>
        </pc:graphicFrameChg>
        <pc:picChg chg="mod">
          <ac:chgData name="Vanessa Bonthuys" userId="3a5f2381-bfec-4201-a756-209c337ec2cb" providerId="ADAL" clId="{564017DB-5763-40AF-B372-6D869B93E7DC}" dt="2025-10-16T08:14:23.226" v="189" actId="962"/>
          <ac:picMkLst>
            <pc:docMk/>
            <pc:sldMk cId="234530253" sldId="913"/>
            <ac:picMk id="34" creationId="{00C75F2E-3B57-33EE-9A91-653855A74727}"/>
          </ac:picMkLst>
        </pc:picChg>
      </pc:sldChg>
      <pc:sldChg chg="modSp mod">
        <pc:chgData name="Vanessa Bonthuys" userId="3a5f2381-bfec-4201-a756-209c337ec2cb" providerId="ADAL" clId="{564017DB-5763-40AF-B372-6D869B93E7DC}" dt="2025-10-16T08:26:43.690" v="440" actId="33553"/>
        <pc:sldMkLst>
          <pc:docMk/>
          <pc:sldMk cId="3135432017" sldId="914"/>
        </pc:sldMkLst>
        <pc:spChg chg="mod">
          <ac:chgData name="Vanessa Bonthuys" userId="3a5f2381-bfec-4201-a756-209c337ec2cb" providerId="ADAL" clId="{564017DB-5763-40AF-B372-6D869B93E7DC}" dt="2025-10-16T08:26:43.690" v="440" actId="33553"/>
          <ac:spMkLst>
            <pc:docMk/>
            <pc:sldMk cId="3135432017" sldId="914"/>
            <ac:spMk id="4" creationId="{630E30E7-E805-987B-6BE3-FA4CC3C6B35F}"/>
          </ac:spMkLst>
        </pc:spChg>
      </pc:sldChg>
      <pc:sldChg chg="modSp mod">
        <pc:chgData name="Vanessa Bonthuys" userId="3a5f2381-bfec-4201-a756-209c337ec2cb" providerId="ADAL" clId="{564017DB-5763-40AF-B372-6D869B93E7DC}" dt="2025-10-16T08:26:46.701" v="441" actId="33553"/>
        <pc:sldMkLst>
          <pc:docMk/>
          <pc:sldMk cId="2029900204" sldId="917"/>
        </pc:sldMkLst>
        <pc:spChg chg="mod">
          <ac:chgData name="Vanessa Bonthuys" userId="3a5f2381-bfec-4201-a756-209c337ec2cb" providerId="ADAL" clId="{564017DB-5763-40AF-B372-6D869B93E7DC}" dt="2025-10-16T08:26:46.701" v="441" actId="33553"/>
          <ac:spMkLst>
            <pc:docMk/>
            <pc:sldMk cId="2029900204" sldId="917"/>
            <ac:spMk id="4" creationId="{630E30E7-E805-987B-6BE3-FA4CC3C6B35F}"/>
          </ac:spMkLst>
        </pc:spChg>
      </pc:sldChg>
      <pc:sldChg chg="modSp mod">
        <pc:chgData name="Vanessa Bonthuys" userId="3a5f2381-bfec-4201-a756-209c337ec2cb" providerId="ADAL" clId="{564017DB-5763-40AF-B372-6D869B93E7DC}" dt="2025-10-16T08:26:51.547" v="442" actId="33553"/>
        <pc:sldMkLst>
          <pc:docMk/>
          <pc:sldMk cId="2011002229" sldId="918"/>
        </pc:sldMkLst>
        <pc:spChg chg="mod">
          <ac:chgData name="Vanessa Bonthuys" userId="3a5f2381-bfec-4201-a756-209c337ec2cb" providerId="ADAL" clId="{564017DB-5763-40AF-B372-6D869B93E7DC}" dt="2025-10-16T08:26:51.547" v="442" actId="33553"/>
          <ac:spMkLst>
            <pc:docMk/>
            <pc:sldMk cId="2011002229" sldId="918"/>
            <ac:spMk id="4" creationId="{630E30E7-E805-987B-6BE3-FA4CC3C6B35F}"/>
          </ac:spMkLst>
        </pc:spChg>
      </pc:sldChg>
      <pc:sldChg chg="modSp mod">
        <pc:chgData name="Vanessa Bonthuys" userId="3a5f2381-bfec-4201-a756-209c337ec2cb" providerId="ADAL" clId="{564017DB-5763-40AF-B372-6D869B93E7DC}" dt="2025-10-16T08:26:55.253" v="443" actId="33553"/>
        <pc:sldMkLst>
          <pc:docMk/>
          <pc:sldMk cId="1203364440" sldId="919"/>
        </pc:sldMkLst>
        <pc:spChg chg="mod">
          <ac:chgData name="Vanessa Bonthuys" userId="3a5f2381-bfec-4201-a756-209c337ec2cb" providerId="ADAL" clId="{564017DB-5763-40AF-B372-6D869B93E7DC}" dt="2025-10-16T08:26:55.253" v="443" actId="33553"/>
          <ac:spMkLst>
            <pc:docMk/>
            <pc:sldMk cId="1203364440" sldId="919"/>
            <ac:spMk id="4" creationId="{630E30E7-E805-987B-6BE3-FA4CC3C6B35F}"/>
          </ac:spMkLst>
        </pc:spChg>
      </pc:sldChg>
      <pc:sldChg chg="modSp mod">
        <pc:chgData name="Vanessa Bonthuys" userId="3a5f2381-bfec-4201-a756-209c337ec2cb" providerId="ADAL" clId="{564017DB-5763-40AF-B372-6D869B93E7DC}" dt="2025-10-16T08:27:03.211" v="444" actId="33553"/>
        <pc:sldMkLst>
          <pc:docMk/>
          <pc:sldMk cId="1360026076" sldId="920"/>
        </pc:sldMkLst>
        <pc:spChg chg="mod">
          <ac:chgData name="Vanessa Bonthuys" userId="3a5f2381-bfec-4201-a756-209c337ec2cb" providerId="ADAL" clId="{564017DB-5763-40AF-B372-6D869B93E7DC}" dt="2025-10-16T08:27:03.211" v="444" actId="33553"/>
          <ac:spMkLst>
            <pc:docMk/>
            <pc:sldMk cId="1360026076" sldId="920"/>
            <ac:spMk id="4" creationId="{630E30E7-E805-987B-6BE3-FA4CC3C6B35F}"/>
          </ac:spMkLst>
        </pc:spChg>
      </pc:sldChg>
      <pc:sldChg chg="modSp mod">
        <pc:chgData name="Vanessa Bonthuys" userId="3a5f2381-bfec-4201-a756-209c337ec2cb" providerId="ADAL" clId="{564017DB-5763-40AF-B372-6D869B93E7DC}" dt="2025-10-16T08:27:12.486" v="446" actId="33553"/>
        <pc:sldMkLst>
          <pc:docMk/>
          <pc:sldMk cId="647794260" sldId="923"/>
        </pc:sldMkLst>
        <pc:spChg chg="mod">
          <ac:chgData name="Vanessa Bonthuys" userId="3a5f2381-bfec-4201-a756-209c337ec2cb" providerId="ADAL" clId="{564017DB-5763-40AF-B372-6D869B93E7DC}" dt="2025-10-16T08:27:12.486" v="446" actId="33553"/>
          <ac:spMkLst>
            <pc:docMk/>
            <pc:sldMk cId="647794260" sldId="923"/>
            <ac:spMk id="4" creationId="{630E30E7-E805-987B-6BE3-FA4CC3C6B35F}"/>
          </ac:spMkLst>
        </pc:spChg>
        <pc:grpChg chg="mod">
          <ac:chgData name="Vanessa Bonthuys" userId="3a5f2381-bfec-4201-a756-209c337ec2cb" providerId="ADAL" clId="{564017DB-5763-40AF-B372-6D869B93E7DC}" dt="2025-10-16T08:14:05.680" v="178" actId="962"/>
          <ac:grpSpMkLst>
            <pc:docMk/>
            <pc:sldMk cId="647794260" sldId="923"/>
            <ac:grpSpMk id="5" creationId="{19F50973-8F00-4FBE-7A5C-3A72B0E47F50}"/>
          </ac:grpSpMkLst>
        </pc:grpChg>
      </pc:sldChg>
      <pc:sldChg chg="modSp mod">
        <pc:chgData name="Vanessa Bonthuys" userId="3a5f2381-bfec-4201-a756-209c337ec2cb" providerId="ADAL" clId="{564017DB-5763-40AF-B372-6D869B93E7DC}" dt="2025-10-16T08:27:05.789" v="445" actId="33553"/>
        <pc:sldMkLst>
          <pc:docMk/>
          <pc:sldMk cId="1543720091" sldId="925"/>
        </pc:sldMkLst>
        <pc:spChg chg="mod">
          <ac:chgData name="Vanessa Bonthuys" userId="3a5f2381-bfec-4201-a756-209c337ec2cb" providerId="ADAL" clId="{564017DB-5763-40AF-B372-6D869B93E7DC}" dt="2025-10-16T08:27:05.789" v="445" actId="33553"/>
          <ac:spMkLst>
            <pc:docMk/>
            <pc:sldMk cId="1543720091" sldId="925"/>
            <ac:spMk id="5" creationId="{FB3348F5-BF21-336D-ACE3-C9E5BF9E2DB5}"/>
          </ac:spMkLst>
        </pc:spChg>
      </pc:sldChg>
      <pc:sldChg chg="modSp mod">
        <pc:chgData name="Vanessa Bonthuys" userId="3a5f2381-bfec-4201-a756-209c337ec2cb" providerId="ADAL" clId="{564017DB-5763-40AF-B372-6D869B93E7DC}" dt="2025-10-16T08:28:12" v="467" actId="33553"/>
        <pc:sldMkLst>
          <pc:docMk/>
          <pc:sldMk cId="3801333019" sldId="927"/>
        </pc:sldMkLst>
        <pc:spChg chg="mod">
          <ac:chgData name="Vanessa Bonthuys" userId="3a5f2381-bfec-4201-a756-209c337ec2cb" providerId="ADAL" clId="{564017DB-5763-40AF-B372-6D869B93E7DC}" dt="2025-10-16T08:28:12" v="467" actId="33553"/>
          <ac:spMkLst>
            <pc:docMk/>
            <pc:sldMk cId="3801333019" sldId="927"/>
            <ac:spMk id="4" creationId="{E99B2886-78D2-EBDC-76A0-5AD085716A77}"/>
          </ac:spMkLst>
        </pc:spChg>
        <pc:picChg chg="mod">
          <ac:chgData name="Vanessa Bonthuys" userId="3a5f2381-bfec-4201-a756-209c337ec2cb" providerId="ADAL" clId="{564017DB-5763-40AF-B372-6D869B93E7DC}" dt="2025-10-16T08:16:41.112" v="246" actId="962"/>
          <ac:picMkLst>
            <pc:docMk/>
            <pc:sldMk cId="3801333019" sldId="927"/>
            <ac:picMk id="9" creationId="{2D58C005-7751-A38A-0AAD-47DBC37888CF}"/>
          </ac:picMkLst>
        </pc:picChg>
      </pc:sldChg>
      <pc:sldChg chg="modSp mod">
        <pc:chgData name="Vanessa Bonthuys" userId="3a5f2381-bfec-4201-a756-209c337ec2cb" providerId="ADAL" clId="{564017DB-5763-40AF-B372-6D869B93E7DC}" dt="2025-10-16T08:27:17.900" v="448" actId="33553"/>
        <pc:sldMkLst>
          <pc:docMk/>
          <pc:sldMk cId="1270417726" sldId="928"/>
        </pc:sldMkLst>
        <pc:spChg chg="mod">
          <ac:chgData name="Vanessa Bonthuys" userId="3a5f2381-bfec-4201-a756-209c337ec2cb" providerId="ADAL" clId="{564017DB-5763-40AF-B372-6D869B93E7DC}" dt="2025-10-16T08:27:17.900" v="448" actId="33553"/>
          <ac:spMkLst>
            <pc:docMk/>
            <pc:sldMk cId="1270417726" sldId="928"/>
            <ac:spMk id="4" creationId="{630E30E7-E805-987B-6BE3-FA4CC3C6B35F}"/>
          </ac:spMkLst>
        </pc:spChg>
        <pc:grpChg chg="mod">
          <ac:chgData name="Vanessa Bonthuys" userId="3a5f2381-bfec-4201-a756-209c337ec2cb" providerId="ADAL" clId="{564017DB-5763-40AF-B372-6D869B93E7DC}" dt="2025-10-16T08:14:21.607" v="186" actId="962"/>
          <ac:grpSpMkLst>
            <pc:docMk/>
            <pc:sldMk cId="1270417726" sldId="928"/>
            <ac:grpSpMk id="5" creationId="{52EC43A3-2750-9390-E73D-01A450196864}"/>
          </ac:grpSpMkLst>
        </pc:grpChg>
      </pc:sldChg>
      <pc:sldChg chg="modSp mod">
        <pc:chgData name="Vanessa Bonthuys" userId="3a5f2381-bfec-4201-a756-209c337ec2cb" providerId="ADAL" clId="{564017DB-5763-40AF-B372-6D869B93E7DC}" dt="2025-10-16T08:27:22.204" v="450" actId="33553"/>
        <pc:sldMkLst>
          <pc:docMk/>
          <pc:sldMk cId="2917592889" sldId="930"/>
        </pc:sldMkLst>
        <pc:spChg chg="mod">
          <ac:chgData name="Vanessa Bonthuys" userId="3a5f2381-bfec-4201-a756-209c337ec2cb" providerId="ADAL" clId="{564017DB-5763-40AF-B372-6D869B93E7DC}" dt="2025-10-16T08:27:22.204" v="450" actId="33553"/>
          <ac:spMkLst>
            <pc:docMk/>
            <pc:sldMk cId="2917592889" sldId="930"/>
            <ac:spMk id="4" creationId="{630E30E7-E805-987B-6BE3-FA4CC3C6B35F}"/>
          </ac:spMkLst>
        </pc:spChg>
        <pc:picChg chg="mod">
          <ac:chgData name="Vanessa Bonthuys" userId="3a5f2381-bfec-4201-a756-209c337ec2cb" providerId="ADAL" clId="{564017DB-5763-40AF-B372-6D869B93E7DC}" dt="2025-10-16T08:14:23.665" v="190" actId="962"/>
          <ac:picMkLst>
            <pc:docMk/>
            <pc:sldMk cId="2917592889" sldId="930"/>
            <ac:picMk id="5" creationId="{1D043831-1126-D04D-3265-39616FA2D394}"/>
          </ac:picMkLst>
        </pc:picChg>
      </pc:sldChg>
      <pc:sldChg chg="modSp mod">
        <pc:chgData name="Vanessa Bonthuys" userId="3a5f2381-bfec-4201-a756-209c337ec2cb" providerId="ADAL" clId="{564017DB-5763-40AF-B372-6D869B93E7DC}" dt="2025-10-16T11:18:10.747" v="566" actId="20577"/>
        <pc:sldMkLst>
          <pc:docMk/>
          <pc:sldMk cId="2304223737" sldId="932"/>
        </pc:sldMkLst>
        <pc:spChg chg="mod">
          <ac:chgData name="Vanessa Bonthuys" userId="3a5f2381-bfec-4201-a756-209c337ec2cb" providerId="ADAL" clId="{564017DB-5763-40AF-B372-6D869B93E7DC}" dt="2025-10-16T11:18:10.747" v="566" actId="20577"/>
          <ac:spMkLst>
            <pc:docMk/>
            <pc:sldMk cId="2304223737" sldId="932"/>
            <ac:spMk id="4" creationId="{630E30E7-E805-987B-6BE3-FA4CC3C6B35F}"/>
          </ac:spMkLst>
        </pc:spChg>
        <pc:spChg chg="mod">
          <ac:chgData name="Vanessa Bonthuys" userId="3a5f2381-bfec-4201-a756-209c337ec2cb" providerId="ADAL" clId="{564017DB-5763-40AF-B372-6D869B93E7DC}" dt="2025-10-16T08:14:24.361" v="192" actId="962"/>
          <ac:spMkLst>
            <pc:docMk/>
            <pc:sldMk cId="2304223737" sldId="932"/>
            <ac:spMk id="12" creationId="{57C9F6E1-173C-A179-279C-572334609227}"/>
          </ac:spMkLst>
        </pc:spChg>
        <pc:graphicFrameChg chg="modGraphic">
          <ac:chgData name="Vanessa Bonthuys" userId="3a5f2381-bfec-4201-a756-209c337ec2cb" providerId="ADAL" clId="{564017DB-5763-40AF-B372-6D869B93E7DC}" dt="2025-10-16T08:24:57.140" v="378" actId="13238"/>
          <ac:graphicFrameMkLst>
            <pc:docMk/>
            <pc:sldMk cId="2304223737" sldId="932"/>
            <ac:graphicFrameMk id="5" creationId="{82AE5B00-CB14-8AF3-E238-E6BB32EC5BD9}"/>
          </ac:graphicFrameMkLst>
        </pc:graphicFrameChg>
        <pc:graphicFrameChg chg="modGraphic">
          <ac:chgData name="Vanessa Bonthuys" userId="3a5f2381-bfec-4201-a756-209c337ec2cb" providerId="ADAL" clId="{564017DB-5763-40AF-B372-6D869B93E7DC}" dt="2025-10-16T08:24:57.755" v="379" actId="13238"/>
          <ac:graphicFrameMkLst>
            <pc:docMk/>
            <pc:sldMk cId="2304223737" sldId="932"/>
            <ac:graphicFrameMk id="11" creationId="{4C96024D-0654-3455-EE24-4022948DF883}"/>
          </ac:graphicFrameMkLst>
        </pc:graphicFrameChg>
      </pc:sldChg>
      <pc:sldChg chg="modSp mod">
        <pc:chgData name="Vanessa Bonthuys" userId="3a5f2381-bfec-4201-a756-209c337ec2cb" providerId="ADAL" clId="{564017DB-5763-40AF-B372-6D869B93E7DC}" dt="2025-10-16T11:18:04.726" v="564" actId="20577"/>
        <pc:sldMkLst>
          <pc:docMk/>
          <pc:sldMk cId="675698100" sldId="933"/>
        </pc:sldMkLst>
        <pc:spChg chg="mod">
          <ac:chgData name="Vanessa Bonthuys" userId="3a5f2381-bfec-4201-a756-209c337ec2cb" providerId="ADAL" clId="{564017DB-5763-40AF-B372-6D869B93E7DC}" dt="2025-10-16T11:18:04.726" v="564" actId="20577"/>
          <ac:spMkLst>
            <pc:docMk/>
            <pc:sldMk cId="675698100" sldId="933"/>
            <ac:spMk id="4" creationId="{630E30E7-E805-987B-6BE3-FA4CC3C6B35F}"/>
          </ac:spMkLst>
        </pc:spChg>
        <pc:spChg chg="mod">
          <ac:chgData name="Vanessa Bonthuys" userId="3a5f2381-bfec-4201-a756-209c337ec2cb" providerId="ADAL" clId="{564017DB-5763-40AF-B372-6D869B93E7DC}" dt="2025-10-16T08:14:24.064" v="191" actId="962"/>
          <ac:spMkLst>
            <pc:docMk/>
            <pc:sldMk cId="675698100" sldId="933"/>
            <ac:spMk id="5" creationId="{03122211-F3C5-90FD-BA44-70AC05E94E65}"/>
          </ac:spMkLst>
        </pc:spChg>
      </pc:sldChg>
      <pc:sldChg chg="modSp mod">
        <pc:chgData name="Vanessa Bonthuys" userId="3a5f2381-bfec-4201-a756-209c337ec2cb" providerId="ADAL" clId="{564017DB-5763-40AF-B372-6D869B93E7DC}" dt="2025-10-16T08:27:48.489" v="458" actId="33553"/>
        <pc:sldMkLst>
          <pc:docMk/>
          <pc:sldMk cId="2963057209" sldId="935"/>
        </pc:sldMkLst>
        <pc:spChg chg="mod">
          <ac:chgData name="Vanessa Bonthuys" userId="3a5f2381-bfec-4201-a756-209c337ec2cb" providerId="ADAL" clId="{564017DB-5763-40AF-B372-6D869B93E7DC}" dt="2025-10-16T08:27:48.489" v="458" actId="33553"/>
          <ac:spMkLst>
            <pc:docMk/>
            <pc:sldMk cId="2963057209" sldId="935"/>
            <ac:spMk id="4" creationId="{630E30E7-E805-987B-6BE3-FA4CC3C6B35F}"/>
          </ac:spMkLst>
        </pc:spChg>
        <pc:picChg chg="mod">
          <ac:chgData name="Vanessa Bonthuys" userId="3a5f2381-bfec-4201-a756-209c337ec2cb" providerId="ADAL" clId="{564017DB-5763-40AF-B372-6D869B93E7DC}" dt="2025-10-16T08:14:29" v="199" actId="962"/>
          <ac:picMkLst>
            <pc:docMk/>
            <pc:sldMk cId="2963057209" sldId="935"/>
            <ac:picMk id="5" creationId="{2D58C005-7751-A38A-0AAD-47DBC37888CF}"/>
          </ac:picMkLst>
        </pc:picChg>
      </pc:sldChg>
      <pc:sldChg chg="modSp mod">
        <pc:chgData name="Vanessa Bonthuys" userId="3a5f2381-bfec-4201-a756-209c337ec2cb" providerId="ADAL" clId="{564017DB-5763-40AF-B372-6D869B93E7DC}" dt="2025-10-16T08:27:44.859" v="457" actId="33553"/>
        <pc:sldMkLst>
          <pc:docMk/>
          <pc:sldMk cId="2476880439" sldId="936"/>
        </pc:sldMkLst>
        <pc:spChg chg="mod">
          <ac:chgData name="Vanessa Bonthuys" userId="3a5f2381-bfec-4201-a756-209c337ec2cb" providerId="ADAL" clId="{564017DB-5763-40AF-B372-6D869B93E7DC}" dt="2025-10-16T08:14:26.637" v="196" actId="962"/>
          <ac:spMkLst>
            <pc:docMk/>
            <pc:sldMk cId="2476880439" sldId="936"/>
            <ac:spMk id="4" creationId="{8841DB77-CD53-1357-9AAD-56440D0922EC}"/>
          </ac:spMkLst>
        </pc:spChg>
        <pc:spChg chg="mod">
          <ac:chgData name="Vanessa Bonthuys" userId="3a5f2381-bfec-4201-a756-209c337ec2cb" providerId="ADAL" clId="{564017DB-5763-40AF-B372-6D869B93E7DC}" dt="2025-10-16T08:27:44.859" v="457" actId="33553"/>
          <ac:spMkLst>
            <pc:docMk/>
            <pc:sldMk cId="2476880439" sldId="936"/>
            <ac:spMk id="25" creationId="{0F787AAD-DE73-CDBA-0087-7BE92452D35C}"/>
          </ac:spMkLst>
        </pc:spChg>
        <pc:spChg chg="mod">
          <ac:chgData name="Vanessa Bonthuys" userId="3a5f2381-bfec-4201-a756-209c337ec2cb" providerId="ADAL" clId="{564017DB-5763-40AF-B372-6D869B93E7DC}" dt="2025-10-16T08:14:27.181" v="197" actId="962"/>
          <ac:spMkLst>
            <pc:docMk/>
            <pc:sldMk cId="2476880439" sldId="936"/>
            <ac:spMk id="31" creationId="{54FE2712-364F-5599-00B3-59FD07D278F3}"/>
          </ac:spMkLst>
        </pc:spChg>
        <pc:graphicFrameChg chg="modGraphic">
          <ac:chgData name="Vanessa Bonthuys" userId="3a5f2381-bfec-4201-a756-209c337ec2cb" providerId="ADAL" clId="{564017DB-5763-40AF-B372-6D869B93E7DC}" dt="2025-10-16T08:25:01.579" v="386" actId="13238"/>
          <ac:graphicFrameMkLst>
            <pc:docMk/>
            <pc:sldMk cId="2476880439" sldId="936"/>
            <ac:graphicFrameMk id="5" creationId="{4D8F2B96-6FB3-EF97-B17E-25BAF1BB49CF}"/>
          </ac:graphicFrameMkLst>
        </pc:graphicFrameChg>
        <pc:graphicFrameChg chg="modGraphic">
          <ac:chgData name="Vanessa Bonthuys" userId="3a5f2381-bfec-4201-a756-209c337ec2cb" providerId="ADAL" clId="{564017DB-5763-40AF-B372-6D869B93E7DC}" dt="2025-10-16T08:25:02.342" v="388" actId="13238"/>
          <ac:graphicFrameMkLst>
            <pc:docMk/>
            <pc:sldMk cId="2476880439" sldId="936"/>
            <ac:graphicFrameMk id="8" creationId="{FB0DBFB5-3FB3-2772-EDC5-48582FAD49E8}"/>
          </ac:graphicFrameMkLst>
        </pc:graphicFrameChg>
        <pc:graphicFrameChg chg="modGraphic">
          <ac:chgData name="Vanessa Bonthuys" userId="3a5f2381-bfec-4201-a756-209c337ec2cb" providerId="ADAL" clId="{564017DB-5763-40AF-B372-6D869B93E7DC}" dt="2025-10-16T08:25:01.967" v="387" actId="13238"/>
          <ac:graphicFrameMkLst>
            <pc:docMk/>
            <pc:sldMk cId="2476880439" sldId="936"/>
            <ac:graphicFrameMk id="29" creationId="{3B6D280F-2F69-29F2-B657-8DEA879DC3BC}"/>
          </ac:graphicFrameMkLst>
        </pc:graphicFrameChg>
        <pc:picChg chg="mod">
          <ac:chgData name="Vanessa Bonthuys" userId="3a5f2381-bfec-4201-a756-209c337ec2cb" providerId="ADAL" clId="{564017DB-5763-40AF-B372-6D869B93E7DC}" dt="2025-10-16T08:14:27.753" v="198" actId="962"/>
          <ac:picMkLst>
            <pc:docMk/>
            <pc:sldMk cId="2476880439" sldId="936"/>
            <ac:picMk id="7" creationId="{04D24394-717D-548E-C963-9DD8C0527781}"/>
          </ac:picMkLst>
        </pc:picChg>
      </pc:sldChg>
      <pc:sldChg chg="modSp mod">
        <pc:chgData name="Vanessa Bonthuys" userId="3a5f2381-bfec-4201-a756-209c337ec2cb" providerId="ADAL" clId="{564017DB-5763-40AF-B372-6D869B93E7DC}" dt="2025-10-16T08:27:53.374" v="460" actId="33553"/>
        <pc:sldMkLst>
          <pc:docMk/>
          <pc:sldMk cId="163338374" sldId="937"/>
        </pc:sldMkLst>
        <pc:spChg chg="mod">
          <ac:chgData name="Vanessa Bonthuys" userId="3a5f2381-bfec-4201-a756-209c337ec2cb" providerId="ADAL" clId="{564017DB-5763-40AF-B372-6D869B93E7DC}" dt="2025-10-16T08:27:53.374" v="460" actId="33553"/>
          <ac:spMkLst>
            <pc:docMk/>
            <pc:sldMk cId="163338374" sldId="937"/>
            <ac:spMk id="4" creationId="{630E30E7-E805-987B-6BE3-FA4CC3C6B35F}"/>
          </ac:spMkLst>
        </pc:spChg>
        <pc:picChg chg="mod">
          <ac:chgData name="Vanessa Bonthuys" userId="3a5f2381-bfec-4201-a756-209c337ec2cb" providerId="ADAL" clId="{564017DB-5763-40AF-B372-6D869B93E7DC}" dt="2025-10-16T08:14:51.925" v="210" actId="962"/>
          <ac:picMkLst>
            <pc:docMk/>
            <pc:sldMk cId="163338374" sldId="937"/>
            <ac:picMk id="8" creationId="{2D58C005-7751-A38A-0AAD-47DBC37888CF}"/>
          </ac:picMkLst>
        </pc:picChg>
      </pc:sldChg>
      <pc:sldChg chg="modSp mod">
        <pc:chgData name="Vanessa Bonthuys" userId="3a5f2381-bfec-4201-a756-209c337ec2cb" providerId="ADAL" clId="{564017DB-5763-40AF-B372-6D869B93E7DC}" dt="2025-10-16T08:27:57.109" v="461" actId="33553"/>
        <pc:sldMkLst>
          <pc:docMk/>
          <pc:sldMk cId="407506133" sldId="938"/>
        </pc:sldMkLst>
        <pc:spChg chg="mod">
          <ac:chgData name="Vanessa Bonthuys" userId="3a5f2381-bfec-4201-a756-209c337ec2cb" providerId="ADAL" clId="{564017DB-5763-40AF-B372-6D869B93E7DC}" dt="2025-10-16T08:15:27.848" v="219" actId="962"/>
          <ac:spMkLst>
            <pc:docMk/>
            <pc:sldMk cId="407506133" sldId="938"/>
            <ac:spMk id="3" creationId="{4E59823C-17A5-8C75-CFC5-8C3492A77560}"/>
          </ac:spMkLst>
        </pc:spChg>
        <pc:spChg chg="mod">
          <ac:chgData name="Vanessa Bonthuys" userId="3a5f2381-bfec-4201-a756-209c337ec2cb" providerId="ADAL" clId="{564017DB-5763-40AF-B372-6D869B93E7DC}" dt="2025-10-16T08:27:57.109" v="461" actId="33553"/>
          <ac:spMkLst>
            <pc:docMk/>
            <pc:sldMk cId="407506133" sldId="938"/>
            <ac:spMk id="4" creationId="{630E30E7-E805-987B-6BE3-FA4CC3C6B35F}"/>
          </ac:spMkLst>
        </pc:spChg>
        <pc:spChg chg="mod">
          <ac:chgData name="Vanessa Bonthuys" userId="3a5f2381-bfec-4201-a756-209c337ec2cb" providerId="ADAL" clId="{564017DB-5763-40AF-B372-6D869B93E7DC}" dt="2025-10-16T08:14:56.387" v="211" actId="962"/>
          <ac:spMkLst>
            <pc:docMk/>
            <pc:sldMk cId="407506133" sldId="938"/>
            <ac:spMk id="7" creationId="{A6A76EAF-2810-BFD4-1A93-722A3C0781E2}"/>
          </ac:spMkLst>
        </pc:spChg>
        <pc:spChg chg="mod">
          <ac:chgData name="Vanessa Bonthuys" userId="3a5f2381-bfec-4201-a756-209c337ec2cb" providerId="ADAL" clId="{564017DB-5763-40AF-B372-6D869B93E7DC}" dt="2025-10-16T08:15:34.565" v="221" actId="962"/>
          <ac:spMkLst>
            <pc:docMk/>
            <pc:sldMk cId="407506133" sldId="938"/>
            <ac:spMk id="9" creationId="{54670E1E-4293-CEC0-BE35-D3E0E226376C}"/>
          </ac:spMkLst>
        </pc:spChg>
        <pc:spChg chg="mod">
          <ac:chgData name="Vanessa Bonthuys" userId="3a5f2381-bfec-4201-a756-209c337ec2cb" providerId="ADAL" clId="{564017DB-5763-40AF-B372-6D869B93E7DC}" dt="2025-10-16T08:14:58.308" v="212" actId="962"/>
          <ac:spMkLst>
            <pc:docMk/>
            <pc:sldMk cId="407506133" sldId="938"/>
            <ac:spMk id="12" creationId="{824F77F8-0A43-CB1C-D9E7-4BEC69FA6C8A}"/>
          </ac:spMkLst>
        </pc:spChg>
        <pc:picChg chg="mod">
          <ac:chgData name="Vanessa Bonthuys" userId="3a5f2381-bfec-4201-a756-209c337ec2cb" providerId="ADAL" clId="{564017DB-5763-40AF-B372-6D869B93E7DC}" dt="2025-10-16T08:14:59.643" v="213" actId="962"/>
          <ac:picMkLst>
            <pc:docMk/>
            <pc:sldMk cId="407506133" sldId="938"/>
            <ac:picMk id="6" creationId="{385D8FF2-8037-D7AE-340C-31ED00C52121}"/>
          </ac:picMkLst>
        </pc:picChg>
      </pc:sldChg>
      <pc:sldChg chg="delSp modSp mod">
        <pc:chgData name="Vanessa Bonthuys" userId="3a5f2381-bfec-4201-a756-209c337ec2cb" providerId="ADAL" clId="{564017DB-5763-40AF-B372-6D869B93E7DC}" dt="2025-10-16T11:19:48.460" v="586" actId="20577"/>
        <pc:sldMkLst>
          <pc:docMk/>
          <pc:sldMk cId="413983540" sldId="940"/>
        </pc:sldMkLst>
        <pc:spChg chg="mod">
          <ac:chgData name="Vanessa Bonthuys" userId="3a5f2381-bfec-4201-a756-209c337ec2cb" providerId="ADAL" clId="{564017DB-5763-40AF-B372-6D869B93E7DC}" dt="2025-10-16T11:19:48.460" v="586" actId="20577"/>
          <ac:spMkLst>
            <pc:docMk/>
            <pc:sldMk cId="413983540" sldId="940"/>
            <ac:spMk id="4" creationId="{630E30E7-E805-987B-6BE3-FA4CC3C6B35F}"/>
          </ac:spMkLst>
        </pc:spChg>
        <pc:spChg chg="del mod">
          <ac:chgData name="Vanessa Bonthuys" userId="3a5f2381-bfec-4201-a756-209c337ec2cb" providerId="ADAL" clId="{564017DB-5763-40AF-B372-6D869B93E7DC}" dt="2025-10-16T08:16:31.148" v="242" actId="478"/>
          <ac:spMkLst>
            <pc:docMk/>
            <pc:sldMk cId="413983540" sldId="940"/>
            <ac:spMk id="7" creationId="{A6A76EAF-2810-BFD4-1A93-722A3C0781E2}"/>
          </ac:spMkLst>
        </pc:spChg>
        <pc:spChg chg="del mod">
          <ac:chgData name="Vanessa Bonthuys" userId="3a5f2381-bfec-4201-a756-209c337ec2cb" providerId="ADAL" clId="{564017DB-5763-40AF-B372-6D869B93E7DC}" dt="2025-10-16T08:16:36.489" v="244" actId="478"/>
          <ac:spMkLst>
            <pc:docMk/>
            <pc:sldMk cId="413983540" sldId="940"/>
            <ac:spMk id="12" creationId="{824F77F8-0A43-CB1C-D9E7-4BEC69FA6C8A}"/>
          </ac:spMkLst>
        </pc:spChg>
      </pc:sldChg>
      <pc:sldChg chg="delSp modSp mod">
        <pc:chgData name="Vanessa Bonthuys" userId="3a5f2381-bfec-4201-a756-209c337ec2cb" providerId="ADAL" clId="{564017DB-5763-40AF-B372-6D869B93E7DC}" dt="2025-10-16T11:19:26.860" v="578" actId="20577"/>
        <pc:sldMkLst>
          <pc:docMk/>
          <pc:sldMk cId="3255432167" sldId="942"/>
        </pc:sldMkLst>
        <pc:spChg chg="mod">
          <ac:chgData name="Vanessa Bonthuys" userId="3a5f2381-bfec-4201-a756-209c337ec2cb" providerId="ADAL" clId="{564017DB-5763-40AF-B372-6D869B93E7DC}" dt="2025-10-16T11:19:26.860" v="578" actId="20577"/>
          <ac:spMkLst>
            <pc:docMk/>
            <pc:sldMk cId="3255432167" sldId="942"/>
            <ac:spMk id="4" creationId="{630E30E7-E805-987B-6BE3-FA4CC3C6B35F}"/>
          </ac:spMkLst>
        </pc:spChg>
        <pc:spChg chg="del mod">
          <ac:chgData name="Vanessa Bonthuys" userId="3a5f2381-bfec-4201-a756-209c337ec2cb" providerId="ADAL" clId="{564017DB-5763-40AF-B372-6D869B93E7DC}" dt="2025-10-16T08:15:44.612" v="223" actId="478"/>
          <ac:spMkLst>
            <pc:docMk/>
            <pc:sldMk cId="3255432167" sldId="942"/>
            <ac:spMk id="7" creationId="{A6A76EAF-2810-BFD4-1A93-722A3C0781E2}"/>
          </ac:spMkLst>
        </pc:spChg>
        <pc:spChg chg="del mod">
          <ac:chgData name="Vanessa Bonthuys" userId="3a5f2381-bfec-4201-a756-209c337ec2cb" providerId="ADAL" clId="{564017DB-5763-40AF-B372-6D869B93E7DC}" dt="2025-10-16T08:15:51.477" v="225" actId="478"/>
          <ac:spMkLst>
            <pc:docMk/>
            <pc:sldMk cId="3255432167" sldId="942"/>
            <ac:spMk id="12" creationId="{824F77F8-0A43-CB1C-D9E7-4BEC69FA6C8A}"/>
          </ac:spMkLst>
        </pc:spChg>
      </pc:sldChg>
      <pc:sldChg chg="modSp mod">
        <pc:chgData name="Vanessa Bonthuys" userId="3a5f2381-bfec-4201-a756-209c337ec2cb" providerId="ADAL" clId="{564017DB-5763-40AF-B372-6D869B93E7DC}" dt="2025-10-16T11:19:43.907" v="584" actId="20577"/>
        <pc:sldMkLst>
          <pc:docMk/>
          <pc:sldMk cId="2475794085" sldId="943"/>
        </pc:sldMkLst>
        <pc:spChg chg="mod">
          <ac:chgData name="Vanessa Bonthuys" userId="3a5f2381-bfec-4201-a756-209c337ec2cb" providerId="ADAL" clId="{564017DB-5763-40AF-B372-6D869B93E7DC}" dt="2025-10-16T11:19:43.907" v="584" actId="20577"/>
          <ac:spMkLst>
            <pc:docMk/>
            <pc:sldMk cId="2475794085" sldId="943"/>
            <ac:spMk id="4" creationId="{630E30E7-E805-987B-6BE3-FA4CC3C6B35F}"/>
          </ac:spMkLst>
        </pc:spChg>
        <pc:picChg chg="mod">
          <ac:chgData name="Vanessa Bonthuys" userId="3a5f2381-bfec-4201-a756-209c337ec2cb" providerId="ADAL" clId="{564017DB-5763-40AF-B372-6D869B93E7DC}" dt="2025-10-16T08:16:22.635" v="237" actId="962"/>
          <ac:picMkLst>
            <pc:docMk/>
            <pc:sldMk cId="2475794085" sldId="943"/>
            <ac:picMk id="5" creationId="{7EFE08F4-DB5A-58C5-80FA-DFAAB84C674D}"/>
          </ac:picMkLst>
        </pc:picChg>
        <pc:picChg chg="mod">
          <ac:chgData name="Vanessa Bonthuys" userId="3a5f2381-bfec-4201-a756-209c337ec2cb" providerId="ADAL" clId="{564017DB-5763-40AF-B372-6D869B93E7DC}" dt="2025-10-16T08:16:25.567" v="239" actId="962"/>
          <ac:picMkLst>
            <pc:docMk/>
            <pc:sldMk cId="2475794085" sldId="943"/>
            <ac:picMk id="8" creationId="{22303CD6-75A7-BEC6-D9B1-363E79108345}"/>
          </ac:picMkLst>
        </pc:picChg>
      </pc:sldChg>
      <pc:sldChg chg="modSp mod">
        <pc:chgData name="Vanessa Bonthuys" userId="3a5f2381-bfec-4201-a756-209c337ec2cb" providerId="ADAL" clId="{564017DB-5763-40AF-B372-6D869B93E7DC}" dt="2025-10-16T08:28:37.450" v="473" actId="33553"/>
        <pc:sldMkLst>
          <pc:docMk/>
          <pc:sldMk cId="1278862887" sldId="946"/>
        </pc:sldMkLst>
        <pc:spChg chg="mod">
          <ac:chgData name="Vanessa Bonthuys" userId="3a5f2381-bfec-4201-a756-209c337ec2cb" providerId="ADAL" clId="{564017DB-5763-40AF-B372-6D869B93E7DC}" dt="2025-10-16T08:28:37.450" v="473" actId="33553"/>
          <ac:spMkLst>
            <pc:docMk/>
            <pc:sldMk cId="1278862887" sldId="946"/>
            <ac:spMk id="5" creationId="{D6926893-1C66-53A2-BABB-7BED008B292E}"/>
          </ac:spMkLst>
        </pc:spChg>
        <pc:picChg chg="mod">
          <ac:chgData name="Vanessa Bonthuys" userId="3a5f2381-bfec-4201-a756-209c337ec2cb" providerId="ADAL" clId="{564017DB-5763-40AF-B372-6D869B93E7DC}" dt="2025-10-16T08:17:31.266" v="262" actId="962"/>
          <ac:picMkLst>
            <pc:docMk/>
            <pc:sldMk cId="1278862887" sldId="946"/>
            <ac:picMk id="4" creationId="{2D58C005-7751-A38A-0AAD-47DBC37888CF}"/>
          </ac:picMkLst>
        </pc:picChg>
      </pc:sldChg>
      <pc:sldChg chg="modSp mod">
        <pc:chgData name="Vanessa Bonthuys" userId="3a5f2381-bfec-4201-a756-209c337ec2cb" providerId="ADAL" clId="{564017DB-5763-40AF-B372-6D869B93E7DC}" dt="2025-10-16T08:26:36.832" v="437" actId="33553"/>
        <pc:sldMkLst>
          <pc:docMk/>
          <pc:sldMk cId="110123349" sldId="949"/>
        </pc:sldMkLst>
        <pc:spChg chg="mod">
          <ac:chgData name="Vanessa Bonthuys" userId="3a5f2381-bfec-4201-a756-209c337ec2cb" providerId="ADAL" clId="{564017DB-5763-40AF-B372-6D869B93E7DC}" dt="2025-10-16T08:26:36.832" v="437" actId="33553"/>
          <ac:spMkLst>
            <pc:docMk/>
            <pc:sldMk cId="110123349" sldId="949"/>
            <ac:spMk id="5" creationId="{A04BA1FB-D76C-84FB-3DB1-429BEC055076}"/>
          </ac:spMkLst>
        </pc:spChg>
      </pc:sldChg>
      <pc:sldChg chg="modSp mod">
        <pc:chgData name="Vanessa Bonthuys" userId="3a5f2381-bfec-4201-a756-209c337ec2cb" providerId="ADAL" clId="{564017DB-5763-40AF-B372-6D869B93E7DC}" dt="2025-10-16T08:28:25.473" v="470" actId="33553"/>
        <pc:sldMkLst>
          <pc:docMk/>
          <pc:sldMk cId="3221927340" sldId="950"/>
        </pc:sldMkLst>
        <pc:spChg chg="mod">
          <ac:chgData name="Vanessa Bonthuys" userId="3a5f2381-bfec-4201-a756-209c337ec2cb" providerId="ADAL" clId="{564017DB-5763-40AF-B372-6D869B93E7DC}" dt="2025-10-16T08:28:25.473" v="470" actId="33553"/>
          <ac:spMkLst>
            <pc:docMk/>
            <pc:sldMk cId="3221927340" sldId="950"/>
            <ac:spMk id="4" creationId="{630E30E7-E805-987B-6BE3-FA4CC3C6B35F}"/>
          </ac:spMkLst>
        </pc:spChg>
        <pc:picChg chg="mod">
          <ac:chgData name="Vanessa Bonthuys" userId="3a5f2381-bfec-4201-a756-209c337ec2cb" providerId="ADAL" clId="{564017DB-5763-40AF-B372-6D869B93E7DC}" dt="2025-10-16T08:17:06.927" v="254" actId="962"/>
          <ac:picMkLst>
            <pc:docMk/>
            <pc:sldMk cId="3221927340" sldId="950"/>
            <ac:picMk id="8" creationId="{2D58C005-7751-A38A-0AAD-47DBC37888CF}"/>
          </ac:picMkLst>
        </pc:picChg>
      </pc:sldChg>
      <pc:sldChg chg="modSp mod">
        <pc:chgData name="Vanessa Bonthuys" userId="3a5f2381-bfec-4201-a756-209c337ec2cb" providerId="ADAL" clId="{564017DB-5763-40AF-B372-6D869B93E7DC}" dt="2025-10-16T11:15:19.399" v="554" actId="20577"/>
        <pc:sldMkLst>
          <pc:docMk/>
          <pc:sldMk cId="14474253" sldId="951"/>
        </pc:sldMkLst>
        <pc:spChg chg="mod">
          <ac:chgData name="Vanessa Bonthuys" userId="3a5f2381-bfec-4201-a756-209c337ec2cb" providerId="ADAL" clId="{564017DB-5763-40AF-B372-6D869B93E7DC}" dt="2025-10-16T11:15:19.399" v="554" actId="20577"/>
          <ac:spMkLst>
            <pc:docMk/>
            <pc:sldMk cId="14474253" sldId="951"/>
            <ac:spMk id="7" creationId="{15355937-5ECC-4118-DDB5-D2A26EBCEBFB}"/>
          </ac:spMkLst>
        </pc:spChg>
      </pc:sldChg>
      <pc:sldChg chg="modSp mod">
        <pc:chgData name="Vanessa Bonthuys" userId="3a5f2381-bfec-4201-a756-209c337ec2cb" providerId="ADAL" clId="{564017DB-5763-40AF-B372-6D869B93E7DC}" dt="2025-10-16T08:29:01.973" v="483" actId="33553"/>
        <pc:sldMkLst>
          <pc:docMk/>
          <pc:sldMk cId="3000084707" sldId="952"/>
        </pc:sldMkLst>
        <pc:spChg chg="mod">
          <ac:chgData name="Vanessa Bonthuys" userId="3a5f2381-bfec-4201-a756-209c337ec2cb" providerId="ADAL" clId="{564017DB-5763-40AF-B372-6D869B93E7DC}" dt="2025-10-16T08:20:38.704" v="305" actId="962"/>
          <ac:spMkLst>
            <pc:docMk/>
            <pc:sldMk cId="3000084707" sldId="952"/>
            <ac:spMk id="3" creationId="{EC2A37A7-542C-56AD-C2F3-AACECDFA2A02}"/>
          </ac:spMkLst>
        </pc:spChg>
        <pc:spChg chg="mod">
          <ac:chgData name="Vanessa Bonthuys" userId="3a5f2381-bfec-4201-a756-209c337ec2cb" providerId="ADAL" clId="{564017DB-5763-40AF-B372-6D869B93E7DC}" dt="2025-10-16T08:29:01.973" v="483" actId="33553"/>
          <ac:spMkLst>
            <pc:docMk/>
            <pc:sldMk cId="3000084707" sldId="952"/>
            <ac:spMk id="5" creationId="{D6926893-1C66-53A2-BABB-7BED008B292E}"/>
          </ac:spMkLst>
        </pc:spChg>
        <pc:picChg chg="mod">
          <ac:chgData name="Vanessa Bonthuys" userId="3a5f2381-bfec-4201-a756-209c337ec2cb" providerId="ADAL" clId="{564017DB-5763-40AF-B372-6D869B93E7DC}" dt="2025-10-16T08:20:23.535" v="302" actId="962"/>
          <ac:picMkLst>
            <pc:docMk/>
            <pc:sldMk cId="3000084707" sldId="952"/>
            <ac:picMk id="6" creationId="{BFD75832-AC37-26A8-DF95-280352745199}"/>
          </ac:picMkLst>
        </pc:picChg>
      </pc:sldChg>
      <pc:sldChg chg="modSp mod">
        <pc:chgData name="Vanessa Bonthuys" userId="3a5f2381-bfec-4201-a756-209c337ec2cb" providerId="ADAL" clId="{564017DB-5763-40AF-B372-6D869B93E7DC}" dt="2025-10-16T08:29:09.857" v="486" actId="33553"/>
        <pc:sldMkLst>
          <pc:docMk/>
          <pc:sldMk cId="3540308309" sldId="953"/>
        </pc:sldMkLst>
        <pc:spChg chg="mod">
          <ac:chgData name="Vanessa Bonthuys" userId="3a5f2381-bfec-4201-a756-209c337ec2cb" providerId="ADAL" clId="{564017DB-5763-40AF-B372-6D869B93E7DC}" dt="2025-10-16T08:29:09.857" v="486" actId="33553"/>
          <ac:spMkLst>
            <pc:docMk/>
            <pc:sldMk cId="3540308309" sldId="953"/>
            <ac:spMk id="5" creationId="{D6926893-1C66-53A2-BABB-7BED008B292E}"/>
          </ac:spMkLst>
        </pc:spChg>
        <pc:grpChg chg="mod">
          <ac:chgData name="Vanessa Bonthuys" userId="3a5f2381-bfec-4201-a756-209c337ec2cb" providerId="ADAL" clId="{564017DB-5763-40AF-B372-6D869B93E7DC}" dt="2025-10-16T08:21:40.441" v="323" actId="962"/>
          <ac:grpSpMkLst>
            <pc:docMk/>
            <pc:sldMk cId="3540308309" sldId="953"/>
            <ac:grpSpMk id="14" creationId="{45CC6F2A-0F18-296D-DA74-6BB3C277A3F2}"/>
          </ac:grpSpMkLst>
        </pc:grpChg>
        <pc:graphicFrameChg chg="modGraphic">
          <ac:chgData name="Vanessa Bonthuys" userId="3a5f2381-bfec-4201-a756-209c337ec2cb" providerId="ADAL" clId="{564017DB-5763-40AF-B372-6D869B93E7DC}" dt="2025-10-16T08:25:45.176" v="416" actId="13238"/>
          <ac:graphicFrameMkLst>
            <pc:docMk/>
            <pc:sldMk cId="3540308309" sldId="953"/>
            <ac:graphicFrameMk id="9" creationId="{82236305-F3AB-74D9-BDA2-E1718A18712B}"/>
          </ac:graphicFrameMkLst>
        </pc:graphicFrameChg>
        <pc:graphicFrameChg chg="modGraphic">
          <ac:chgData name="Vanessa Bonthuys" userId="3a5f2381-bfec-4201-a756-209c337ec2cb" providerId="ADAL" clId="{564017DB-5763-40AF-B372-6D869B93E7DC}" dt="2025-10-16T08:25:45.440" v="417" actId="13238"/>
          <ac:graphicFrameMkLst>
            <pc:docMk/>
            <pc:sldMk cId="3540308309" sldId="953"/>
            <ac:graphicFrameMk id="11" creationId="{9886B890-2DA0-315C-BB14-C9D419DF7735}"/>
          </ac:graphicFrameMkLst>
        </pc:graphicFrameChg>
      </pc:sldChg>
      <pc:sldChg chg="modSp mod">
        <pc:chgData name="Vanessa Bonthuys" userId="3a5f2381-bfec-4201-a756-209c337ec2cb" providerId="ADAL" clId="{564017DB-5763-40AF-B372-6D869B93E7DC}" dt="2025-10-16T08:29:15.079" v="488" actId="33553"/>
        <pc:sldMkLst>
          <pc:docMk/>
          <pc:sldMk cId="146151100" sldId="954"/>
        </pc:sldMkLst>
        <pc:spChg chg="mod">
          <ac:chgData name="Vanessa Bonthuys" userId="3a5f2381-bfec-4201-a756-209c337ec2cb" providerId="ADAL" clId="{564017DB-5763-40AF-B372-6D869B93E7DC}" dt="2025-10-16T08:29:15.079" v="488" actId="33553"/>
          <ac:spMkLst>
            <pc:docMk/>
            <pc:sldMk cId="146151100" sldId="954"/>
            <ac:spMk id="5" creationId="{D6926893-1C66-53A2-BABB-7BED008B292E}"/>
          </ac:spMkLst>
        </pc:spChg>
        <pc:grpChg chg="mod">
          <ac:chgData name="Vanessa Bonthuys" userId="3a5f2381-bfec-4201-a756-209c337ec2cb" providerId="ADAL" clId="{564017DB-5763-40AF-B372-6D869B93E7DC}" dt="2025-10-16T08:22:06.148" v="333" actId="962"/>
          <ac:grpSpMkLst>
            <pc:docMk/>
            <pc:sldMk cId="146151100" sldId="954"/>
            <ac:grpSpMk id="9" creationId="{B402DE2F-0116-52B1-3474-912D478043E3}"/>
          </ac:grpSpMkLst>
        </pc:grpChg>
        <pc:grpChg chg="mod">
          <ac:chgData name="Vanessa Bonthuys" userId="3a5f2381-bfec-4201-a756-209c337ec2cb" providerId="ADAL" clId="{564017DB-5763-40AF-B372-6D869B93E7DC}" dt="2025-10-16T08:22:14.196" v="335" actId="962"/>
          <ac:grpSpMkLst>
            <pc:docMk/>
            <pc:sldMk cId="146151100" sldId="954"/>
            <ac:grpSpMk id="14" creationId="{C660DC9A-79B2-8308-478B-3C7037F9B9C8}"/>
          </ac:grpSpMkLst>
        </pc:grpChg>
        <pc:graphicFrameChg chg="modGraphic">
          <ac:chgData name="Vanessa Bonthuys" userId="3a5f2381-bfec-4201-a756-209c337ec2cb" providerId="ADAL" clId="{564017DB-5763-40AF-B372-6D869B93E7DC}" dt="2025-10-16T08:25:47.171" v="424" actId="13238"/>
          <ac:graphicFrameMkLst>
            <pc:docMk/>
            <pc:sldMk cId="146151100" sldId="954"/>
            <ac:graphicFrameMk id="4" creationId="{B8C7101F-3EFB-EA0A-6DE6-BFA6796CDD6F}"/>
          </ac:graphicFrameMkLst>
        </pc:graphicFrameChg>
        <pc:picChg chg="mod">
          <ac:chgData name="Vanessa Bonthuys" userId="3a5f2381-bfec-4201-a756-209c337ec2cb" providerId="ADAL" clId="{564017DB-5763-40AF-B372-6D869B93E7DC}" dt="2025-10-16T08:21:55.162" v="329" actId="962"/>
          <ac:picMkLst>
            <pc:docMk/>
            <pc:sldMk cId="146151100" sldId="954"/>
            <ac:picMk id="6" creationId="{BFD75832-AC37-26A8-DF95-280352745199}"/>
          </ac:picMkLst>
        </pc:picChg>
        <pc:picChg chg="mod">
          <ac:chgData name="Vanessa Bonthuys" userId="3a5f2381-bfec-4201-a756-209c337ec2cb" providerId="ADAL" clId="{564017DB-5763-40AF-B372-6D869B93E7DC}" dt="2025-10-16T08:21:56.132" v="331" actId="962"/>
          <ac:picMkLst>
            <pc:docMk/>
            <pc:sldMk cId="146151100" sldId="954"/>
            <ac:picMk id="7" creationId="{BFD75832-AC37-26A8-DF95-280352745199}"/>
          </ac:picMkLst>
        </pc:picChg>
      </pc:sldChg>
      <pc:sldChg chg="delSp modSp mod">
        <pc:chgData name="Vanessa Bonthuys" userId="3a5f2381-bfec-4201-a756-209c337ec2cb" providerId="ADAL" clId="{564017DB-5763-40AF-B372-6D869B93E7DC}" dt="2025-10-16T08:28:21.323" v="469" actId="33553"/>
        <pc:sldMkLst>
          <pc:docMk/>
          <pc:sldMk cId="1739271175" sldId="964"/>
        </pc:sldMkLst>
        <pc:spChg chg="mod">
          <ac:chgData name="Vanessa Bonthuys" userId="3a5f2381-bfec-4201-a756-209c337ec2cb" providerId="ADAL" clId="{564017DB-5763-40AF-B372-6D869B93E7DC}" dt="2025-10-16T08:28:21.323" v="469" actId="33553"/>
          <ac:spMkLst>
            <pc:docMk/>
            <pc:sldMk cId="1739271175" sldId="964"/>
            <ac:spMk id="4" creationId="{630E30E7-E805-987B-6BE3-FA4CC3C6B35F}"/>
          </ac:spMkLst>
        </pc:spChg>
        <pc:spChg chg="del">
          <ac:chgData name="Vanessa Bonthuys" userId="3a5f2381-bfec-4201-a756-209c337ec2cb" providerId="ADAL" clId="{564017DB-5763-40AF-B372-6D869B93E7DC}" dt="2025-10-16T08:16:53.532" v="249" actId="478"/>
          <ac:spMkLst>
            <pc:docMk/>
            <pc:sldMk cId="1739271175" sldId="964"/>
            <ac:spMk id="7" creationId="{A6A76EAF-2810-BFD4-1A93-722A3C0781E2}"/>
          </ac:spMkLst>
        </pc:spChg>
        <pc:spChg chg="del">
          <ac:chgData name="Vanessa Bonthuys" userId="3a5f2381-bfec-4201-a756-209c337ec2cb" providerId="ADAL" clId="{564017DB-5763-40AF-B372-6D869B93E7DC}" dt="2025-10-16T08:16:57.527" v="250" actId="478"/>
          <ac:spMkLst>
            <pc:docMk/>
            <pc:sldMk cId="1739271175" sldId="964"/>
            <ac:spMk id="12" creationId="{824F77F8-0A43-CB1C-D9E7-4BEC69FA6C8A}"/>
          </ac:spMkLst>
        </pc:spChg>
        <pc:spChg chg="mod">
          <ac:chgData name="Vanessa Bonthuys" userId="3a5f2381-bfec-4201-a756-209c337ec2cb" providerId="ADAL" clId="{564017DB-5763-40AF-B372-6D869B93E7DC}" dt="2025-10-16T08:17:05.036" v="252" actId="962"/>
          <ac:spMkLst>
            <pc:docMk/>
            <pc:sldMk cId="1739271175" sldId="964"/>
            <ac:spMk id="16" creationId="{BCF89DBE-CD6B-F9FF-E401-1B1892843B29}"/>
          </ac:spMkLst>
        </pc:spChg>
        <pc:graphicFrameChg chg="modGraphic">
          <ac:chgData name="Vanessa Bonthuys" userId="3a5f2381-bfec-4201-a756-209c337ec2cb" providerId="ADAL" clId="{564017DB-5763-40AF-B372-6D869B93E7DC}" dt="2025-10-16T08:25:38.862" v="396" actId="13238"/>
          <ac:graphicFrameMkLst>
            <pc:docMk/>
            <pc:sldMk cId="1739271175" sldId="964"/>
            <ac:graphicFrameMk id="11" creationId="{6D054B19-4EEA-2914-0838-F89817DB9DCA}"/>
          </ac:graphicFrameMkLst>
        </pc:graphicFrameChg>
        <pc:graphicFrameChg chg="modGraphic">
          <ac:chgData name="Vanessa Bonthuys" userId="3a5f2381-bfec-4201-a756-209c337ec2cb" providerId="ADAL" clId="{564017DB-5763-40AF-B372-6D869B93E7DC}" dt="2025-10-16T08:25:39.929" v="397" actId="13238"/>
          <ac:graphicFrameMkLst>
            <pc:docMk/>
            <pc:sldMk cId="1739271175" sldId="964"/>
            <ac:graphicFrameMk id="17" creationId="{00FDA0AF-A8D3-08EF-050D-7173B95DBEA7}"/>
          </ac:graphicFrameMkLst>
        </pc:graphicFrameChg>
      </pc:sldChg>
      <pc:sldChg chg="delSp modSp mod">
        <pc:chgData name="Vanessa Bonthuys" userId="3a5f2381-bfec-4201-a756-209c337ec2cb" providerId="ADAL" clId="{564017DB-5763-40AF-B372-6D869B93E7DC}" dt="2025-10-16T08:28:13.975" v="468" actId="33553"/>
        <pc:sldMkLst>
          <pc:docMk/>
          <pc:sldMk cId="2525861527" sldId="965"/>
        </pc:sldMkLst>
        <pc:spChg chg="mod">
          <ac:chgData name="Vanessa Bonthuys" userId="3a5f2381-bfec-4201-a756-209c337ec2cb" providerId="ADAL" clId="{564017DB-5763-40AF-B372-6D869B93E7DC}" dt="2025-10-16T08:28:13.975" v="468" actId="33553"/>
          <ac:spMkLst>
            <pc:docMk/>
            <pc:sldMk cId="2525861527" sldId="965"/>
            <ac:spMk id="4" creationId="{630E30E7-E805-987B-6BE3-FA4CC3C6B35F}"/>
          </ac:spMkLst>
        </pc:spChg>
        <pc:spChg chg="del">
          <ac:chgData name="Vanessa Bonthuys" userId="3a5f2381-bfec-4201-a756-209c337ec2cb" providerId="ADAL" clId="{564017DB-5763-40AF-B372-6D869B93E7DC}" dt="2025-10-16T08:16:43.540" v="247" actId="478"/>
          <ac:spMkLst>
            <pc:docMk/>
            <pc:sldMk cId="2525861527" sldId="965"/>
            <ac:spMk id="7" creationId="{A6A76EAF-2810-BFD4-1A93-722A3C0781E2}"/>
          </ac:spMkLst>
        </pc:spChg>
        <pc:spChg chg="del">
          <ac:chgData name="Vanessa Bonthuys" userId="3a5f2381-bfec-4201-a756-209c337ec2cb" providerId="ADAL" clId="{564017DB-5763-40AF-B372-6D869B93E7DC}" dt="2025-10-16T08:16:48.131" v="248" actId="478"/>
          <ac:spMkLst>
            <pc:docMk/>
            <pc:sldMk cId="2525861527" sldId="965"/>
            <ac:spMk id="12" creationId="{824F77F8-0A43-CB1C-D9E7-4BEC69FA6C8A}"/>
          </ac:spMkLst>
        </pc:spChg>
      </pc:sldChg>
      <pc:sldChg chg="delSp modSp mod">
        <pc:chgData name="Vanessa Bonthuys" userId="3a5f2381-bfec-4201-a756-209c337ec2cb" providerId="ADAL" clId="{564017DB-5763-40AF-B372-6D869B93E7DC}" dt="2025-10-16T08:28:57.584" v="481" actId="33553"/>
        <pc:sldMkLst>
          <pc:docMk/>
          <pc:sldMk cId="927779116" sldId="966"/>
        </pc:sldMkLst>
        <pc:spChg chg="mod">
          <ac:chgData name="Vanessa Bonthuys" userId="3a5f2381-bfec-4201-a756-209c337ec2cb" providerId="ADAL" clId="{564017DB-5763-40AF-B372-6D869B93E7DC}" dt="2025-10-16T08:28:57.584" v="481" actId="33553"/>
          <ac:spMkLst>
            <pc:docMk/>
            <pc:sldMk cId="927779116" sldId="966"/>
            <ac:spMk id="4" creationId="{630E30E7-E805-987B-6BE3-FA4CC3C6B35F}"/>
          </ac:spMkLst>
        </pc:spChg>
        <pc:spChg chg="del mod">
          <ac:chgData name="Vanessa Bonthuys" userId="3a5f2381-bfec-4201-a756-209c337ec2cb" providerId="ADAL" clId="{564017DB-5763-40AF-B372-6D869B93E7DC}" dt="2025-10-16T08:19:52.346" v="296" actId="478"/>
          <ac:spMkLst>
            <pc:docMk/>
            <pc:sldMk cId="927779116" sldId="966"/>
            <ac:spMk id="7" creationId="{A6A76EAF-2810-BFD4-1A93-722A3C0781E2}"/>
          </ac:spMkLst>
        </pc:spChg>
      </pc:sldChg>
      <pc:sldChg chg="delSp modSp mod">
        <pc:chgData name="Vanessa Bonthuys" userId="3a5f2381-bfec-4201-a756-209c337ec2cb" providerId="ADAL" clId="{564017DB-5763-40AF-B372-6D869B93E7DC}" dt="2025-10-16T08:28:32.443" v="472" actId="33553"/>
        <pc:sldMkLst>
          <pc:docMk/>
          <pc:sldMk cId="1323022714" sldId="967"/>
        </pc:sldMkLst>
        <pc:spChg chg="mod">
          <ac:chgData name="Vanessa Bonthuys" userId="3a5f2381-bfec-4201-a756-209c337ec2cb" providerId="ADAL" clId="{564017DB-5763-40AF-B372-6D869B93E7DC}" dt="2025-10-16T08:28:32.443" v="472" actId="33553"/>
          <ac:spMkLst>
            <pc:docMk/>
            <pc:sldMk cId="1323022714" sldId="967"/>
            <ac:spMk id="4" creationId="{630E30E7-E805-987B-6BE3-FA4CC3C6B35F}"/>
          </ac:spMkLst>
        </pc:spChg>
        <pc:spChg chg="del">
          <ac:chgData name="Vanessa Bonthuys" userId="3a5f2381-bfec-4201-a756-209c337ec2cb" providerId="ADAL" clId="{564017DB-5763-40AF-B372-6D869B93E7DC}" dt="2025-10-16T08:17:20.203" v="257" actId="478"/>
          <ac:spMkLst>
            <pc:docMk/>
            <pc:sldMk cId="1323022714" sldId="967"/>
            <ac:spMk id="7" creationId="{A6A76EAF-2810-BFD4-1A93-722A3C0781E2}"/>
          </ac:spMkLst>
        </pc:spChg>
        <pc:spChg chg="del">
          <ac:chgData name="Vanessa Bonthuys" userId="3a5f2381-bfec-4201-a756-209c337ec2cb" providerId="ADAL" clId="{564017DB-5763-40AF-B372-6D869B93E7DC}" dt="2025-10-16T08:17:23.126" v="258" actId="478"/>
          <ac:spMkLst>
            <pc:docMk/>
            <pc:sldMk cId="1323022714" sldId="967"/>
            <ac:spMk id="12" creationId="{824F77F8-0A43-CB1C-D9E7-4BEC69FA6C8A}"/>
          </ac:spMkLst>
        </pc:spChg>
        <pc:spChg chg="mod">
          <ac:chgData name="Vanessa Bonthuys" userId="3a5f2381-bfec-4201-a756-209c337ec2cb" providerId="ADAL" clId="{564017DB-5763-40AF-B372-6D869B93E7DC}" dt="2025-10-16T08:17:29.427" v="260" actId="962"/>
          <ac:spMkLst>
            <pc:docMk/>
            <pc:sldMk cId="1323022714" sldId="967"/>
            <ac:spMk id="16" creationId="{BCF89DBE-CD6B-F9FF-E401-1B1892843B29}"/>
          </ac:spMkLst>
        </pc:spChg>
        <pc:graphicFrameChg chg="modGraphic">
          <ac:chgData name="Vanessa Bonthuys" userId="3a5f2381-bfec-4201-a756-209c337ec2cb" providerId="ADAL" clId="{564017DB-5763-40AF-B372-6D869B93E7DC}" dt="2025-10-16T08:25:40.454" v="398" actId="13238"/>
          <ac:graphicFrameMkLst>
            <pc:docMk/>
            <pc:sldMk cId="1323022714" sldId="967"/>
            <ac:graphicFrameMk id="11" creationId="{90E023DA-1503-86E6-4C03-B4AE823860A5}"/>
          </ac:graphicFrameMkLst>
        </pc:graphicFrameChg>
        <pc:graphicFrameChg chg="modGraphic">
          <ac:chgData name="Vanessa Bonthuys" userId="3a5f2381-bfec-4201-a756-209c337ec2cb" providerId="ADAL" clId="{564017DB-5763-40AF-B372-6D869B93E7DC}" dt="2025-10-16T08:25:40.773" v="399" actId="13238"/>
          <ac:graphicFrameMkLst>
            <pc:docMk/>
            <pc:sldMk cId="1323022714" sldId="967"/>
            <ac:graphicFrameMk id="17" creationId="{F8DFF6F1-2B96-E22F-C664-F99A898DE27A}"/>
          </ac:graphicFrameMkLst>
        </pc:graphicFrameChg>
      </pc:sldChg>
      <pc:sldChg chg="modSp mod">
        <pc:chgData name="Vanessa Bonthuys" userId="3a5f2381-bfec-4201-a756-209c337ec2cb" providerId="ADAL" clId="{564017DB-5763-40AF-B372-6D869B93E7DC}" dt="2025-10-16T08:28:42.368" v="475" actId="33553"/>
        <pc:sldMkLst>
          <pc:docMk/>
          <pc:sldMk cId="1013229943" sldId="969"/>
        </pc:sldMkLst>
        <pc:spChg chg="mod">
          <ac:chgData name="Vanessa Bonthuys" userId="3a5f2381-bfec-4201-a756-209c337ec2cb" providerId="ADAL" clId="{564017DB-5763-40AF-B372-6D869B93E7DC}" dt="2025-10-16T08:28:42.368" v="475" actId="33553"/>
          <ac:spMkLst>
            <pc:docMk/>
            <pc:sldMk cId="1013229943" sldId="969"/>
            <ac:spMk id="5" creationId="{D6926893-1C66-53A2-BABB-7BED008B292E}"/>
          </ac:spMkLst>
        </pc:spChg>
      </pc:sldChg>
      <pc:sldChg chg="addSp delSp modSp mod modShow chgLayout">
        <pc:chgData name="Vanessa Bonthuys" userId="3a5f2381-bfec-4201-a756-209c337ec2cb" providerId="ADAL" clId="{564017DB-5763-40AF-B372-6D869B93E7DC}" dt="2025-10-16T11:11:06.104" v="544" actId="729"/>
        <pc:sldMkLst>
          <pc:docMk/>
          <pc:sldMk cId="3006021234" sldId="970"/>
        </pc:sldMkLst>
        <pc:spChg chg="mod ord">
          <ac:chgData name="Vanessa Bonthuys" userId="3a5f2381-bfec-4201-a756-209c337ec2cb" providerId="ADAL" clId="{564017DB-5763-40AF-B372-6D869B93E7DC}" dt="2025-10-16T11:11:00.323" v="543" actId="6264"/>
          <ac:spMkLst>
            <pc:docMk/>
            <pc:sldMk cId="3006021234" sldId="970"/>
            <ac:spMk id="2" creationId="{53D28347-F0AA-2FEA-AB0E-373A1F8ECBC0}"/>
          </ac:spMkLst>
        </pc:spChg>
        <pc:spChg chg="add del mod">
          <ac:chgData name="Vanessa Bonthuys" userId="3a5f2381-bfec-4201-a756-209c337ec2cb" providerId="ADAL" clId="{564017DB-5763-40AF-B372-6D869B93E7DC}" dt="2025-10-16T11:11:00.323" v="543" actId="6264"/>
          <ac:spMkLst>
            <pc:docMk/>
            <pc:sldMk cId="3006021234" sldId="970"/>
            <ac:spMk id="3" creationId="{E8FEF1EA-174E-7962-0814-A9B706984771}"/>
          </ac:spMkLst>
        </pc:spChg>
        <pc:spChg chg="mod ord">
          <ac:chgData name="Vanessa Bonthuys" userId="3a5f2381-bfec-4201-a756-209c337ec2cb" providerId="ADAL" clId="{564017DB-5763-40AF-B372-6D869B93E7DC}" dt="2025-10-16T11:11:00.323" v="543" actId="6264"/>
          <ac:spMkLst>
            <pc:docMk/>
            <pc:sldMk cId="3006021234" sldId="970"/>
            <ac:spMk id="5" creationId="{D6926893-1C66-53A2-BABB-7BED008B292E}"/>
          </ac:spMkLst>
        </pc:spChg>
        <pc:grpChg chg="mod">
          <ac:chgData name="Vanessa Bonthuys" userId="3a5f2381-bfec-4201-a756-209c337ec2cb" providerId="ADAL" clId="{564017DB-5763-40AF-B372-6D869B93E7DC}" dt="2025-10-16T08:20:13.893" v="298" actId="962"/>
          <ac:grpSpMkLst>
            <pc:docMk/>
            <pc:sldMk cId="3006021234" sldId="970"/>
            <ac:grpSpMk id="4" creationId="{C0993173-51DD-A278-D709-6CC15155BF0C}"/>
          </ac:grpSpMkLst>
        </pc:grpChg>
        <pc:grpChg chg="mod">
          <ac:chgData name="Vanessa Bonthuys" userId="3a5f2381-bfec-4201-a756-209c337ec2cb" providerId="ADAL" clId="{564017DB-5763-40AF-B372-6D869B93E7DC}" dt="2025-10-16T08:20:20.521" v="300" actId="962"/>
          <ac:grpSpMkLst>
            <pc:docMk/>
            <pc:sldMk cId="3006021234" sldId="970"/>
            <ac:grpSpMk id="6" creationId="{C1C8D2F3-0D7D-4CD7-88AB-A2A8AB23932E}"/>
          </ac:grpSpMkLst>
        </pc:grpChg>
      </pc:sldChg>
      <pc:sldChg chg="modSp mod">
        <pc:chgData name="Vanessa Bonthuys" userId="3a5f2381-bfec-4201-a756-209c337ec2cb" providerId="ADAL" clId="{564017DB-5763-40AF-B372-6D869B93E7DC}" dt="2025-10-16T08:28:39.941" v="474" actId="33553"/>
        <pc:sldMkLst>
          <pc:docMk/>
          <pc:sldMk cId="2335211409" sldId="971"/>
        </pc:sldMkLst>
        <pc:spChg chg="mod">
          <ac:chgData name="Vanessa Bonthuys" userId="3a5f2381-bfec-4201-a756-209c337ec2cb" providerId="ADAL" clId="{564017DB-5763-40AF-B372-6D869B93E7DC}" dt="2025-10-16T08:28:39.941" v="474" actId="33553"/>
          <ac:spMkLst>
            <pc:docMk/>
            <pc:sldMk cId="2335211409" sldId="971"/>
            <ac:spMk id="5" creationId="{D6926893-1C66-53A2-BABB-7BED008B292E}"/>
          </ac:spMkLst>
        </pc:spChg>
        <pc:graphicFrameChg chg="modGraphic">
          <ac:chgData name="Vanessa Bonthuys" userId="3a5f2381-bfec-4201-a756-209c337ec2cb" providerId="ADAL" clId="{564017DB-5763-40AF-B372-6D869B93E7DC}" dt="2025-10-16T08:25:41.037" v="400" actId="13238"/>
          <ac:graphicFrameMkLst>
            <pc:docMk/>
            <pc:sldMk cId="2335211409" sldId="971"/>
            <ac:graphicFrameMk id="7" creationId="{72746223-5F1E-6A77-8955-3ECFC48F8F30}"/>
          </ac:graphicFrameMkLst>
        </pc:graphicFrameChg>
        <pc:picChg chg="mod">
          <ac:chgData name="Vanessa Bonthuys" userId="3a5f2381-bfec-4201-a756-209c337ec2cb" providerId="ADAL" clId="{564017DB-5763-40AF-B372-6D869B93E7DC}" dt="2025-10-16T08:17:32.427" v="264" actId="962"/>
          <ac:picMkLst>
            <pc:docMk/>
            <pc:sldMk cId="2335211409" sldId="971"/>
            <ac:picMk id="4" creationId="{2D58C005-7751-A38A-0AAD-47DBC37888CF}"/>
          </ac:picMkLst>
        </pc:picChg>
      </pc:sldChg>
      <pc:sldChg chg="delSp modSp mod">
        <pc:chgData name="Vanessa Bonthuys" userId="3a5f2381-bfec-4201-a756-209c337ec2cb" providerId="ADAL" clId="{564017DB-5763-40AF-B372-6D869B93E7DC}" dt="2025-10-16T08:28:29.767" v="471" actId="33553"/>
        <pc:sldMkLst>
          <pc:docMk/>
          <pc:sldMk cId="1554129767" sldId="972"/>
        </pc:sldMkLst>
        <pc:spChg chg="mod">
          <ac:chgData name="Vanessa Bonthuys" userId="3a5f2381-bfec-4201-a756-209c337ec2cb" providerId="ADAL" clId="{564017DB-5763-40AF-B372-6D869B93E7DC}" dt="2025-10-16T08:28:29.767" v="471" actId="33553"/>
          <ac:spMkLst>
            <pc:docMk/>
            <pc:sldMk cId="1554129767" sldId="972"/>
            <ac:spMk id="4" creationId="{630E30E7-E805-987B-6BE3-FA4CC3C6B35F}"/>
          </ac:spMkLst>
        </pc:spChg>
        <pc:spChg chg="del">
          <ac:chgData name="Vanessa Bonthuys" userId="3a5f2381-bfec-4201-a756-209c337ec2cb" providerId="ADAL" clId="{564017DB-5763-40AF-B372-6D869B93E7DC}" dt="2025-10-16T08:17:09.463" v="255" actId="478"/>
          <ac:spMkLst>
            <pc:docMk/>
            <pc:sldMk cId="1554129767" sldId="972"/>
            <ac:spMk id="7" creationId="{A6A76EAF-2810-BFD4-1A93-722A3C0781E2}"/>
          </ac:spMkLst>
        </pc:spChg>
        <pc:spChg chg="del">
          <ac:chgData name="Vanessa Bonthuys" userId="3a5f2381-bfec-4201-a756-209c337ec2cb" providerId="ADAL" clId="{564017DB-5763-40AF-B372-6D869B93E7DC}" dt="2025-10-16T08:17:16.666" v="256" actId="478"/>
          <ac:spMkLst>
            <pc:docMk/>
            <pc:sldMk cId="1554129767" sldId="972"/>
            <ac:spMk id="12" creationId="{824F77F8-0A43-CB1C-D9E7-4BEC69FA6C8A}"/>
          </ac:spMkLst>
        </pc:spChg>
      </pc:sldChg>
      <pc:sldChg chg="delSp modSp mod">
        <pc:chgData name="Vanessa Bonthuys" userId="3a5f2381-bfec-4201-a756-209c337ec2cb" providerId="ADAL" clId="{564017DB-5763-40AF-B372-6D869B93E7DC}" dt="2025-10-16T08:28:44.551" v="476" actId="33553"/>
        <pc:sldMkLst>
          <pc:docMk/>
          <pc:sldMk cId="1200946187" sldId="974"/>
        </pc:sldMkLst>
        <pc:spChg chg="del mod">
          <ac:chgData name="Vanessa Bonthuys" userId="3a5f2381-bfec-4201-a756-209c337ec2cb" providerId="ADAL" clId="{564017DB-5763-40AF-B372-6D869B93E7DC}" dt="2025-10-16T08:17:35.778" v="266" actId="478"/>
          <ac:spMkLst>
            <pc:docMk/>
            <pc:sldMk cId="1200946187" sldId="974"/>
            <ac:spMk id="4" creationId="{8841DB77-CD53-1357-9AAD-56440D0922EC}"/>
          </ac:spMkLst>
        </pc:spChg>
        <pc:spChg chg="mod">
          <ac:chgData name="Vanessa Bonthuys" userId="3a5f2381-bfec-4201-a756-209c337ec2cb" providerId="ADAL" clId="{564017DB-5763-40AF-B372-6D869B93E7DC}" dt="2025-10-16T08:28:44.551" v="476" actId="33553"/>
          <ac:spMkLst>
            <pc:docMk/>
            <pc:sldMk cId="1200946187" sldId="974"/>
            <ac:spMk id="25" creationId="{0F787AAD-DE73-CDBA-0087-7BE92452D35C}"/>
          </ac:spMkLst>
        </pc:spChg>
        <pc:graphicFrameChg chg="modGraphic">
          <ac:chgData name="Vanessa Bonthuys" userId="3a5f2381-bfec-4201-a756-209c337ec2cb" providerId="ADAL" clId="{564017DB-5763-40AF-B372-6D869B93E7DC}" dt="2025-10-16T08:25:41.289" v="401" actId="13238"/>
          <ac:graphicFrameMkLst>
            <pc:docMk/>
            <pc:sldMk cId="1200946187" sldId="974"/>
            <ac:graphicFrameMk id="5" creationId="{4D8F2B96-6FB3-EF97-B17E-25BAF1BB49CF}"/>
          </ac:graphicFrameMkLst>
        </pc:graphicFrameChg>
        <pc:graphicFrameChg chg="modGraphic">
          <ac:chgData name="Vanessa Bonthuys" userId="3a5f2381-bfec-4201-a756-209c337ec2cb" providerId="ADAL" clId="{564017DB-5763-40AF-B372-6D869B93E7DC}" dt="2025-10-16T08:25:42.771" v="406" actId="13238"/>
          <ac:graphicFrameMkLst>
            <pc:docMk/>
            <pc:sldMk cId="1200946187" sldId="974"/>
            <ac:graphicFrameMk id="7" creationId="{CDE82CE4-117E-046D-F850-EC9D55820B3A}"/>
          </ac:graphicFrameMkLst>
        </pc:graphicFrameChg>
      </pc:sldChg>
      <pc:sldChg chg="addSp delSp modSp mod">
        <pc:chgData name="Vanessa Bonthuys" userId="3a5f2381-bfec-4201-a756-209c337ec2cb" providerId="ADAL" clId="{564017DB-5763-40AF-B372-6D869B93E7DC}" dt="2025-10-16T08:28:47.068" v="477" actId="33553"/>
        <pc:sldMkLst>
          <pc:docMk/>
          <pc:sldMk cId="3695392929" sldId="975"/>
        </pc:sldMkLst>
        <pc:spChg chg="add del mod">
          <ac:chgData name="Vanessa Bonthuys" userId="3a5f2381-bfec-4201-a756-209c337ec2cb" providerId="ADAL" clId="{564017DB-5763-40AF-B372-6D869B93E7DC}" dt="2025-10-16T08:18:05.004" v="272" actId="478"/>
          <ac:spMkLst>
            <pc:docMk/>
            <pc:sldMk cId="3695392929" sldId="975"/>
            <ac:spMk id="4" creationId="{8841DB77-CD53-1357-9AAD-56440D0922EC}"/>
          </ac:spMkLst>
        </pc:spChg>
        <pc:spChg chg="mod">
          <ac:chgData name="Vanessa Bonthuys" userId="3a5f2381-bfec-4201-a756-209c337ec2cb" providerId="ADAL" clId="{564017DB-5763-40AF-B372-6D869B93E7DC}" dt="2025-10-16T08:28:47.068" v="477" actId="33553"/>
          <ac:spMkLst>
            <pc:docMk/>
            <pc:sldMk cId="3695392929" sldId="975"/>
            <ac:spMk id="25" creationId="{0F787AAD-DE73-CDBA-0087-7BE92452D35C}"/>
          </ac:spMkLst>
        </pc:spChg>
        <pc:grpChg chg="mod">
          <ac:chgData name="Vanessa Bonthuys" userId="3a5f2381-bfec-4201-a756-209c337ec2cb" providerId="ADAL" clId="{564017DB-5763-40AF-B372-6D869B93E7DC}" dt="2025-10-16T08:18:17.970" v="274" actId="962"/>
          <ac:grpSpMkLst>
            <pc:docMk/>
            <pc:sldMk cId="3695392929" sldId="975"/>
            <ac:grpSpMk id="10" creationId="{CEC91C68-DFC0-4295-B394-CEB60047FA07}"/>
          </ac:grpSpMkLst>
        </pc:grpChg>
        <pc:graphicFrameChg chg="modGraphic">
          <ac:chgData name="Vanessa Bonthuys" userId="3a5f2381-bfec-4201-a756-209c337ec2cb" providerId="ADAL" clId="{564017DB-5763-40AF-B372-6D869B93E7DC}" dt="2025-10-16T08:25:43.494" v="409" actId="13238"/>
          <ac:graphicFrameMkLst>
            <pc:docMk/>
            <pc:sldMk cId="3695392929" sldId="975"/>
            <ac:graphicFrameMk id="5" creationId="{4D8F2B96-6FB3-EF97-B17E-25BAF1BB49CF}"/>
          </ac:graphicFrameMkLst>
        </pc:graphicFrameChg>
        <pc:graphicFrameChg chg="modGraphic">
          <ac:chgData name="Vanessa Bonthuys" userId="3a5f2381-bfec-4201-a756-209c337ec2cb" providerId="ADAL" clId="{564017DB-5763-40AF-B372-6D869B93E7DC}" dt="2025-10-16T08:25:43.735" v="410" actId="13238"/>
          <ac:graphicFrameMkLst>
            <pc:docMk/>
            <pc:sldMk cId="3695392929" sldId="975"/>
            <ac:graphicFrameMk id="7" creationId="{CDE82CE4-117E-046D-F850-EC9D55820B3A}"/>
          </ac:graphicFrameMkLst>
        </pc:graphicFrameChg>
      </pc:sldChg>
      <pc:sldChg chg="delSp modSp mod">
        <pc:chgData name="Vanessa Bonthuys" userId="3a5f2381-bfec-4201-a756-209c337ec2cb" providerId="ADAL" clId="{564017DB-5763-40AF-B372-6D869B93E7DC}" dt="2025-10-16T11:20:47.380" v="588" actId="20577"/>
        <pc:sldMkLst>
          <pc:docMk/>
          <pc:sldMk cId="2903910437" sldId="976"/>
        </pc:sldMkLst>
        <pc:spChg chg="del mod">
          <ac:chgData name="Vanessa Bonthuys" userId="3a5f2381-bfec-4201-a756-209c337ec2cb" providerId="ADAL" clId="{564017DB-5763-40AF-B372-6D869B93E7DC}" dt="2025-10-16T08:18:21.579" v="276" actId="478"/>
          <ac:spMkLst>
            <pc:docMk/>
            <pc:sldMk cId="2903910437" sldId="976"/>
            <ac:spMk id="4" creationId="{8841DB77-CD53-1357-9AAD-56440D0922EC}"/>
          </ac:spMkLst>
        </pc:spChg>
        <pc:spChg chg="del">
          <ac:chgData name="Vanessa Bonthuys" userId="3a5f2381-bfec-4201-a756-209c337ec2cb" providerId="ADAL" clId="{564017DB-5763-40AF-B372-6D869B93E7DC}" dt="2025-10-16T11:10:10.287" v="540" actId="478"/>
          <ac:spMkLst>
            <pc:docMk/>
            <pc:sldMk cId="2903910437" sldId="976"/>
            <ac:spMk id="15" creationId="{E4C9329D-FB3C-88E5-8178-BD27280E353B}"/>
          </ac:spMkLst>
        </pc:spChg>
        <pc:spChg chg="del mod">
          <ac:chgData name="Vanessa Bonthuys" userId="3a5f2381-bfec-4201-a756-209c337ec2cb" providerId="ADAL" clId="{564017DB-5763-40AF-B372-6D869B93E7DC}" dt="2025-10-16T08:18:51.587" v="281" actId="478"/>
          <ac:spMkLst>
            <pc:docMk/>
            <pc:sldMk cId="2903910437" sldId="976"/>
            <ac:spMk id="16" creationId="{857BB1CC-F9BA-03C9-D17F-53CA90E63A24}"/>
          </ac:spMkLst>
        </pc:spChg>
        <pc:spChg chg="mod">
          <ac:chgData name="Vanessa Bonthuys" userId="3a5f2381-bfec-4201-a756-209c337ec2cb" providerId="ADAL" clId="{564017DB-5763-40AF-B372-6D869B93E7DC}" dt="2025-10-16T11:20:47.380" v="588" actId="20577"/>
          <ac:spMkLst>
            <pc:docMk/>
            <pc:sldMk cId="2903910437" sldId="976"/>
            <ac:spMk id="25" creationId="{0F787AAD-DE73-CDBA-0087-7BE92452D35C}"/>
          </ac:spMkLst>
        </pc:spChg>
        <pc:grpChg chg="mod">
          <ac:chgData name="Vanessa Bonthuys" userId="3a5f2381-bfec-4201-a756-209c337ec2cb" providerId="ADAL" clId="{564017DB-5763-40AF-B372-6D869B93E7DC}" dt="2025-10-16T08:18:40.178" v="279" actId="962"/>
          <ac:grpSpMkLst>
            <pc:docMk/>
            <pc:sldMk cId="2903910437" sldId="976"/>
            <ac:grpSpMk id="10" creationId="{CEC91C68-DFC0-4295-B394-CEB60047FA07}"/>
          </ac:grpSpMkLst>
        </pc:grpChg>
        <pc:graphicFrameChg chg="modGraphic">
          <ac:chgData name="Vanessa Bonthuys" userId="3a5f2381-bfec-4201-a756-209c337ec2cb" providerId="ADAL" clId="{564017DB-5763-40AF-B372-6D869B93E7DC}" dt="2025-10-16T08:25:43.956" v="411" actId="13238"/>
          <ac:graphicFrameMkLst>
            <pc:docMk/>
            <pc:sldMk cId="2903910437" sldId="976"/>
            <ac:graphicFrameMk id="18" creationId="{09AD13BB-8767-6898-8A4A-CF1A0DD6E7E1}"/>
          </ac:graphicFrameMkLst>
        </pc:graphicFrameChg>
      </pc:sldChg>
      <pc:sldChg chg="delSp modSp mod">
        <pc:chgData name="Vanessa Bonthuys" userId="3a5f2381-bfec-4201-a756-209c337ec2cb" providerId="ADAL" clId="{564017DB-5763-40AF-B372-6D869B93E7DC}" dt="2025-10-16T11:20:53.691" v="590" actId="20577"/>
        <pc:sldMkLst>
          <pc:docMk/>
          <pc:sldMk cId="1978594760" sldId="977"/>
        </pc:sldMkLst>
        <pc:spChg chg="del mod">
          <ac:chgData name="Vanessa Bonthuys" userId="3a5f2381-bfec-4201-a756-209c337ec2cb" providerId="ADAL" clId="{564017DB-5763-40AF-B372-6D869B93E7DC}" dt="2025-10-16T08:18:57.507" v="283" actId="478"/>
          <ac:spMkLst>
            <pc:docMk/>
            <pc:sldMk cId="1978594760" sldId="977"/>
            <ac:spMk id="4" creationId="{8841DB77-CD53-1357-9AAD-56440D0922EC}"/>
          </ac:spMkLst>
        </pc:spChg>
        <pc:spChg chg="del">
          <ac:chgData name="Vanessa Bonthuys" userId="3a5f2381-bfec-4201-a756-209c337ec2cb" providerId="ADAL" clId="{564017DB-5763-40AF-B372-6D869B93E7DC}" dt="2025-10-16T11:10:26.859" v="541" actId="478"/>
          <ac:spMkLst>
            <pc:docMk/>
            <pc:sldMk cId="1978594760" sldId="977"/>
            <ac:spMk id="15" creationId="{E4C9329D-FB3C-88E5-8178-BD27280E353B}"/>
          </ac:spMkLst>
        </pc:spChg>
        <pc:spChg chg="del">
          <ac:chgData name="Vanessa Bonthuys" userId="3a5f2381-bfec-4201-a756-209c337ec2cb" providerId="ADAL" clId="{564017DB-5763-40AF-B372-6D869B93E7DC}" dt="2025-10-16T08:19:03.270" v="284" actId="478"/>
          <ac:spMkLst>
            <pc:docMk/>
            <pc:sldMk cId="1978594760" sldId="977"/>
            <ac:spMk id="16" creationId="{857BB1CC-F9BA-03C9-D17F-53CA90E63A24}"/>
          </ac:spMkLst>
        </pc:spChg>
        <pc:spChg chg="mod">
          <ac:chgData name="Vanessa Bonthuys" userId="3a5f2381-bfec-4201-a756-209c337ec2cb" providerId="ADAL" clId="{564017DB-5763-40AF-B372-6D869B93E7DC}" dt="2025-10-16T11:20:53.691" v="590" actId="20577"/>
          <ac:spMkLst>
            <pc:docMk/>
            <pc:sldMk cId="1978594760" sldId="977"/>
            <ac:spMk id="25" creationId="{0F787AAD-DE73-CDBA-0087-7BE92452D35C}"/>
          </ac:spMkLst>
        </pc:spChg>
        <pc:grpChg chg="mod">
          <ac:chgData name="Vanessa Bonthuys" userId="3a5f2381-bfec-4201-a756-209c337ec2cb" providerId="ADAL" clId="{564017DB-5763-40AF-B372-6D869B93E7DC}" dt="2025-10-16T08:19:11.905" v="286" actId="962"/>
          <ac:grpSpMkLst>
            <pc:docMk/>
            <pc:sldMk cId="1978594760" sldId="977"/>
            <ac:grpSpMk id="6" creationId="{3229DA1C-643F-1885-C4C8-D4B50F52EA1E}"/>
          </ac:grpSpMkLst>
        </pc:grpChg>
        <pc:graphicFrameChg chg="modGraphic">
          <ac:chgData name="Vanessa Bonthuys" userId="3a5f2381-bfec-4201-a756-209c337ec2cb" providerId="ADAL" clId="{564017DB-5763-40AF-B372-6D869B93E7DC}" dt="2025-10-16T08:25:44.203" v="412" actId="13238"/>
          <ac:graphicFrameMkLst>
            <pc:docMk/>
            <pc:sldMk cId="1978594760" sldId="977"/>
            <ac:graphicFrameMk id="23" creationId="{CFCA7C61-EDBF-F476-E6F1-1A6D66EB3FD6}"/>
          </ac:graphicFrameMkLst>
        </pc:graphicFrameChg>
      </pc:sldChg>
      <pc:sldChg chg="delSp modSp mod">
        <pc:chgData name="Vanessa Bonthuys" userId="3a5f2381-bfec-4201-a756-209c337ec2cb" providerId="ADAL" clId="{564017DB-5763-40AF-B372-6D869B93E7DC}" dt="2025-10-16T11:10:31.329" v="542" actId="478"/>
        <pc:sldMkLst>
          <pc:docMk/>
          <pc:sldMk cId="190815250" sldId="978"/>
        </pc:sldMkLst>
        <pc:spChg chg="del mod">
          <ac:chgData name="Vanessa Bonthuys" userId="3a5f2381-bfec-4201-a756-209c337ec2cb" providerId="ADAL" clId="{564017DB-5763-40AF-B372-6D869B93E7DC}" dt="2025-10-16T08:19:15.660" v="288" actId="478"/>
          <ac:spMkLst>
            <pc:docMk/>
            <pc:sldMk cId="190815250" sldId="978"/>
            <ac:spMk id="4" creationId="{8841DB77-CD53-1357-9AAD-56440D0922EC}"/>
          </ac:spMkLst>
        </pc:spChg>
        <pc:spChg chg="del">
          <ac:chgData name="Vanessa Bonthuys" userId="3a5f2381-bfec-4201-a756-209c337ec2cb" providerId="ADAL" clId="{564017DB-5763-40AF-B372-6D869B93E7DC}" dt="2025-10-16T08:19:31.898" v="290" actId="478"/>
          <ac:spMkLst>
            <pc:docMk/>
            <pc:sldMk cId="190815250" sldId="978"/>
            <ac:spMk id="11" creationId="{5470BBB2-25CF-B15F-D129-0DEF621C718D}"/>
          </ac:spMkLst>
        </pc:spChg>
        <pc:spChg chg="del">
          <ac:chgData name="Vanessa Bonthuys" userId="3a5f2381-bfec-4201-a756-209c337ec2cb" providerId="ADAL" clId="{564017DB-5763-40AF-B372-6D869B93E7DC}" dt="2025-10-16T11:10:31.329" v="542" actId="478"/>
          <ac:spMkLst>
            <pc:docMk/>
            <pc:sldMk cId="190815250" sldId="978"/>
            <ac:spMk id="15" creationId="{E4C9329D-FB3C-88E5-8178-BD27280E353B}"/>
          </ac:spMkLst>
        </pc:spChg>
        <pc:spChg chg="del">
          <ac:chgData name="Vanessa Bonthuys" userId="3a5f2381-bfec-4201-a756-209c337ec2cb" providerId="ADAL" clId="{564017DB-5763-40AF-B372-6D869B93E7DC}" dt="2025-10-16T08:19:28.139" v="289" actId="478"/>
          <ac:spMkLst>
            <pc:docMk/>
            <pc:sldMk cId="190815250" sldId="978"/>
            <ac:spMk id="16" creationId="{857BB1CC-F9BA-03C9-D17F-53CA90E63A24}"/>
          </ac:spMkLst>
        </pc:spChg>
        <pc:spChg chg="mod">
          <ac:chgData name="Vanessa Bonthuys" userId="3a5f2381-bfec-4201-a756-209c337ec2cb" providerId="ADAL" clId="{564017DB-5763-40AF-B372-6D869B93E7DC}" dt="2025-10-16T08:28:54.977" v="480" actId="33553"/>
          <ac:spMkLst>
            <pc:docMk/>
            <pc:sldMk cId="190815250" sldId="978"/>
            <ac:spMk id="25" creationId="{0F787AAD-DE73-CDBA-0087-7BE92452D35C}"/>
          </ac:spMkLst>
        </pc:spChg>
        <pc:spChg chg="mod">
          <ac:chgData name="Vanessa Bonthuys" userId="3a5f2381-bfec-4201-a756-209c337ec2cb" providerId="ADAL" clId="{564017DB-5763-40AF-B372-6D869B93E7DC}" dt="2025-10-16T08:19:45.746" v="294" actId="962"/>
          <ac:spMkLst>
            <pc:docMk/>
            <pc:sldMk cId="190815250" sldId="978"/>
            <ac:spMk id="28" creationId="{7E5BBDE0-D083-7F86-2905-343C59F7C768}"/>
          </ac:spMkLst>
        </pc:spChg>
        <pc:grpChg chg="mod">
          <ac:chgData name="Vanessa Bonthuys" userId="3a5f2381-bfec-4201-a756-209c337ec2cb" providerId="ADAL" clId="{564017DB-5763-40AF-B372-6D869B93E7DC}" dt="2025-10-16T08:19:39.892" v="292" actId="962"/>
          <ac:grpSpMkLst>
            <pc:docMk/>
            <pc:sldMk cId="190815250" sldId="978"/>
            <ac:grpSpMk id="17" creationId="{E861EAFB-1797-0529-6A31-44E73A808A8B}"/>
          </ac:grpSpMkLst>
        </pc:grpChg>
        <pc:graphicFrameChg chg="modGraphic">
          <ac:chgData name="Vanessa Bonthuys" userId="3a5f2381-bfec-4201-a756-209c337ec2cb" providerId="ADAL" clId="{564017DB-5763-40AF-B372-6D869B93E7DC}" dt="2025-10-16T08:25:44.922" v="415" actId="13238"/>
          <ac:graphicFrameMkLst>
            <pc:docMk/>
            <pc:sldMk cId="190815250" sldId="978"/>
            <ac:graphicFrameMk id="12" creationId="{EA797F68-6BDC-B1A6-D097-BFDE71699DD6}"/>
          </ac:graphicFrameMkLst>
        </pc:graphicFrameChg>
      </pc:sldChg>
      <pc:sldChg chg="delSp modSp mod">
        <pc:chgData name="Vanessa Bonthuys" userId="3a5f2381-bfec-4201-a756-209c337ec2cb" providerId="ADAL" clId="{564017DB-5763-40AF-B372-6D869B93E7DC}" dt="2025-10-16T08:29:05.018" v="484" actId="33553"/>
        <pc:sldMkLst>
          <pc:docMk/>
          <pc:sldMk cId="2591133074" sldId="979"/>
        </pc:sldMkLst>
        <pc:spChg chg="mod">
          <ac:chgData name="Vanessa Bonthuys" userId="3a5f2381-bfec-4201-a756-209c337ec2cb" providerId="ADAL" clId="{564017DB-5763-40AF-B372-6D869B93E7DC}" dt="2025-10-16T08:29:05.018" v="484" actId="33553"/>
          <ac:spMkLst>
            <pc:docMk/>
            <pc:sldMk cId="2591133074" sldId="979"/>
            <ac:spMk id="5" creationId="{D6926893-1C66-53A2-BABB-7BED008B292E}"/>
          </ac:spMkLst>
        </pc:spChg>
        <pc:spChg chg="del mod">
          <ac:chgData name="Vanessa Bonthuys" userId="3a5f2381-bfec-4201-a756-209c337ec2cb" providerId="ADAL" clId="{564017DB-5763-40AF-B372-6D869B93E7DC}" dt="2025-10-16T08:20:42.258" v="307" actId="478"/>
          <ac:spMkLst>
            <pc:docMk/>
            <pc:sldMk cId="2591133074" sldId="979"/>
            <ac:spMk id="6" creationId="{19293DC0-E290-9271-7124-9BA971418680}"/>
          </ac:spMkLst>
        </pc:spChg>
        <pc:grpChg chg="mod">
          <ac:chgData name="Vanessa Bonthuys" userId="3a5f2381-bfec-4201-a756-209c337ec2cb" providerId="ADAL" clId="{564017DB-5763-40AF-B372-6D869B93E7DC}" dt="2025-10-16T08:20:59.408" v="310" actId="962"/>
          <ac:grpSpMkLst>
            <pc:docMk/>
            <pc:sldMk cId="2591133074" sldId="979"/>
            <ac:grpSpMk id="8" creationId="{00F91487-334B-E3E1-F6DA-843FEDBD82CD}"/>
          </ac:grpSpMkLst>
        </pc:grpChg>
        <pc:grpChg chg="mod">
          <ac:chgData name="Vanessa Bonthuys" userId="3a5f2381-bfec-4201-a756-209c337ec2cb" providerId="ADAL" clId="{564017DB-5763-40AF-B372-6D869B93E7DC}" dt="2025-10-16T08:21:14.275" v="316" actId="962"/>
          <ac:grpSpMkLst>
            <pc:docMk/>
            <pc:sldMk cId="2591133074" sldId="979"/>
            <ac:grpSpMk id="17" creationId="{69EA3083-09E9-36BD-8C4D-6EB899E9165B}"/>
          </ac:grpSpMkLst>
        </pc:grpChg>
        <pc:picChg chg="mod">
          <ac:chgData name="Vanessa Bonthuys" userId="3a5f2381-bfec-4201-a756-209c337ec2cb" providerId="ADAL" clId="{564017DB-5763-40AF-B372-6D869B93E7DC}" dt="2025-10-16T08:21:04.266" v="312" actId="962"/>
          <ac:picMkLst>
            <pc:docMk/>
            <pc:sldMk cId="2591133074" sldId="979"/>
            <ac:picMk id="15" creationId="{B562082C-C474-C527-8E3A-78DE324308BC}"/>
          </ac:picMkLst>
        </pc:picChg>
        <pc:picChg chg="mod">
          <ac:chgData name="Vanessa Bonthuys" userId="3a5f2381-bfec-4201-a756-209c337ec2cb" providerId="ADAL" clId="{564017DB-5763-40AF-B372-6D869B93E7DC}" dt="2025-10-16T08:21:05.060" v="314" actId="962"/>
          <ac:picMkLst>
            <pc:docMk/>
            <pc:sldMk cId="2591133074" sldId="979"/>
            <ac:picMk id="16" creationId="{FBD2A866-944E-225F-6392-56680D50B7DC}"/>
          </ac:picMkLst>
        </pc:picChg>
      </pc:sldChg>
      <pc:sldChg chg="delSp modSp mod">
        <pc:chgData name="Vanessa Bonthuys" userId="3a5f2381-bfec-4201-a756-209c337ec2cb" providerId="ADAL" clId="{564017DB-5763-40AF-B372-6D869B93E7DC}" dt="2025-10-16T08:29:07.503" v="485" actId="33553"/>
        <pc:sldMkLst>
          <pc:docMk/>
          <pc:sldMk cId="3697899308" sldId="980"/>
        </pc:sldMkLst>
        <pc:spChg chg="mod">
          <ac:chgData name="Vanessa Bonthuys" userId="3a5f2381-bfec-4201-a756-209c337ec2cb" providerId="ADAL" clId="{564017DB-5763-40AF-B372-6D869B93E7DC}" dt="2025-10-16T08:29:07.503" v="485" actId="33553"/>
          <ac:spMkLst>
            <pc:docMk/>
            <pc:sldMk cId="3697899308" sldId="980"/>
            <ac:spMk id="5" creationId="{D6926893-1C66-53A2-BABB-7BED008B292E}"/>
          </ac:spMkLst>
        </pc:spChg>
        <pc:spChg chg="del mod">
          <ac:chgData name="Vanessa Bonthuys" userId="3a5f2381-bfec-4201-a756-209c337ec2cb" providerId="ADAL" clId="{564017DB-5763-40AF-B372-6D869B93E7DC}" dt="2025-10-16T08:21:17.994" v="318" actId="478"/>
          <ac:spMkLst>
            <pc:docMk/>
            <pc:sldMk cId="3697899308" sldId="980"/>
            <ac:spMk id="6" creationId="{19293DC0-E290-9271-7124-9BA971418680}"/>
          </ac:spMkLst>
        </pc:spChg>
        <pc:grpChg chg="mod">
          <ac:chgData name="Vanessa Bonthuys" userId="3a5f2381-bfec-4201-a756-209c337ec2cb" providerId="ADAL" clId="{564017DB-5763-40AF-B372-6D869B93E7DC}" dt="2025-10-16T08:21:32.451" v="321" actId="962"/>
          <ac:grpSpMkLst>
            <pc:docMk/>
            <pc:sldMk cId="3697899308" sldId="980"/>
            <ac:grpSpMk id="25" creationId="{F92FBB34-1DD0-C94E-FA21-2F47E58A96D7}"/>
          </ac:grpSpMkLst>
        </pc:grpChg>
      </pc:sldChg>
      <pc:sldChg chg="delSp modSp mod">
        <pc:chgData name="Vanessa Bonthuys" userId="3a5f2381-bfec-4201-a756-209c337ec2cb" providerId="ADAL" clId="{564017DB-5763-40AF-B372-6D869B93E7DC}" dt="2025-10-16T11:21:22.559" v="592" actId="20577"/>
        <pc:sldMkLst>
          <pc:docMk/>
          <pc:sldMk cId="565904305" sldId="981"/>
        </pc:sldMkLst>
        <pc:spChg chg="del mod">
          <ac:chgData name="Vanessa Bonthuys" userId="3a5f2381-bfec-4201-a756-209c337ec2cb" providerId="ADAL" clId="{564017DB-5763-40AF-B372-6D869B93E7DC}" dt="2025-10-16T08:22:17.002" v="337" actId="478"/>
          <ac:spMkLst>
            <pc:docMk/>
            <pc:sldMk cId="565904305" sldId="981"/>
            <ac:spMk id="4" creationId="{8841DB77-CD53-1357-9AAD-56440D0922EC}"/>
          </ac:spMkLst>
        </pc:spChg>
        <pc:spChg chg="mod">
          <ac:chgData name="Vanessa Bonthuys" userId="3a5f2381-bfec-4201-a756-209c337ec2cb" providerId="ADAL" clId="{564017DB-5763-40AF-B372-6D869B93E7DC}" dt="2025-10-16T11:21:22.559" v="592" actId="20577"/>
          <ac:spMkLst>
            <pc:docMk/>
            <pc:sldMk cId="565904305" sldId="981"/>
            <ac:spMk id="25" creationId="{0F787AAD-DE73-CDBA-0087-7BE92452D35C}"/>
          </ac:spMkLst>
        </pc:spChg>
        <pc:grpChg chg="mod">
          <ac:chgData name="Vanessa Bonthuys" userId="3a5f2381-bfec-4201-a756-209c337ec2cb" providerId="ADAL" clId="{564017DB-5763-40AF-B372-6D869B93E7DC}" dt="2025-10-16T08:22:25.312" v="339" actId="962"/>
          <ac:grpSpMkLst>
            <pc:docMk/>
            <pc:sldMk cId="565904305" sldId="981"/>
            <ac:grpSpMk id="12" creationId="{74AB776E-E1A6-07B8-F351-52B9C09ABE9A}"/>
          </ac:grpSpMkLst>
        </pc:grpChg>
        <pc:graphicFrameChg chg="modGraphic">
          <ac:chgData name="Vanessa Bonthuys" userId="3a5f2381-bfec-4201-a756-209c337ec2cb" providerId="ADAL" clId="{564017DB-5763-40AF-B372-6D869B93E7DC}" dt="2025-10-16T08:25:47.446" v="425" actId="13238"/>
          <ac:graphicFrameMkLst>
            <pc:docMk/>
            <pc:sldMk cId="565904305" sldId="981"/>
            <ac:graphicFrameMk id="5" creationId="{4D8F2B96-6FB3-EF97-B17E-25BAF1BB49CF}"/>
          </ac:graphicFrameMkLst>
        </pc:graphicFrameChg>
        <pc:graphicFrameChg chg="modGraphic">
          <ac:chgData name="Vanessa Bonthuys" userId="3a5f2381-bfec-4201-a756-209c337ec2cb" providerId="ADAL" clId="{564017DB-5763-40AF-B372-6D869B93E7DC}" dt="2025-10-16T08:25:47.695" v="426" actId="13238"/>
          <ac:graphicFrameMkLst>
            <pc:docMk/>
            <pc:sldMk cId="565904305" sldId="981"/>
            <ac:graphicFrameMk id="7" creationId="{CDE82CE4-117E-046D-F850-EC9D55820B3A}"/>
          </ac:graphicFrameMkLst>
        </pc:graphicFrameChg>
      </pc:sldChg>
      <pc:sldChg chg="modSp mod">
        <pc:chgData name="Vanessa Bonthuys" userId="3a5f2381-bfec-4201-a756-209c337ec2cb" providerId="ADAL" clId="{564017DB-5763-40AF-B372-6D869B93E7DC}" dt="2025-10-16T08:29:13.058" v="487" actId="33553"/>
        <pc:sldMkLst>
          <pc:docMk/>
          <pc:sldMk cId="4019634447" sldId="982"/>
        </pc:sldMkLst>
        <pc:spChg chg="mod">
          <ac:chgData name="Vanessa Bonthuys" userId="3a5f2381-bfec-4201-a756-209c337ec2cb" providerId="ADAL" clId="{564017DB-5763-40AF-B372-6D869B93E7DC}" dt="2025-10-16T08:29:13.058" v="487" actId="33553"/>
          <ac:spMkLst>
            <pc:docMk/>
            <pc:sldMk cId="4019634447" sldId="982"/>
            <ac:spMk id="5" creationId="{D6926893-1C66-53A2-BABB-7BED008B292E}"/>
          </ac:spMkLst>
        </pc:spChg>
        <pc:spChg chg="mod">
          <ac:chgData name="Vanessa Bonthuys" userId="3a5f2381-bfec-4201-a756-209c337ec2cb" providerId="ADAL" clId="{564017DB-5763-40AF-B372-6D869B93E7DC}" dt="2025-10-16T08:21:53.841" v="327" actId="962"/>
          <ac:spMkLst>
            <pc:docMk/>
            <pc:sldMk cId="4019634447" sldId="982"/>
            <ac:spMk id="22" creationId="{4D95C8D1-2A88-5266-BB0B-D8674F243717}"/>
          </ac:spMkLst>
        </pc:spChg>
        <pc:grpChg chg="mod">
          <ac:chgData name="Vanessa Bonthuys" userId="3a5f2381-bfec-4201-a756-209c337ec2cb" providerId="ADAL" clId="{564017DB-5763-40AF-B372-6D869B93E7DC}" dt="2025-10-16T08:21:48.859" v="325" actId="962"/>
          <ac:grpSpMkLst>
            <pc:docMk/>
            <pc:sldMk cId="4019634447" sldId="982"/>
            <ac:grpSpMk id="14" creationId="{45CC6F2A-0F18-296D-DA74-6BB3C277A3F2}"/>
          </ac:grpSpMkLst>
        </pc:grpChg>
        <pc:graphicFrameChg chg="modGraphic">
          <ac:chgData name="Vanessa Bonthuys" userId="3a5f2381-bfec-4201-a756-209c337ec2cb" providerId="ADAL" clId="{564017DB-5763-40AF-B372-6D869B93E7DC}" dt="2025-10-16T08:25:46.178" v="420" actId="13238"/>
          <ac:graphicFrameMkLst>
            <pc:docMk/>
            <pc:sldMk cId="4019634447" sldId="982"/>
            <ac:graphicFrameMk id="6" creationId="{001FE1A1-E4D3-1996-A640-1E2FDDF479FC}"/>
          </ac:graphicFrameMkLst>
        </pc:graphicFrameChg>
        <pc:graphicFrameChg chg="modGraphic">
          <ac:chgData name="Vanessa Bonthuys" userId="3a5f2381-bfec-4201-a756-209c337ec2cb" providerId="ADAL" clId="{564017DB-5763-40AF-B372-6D869B93E7DC}" dt="2025-10-16T08:25:46.465" v="421" actId="13238"/>
          <ac:graphicFrameMkLst>
            <pc:docMk/>
            <pc:sldMk cId="4019634447" sldId="982"/>
            <ac:graphicFrameMk id="9" creationId="{D35736B8-DC07-34C0-703B-C146AB01448B}"/>
          </ac:graphicFrameMkLst>
        </pc:graphicFrameChg>
      </pc:sldChg>
      <pc:sldChg chg="delSp modSp mod">
        <pc:chgData name="Vanessa Bonthuys" userId="3a5f2381-bfec-4201-a756-209c337ec2cb" providerId="ADAL" clId="{564017DB-5763-40AF-B372-6D869B93E7DC}" dt="2025-10-16T08:29:23.251" v="491" actId="33553"/>
        <pc:sldMkLst>
          <pc:docMk/>
          <pc:sldMk cId="4149256058" sldId="984"/>
        </pc:sldMkLst>
        <pc:spChg chg="del mod">
          <ac:chgData name="Vanessa Bonthuys" userId="3a5f2381-bfec-4201-a756-209c337ec2cb" providerId="ADAL" clId="{564017DB-5763-40AF-B372-6D869B93E7DC}" dt="2025-10-16T08:22:52.820" v="349" actId="478"/>
          <ac:spMkLst>
            <pc:docMk/>
            <pc:sldMk cId="4149256058" sldId="984"/>
            <ac:spMk id="4" creationId="{8841DB77-CD53-1357-9AAD-56440D0922EC}"/>
          </ac:spMkLst>
        </pc:spChg>
        <pc:spChg chg="mod">
          <ac:chgData name="Vanessa Bonthuys" userId="3a5f2381-bfec-4201-a756-209c337ec2cb" providerId="ADAL" clId="{564017DB-5763-40AF-B372-6D869B93E7DC}" dt="2025-10-16T08:29:23.251" v="491" actId="33553"/>
          <ac:spMkLst>
            <pc:docMk/>
            <pc:sldMk cId="4149256058" sldId="984"/>
            <ac:spMk id="25" creationId="{0F787AAD-DE73-CDBA-0087-7BE92452D35C}"/>
          </ac:spMkLst>
        </pc:spChg>
        <pc:grpChg chg="mod">
          <ac:chgData name="Vanessa Bonthuys" userId="3a5f2381-bfec-4201-a756-209c337ec2cb" providerId="ADAL" clId="{564017DB-5763-40AF-B372-6D869B93E7DC}" dt="2025-10-16T08:23:45.140" v="362" actId="962"/>
          <ac:grpSpMkLst>
            <pc:docMk/>
            <pc:sldMk cId="4149256058" sldId="984"/>
            <ac:grpSpMk id="8" creationId="{D97CD4D2-FA2C-EEE9-AFBF-C7C690E4D51A}"/>
          </ac:grpSpMkLst>
        </pc:grpChg>
        <pc:picChg chg="mod">
          <ac:chgData name="Vanessa Bonthuys" userId="3a5f2381-bfec-4201-a756-209c337ec2cb" providerId="ADAL" clId="{564017DB-5763-40AF-B372-6D869B93E7DC}" dt="2025-10-16T08:23:20.122" v="357" actId="962"/>
          <ac:picMkLst>
            <pc:docMk/>
            <pc:sldMk cId="4149256058" sldId="984"/>
            <ac:picMk id="5" creationId="{FA3BC2B2-FCF6-C613-6E57-86D7F387A58C}"/>
          </ac:picMkLst>
        </pc:picChg>
        <pc:picChg chg="mod">
          <ac:chgData name="Vanessa Bonthuys" userId="3a5f2381-bfec-4201-a756-209c337ec2cb" providerId="ADAL" clId="{564017DB-5763-40AF-B372-6D869B93E7DC}" dt="2025-10-16T08:23:31.873" v="359" actId="962"/>
          <ac:picMkLst>
            <pc:docMk/>
            <pc:sldMk cId="4149256058" sldId="984"/>
            <ac:picMk id="6" creationId="{F644B95E-A1B6-3EE6-67B5-14F161689391}"/>
          </ac:picMkLst>
        </pc:picChg>
      </pc:sldChg>
      <pc:sldChg chg="modSp mod">
        <pc:chgData name="Vanessa Bonthuys" userId="3a5f2381-bfec-4201-a756-209c337ec2cb" providerId="ADAL" clId="{564017DB-5763-40AF-B372-6D869B93E7DC}" dt="2025-10-16T08:29:25.144" v="492" actId="33553"/>
        <pc:sldMkLst>
          <pc:docMk/>
          <pc:sldMk cId="2843783375" sldId="985"/>
        </pc:sldMkLst>
        <pc:spChg chg="mod">
          <ac:chgData name="Vanessa Bonthuys" userId="3a5f2381-bfec-4201-a756-209c337ec2cb" providerId="ADAL" clId="{564017DB-5763-40AF-B372-6D869B93E7DC}" dt="2025-10-16T08:29:25.144" v="492" actId="33553"/>
          <ac:spMkLst>
            <pc:docMk/>
            <pc:sldMk cId="2843783375" sldId="985"/>
            <ac:spMk id="5" creationId="{D6926893-1C66-53A2-BABB-7BED008B292E}"/>
          </ac:spMkLst>
        </pc:spChg>
      </pc:sldChg>
      <pc:sldChg chg="modSp mod">
        <pc:chgData name="Vanessa Bonthuys" userId="3a5f2381-bfec-4201-a756-209c337ec2cb" providerId="ADAL" clId="{564017DB-5763-40AF-B372-6D869B93E7DC}" dt="2025-10-16T08:29:27.623" v="493" actId="33553"/>
        <pc:sldMkLst>
          <pc:docMk/>
          <pc:sldMk cId="2264588312" sldId="986"/>
        </pc:sldMkLst>
        <pc:spChg chg="mod">
          <ac:chgData name="Vanessa Bonthuys" userId="3a5f2381-bfec-4201-a756-209c337ec2cb" providerId="ADAL" clId="{564017DB-5763-40AF-B372-6D869B93E7DC}" dt="2025-10-16T08:29:27.623" v="493" actId="33553"/>
          <ac:spMkLst>
            <pc:docMk/>
            <pc:sldMk cId="2264588312" sldId="986"/>
            <ac:spMk id="5" creationId="{D6926893-1C66-53A2-BABB-7BED008B292E}"/>
          </ac:spMkLst>
        </pc:spChg>
      </pc:sldChg>
      <pc:sldChg chg="modSp mod">
        <pc:chgData name="Vanessa Bonthuys" userId="3a5f2381-bfec-4201-a756-209c337ec2cb" providerId="ADAL" clId="{564017DB-5763-40AF-B372-6D869B93E7DC}" dt="2025-10-16T08:29:29.479" v="494" actId="33553"/>
        <pc:sldMkLst>
          <pc:docMk/>
          <pc:sldMk cId="1656258420" sldId="987"/>
        </pc:sldMkLst>
        <pc:spChg chg="mod">
          <ac:chgData name="Vanessa Bonthuys" userId="3a5f2381-bfec-4201-a756-209c337ec2cb" providerId="ADAL" clId="{564017DB-5763-40AF-B372-6D869B93E7DC}" dt="2025-10-16T08:29:29.479" v="494" actId="33553"/>
          <ac:spMkLst>
            <pc:docMk/>
            <pc:sldMk cId="1656258420" sldId="987"/>
            <ac:spMk id="5" creationId="{D6926893-1C66-53A2-BABB-7BED008B292E}"/>
          </ac:spMkLst>
        </pc:spChg>
        <pc:spChg chg="mod">
          <ac:chgData name="Vanessa Bonthuys" userId="3a5f2381-bfec-4201-a756-209c337ec2cb" providerId="ADAL" clId="{564017DB-5763-40AF-B372-6D869B93E7DC}" dt="2025-10-16T08:23:55.256" v="363" actId="962"/>
          <ac:spMkLst>
            <pc:docMk/>
            <pc:sldMk cId="1656258420" sldId="987"/>
            <ac:spMk id="10" creationId="{A8CDF4E2-D48F-ED0C-8A92-7BDA8BC495B6}"/>
          </ac:spMkLst>
        </pc:spChg>
        <pc:spChg chg="mod">
          <ac:chgData name="Vanessa Bonthuys" userId="3a5f2381-bfec-4201-a756-209c337ec2cb" providerId="ADAL" clId="{564017DB-5763-40AF-B372-6D869B93E7DC}" dt="2025-10-16T08:23:58.170" v="364" actId="962"/>
          <ac:spMkLst>
            <pc:docMk/>
            <pc:sldMk cId="1656258420" sldId="987"/>
            <ac:spMk id="12" creationId="{A56A8ED8-61EA-DEFE-5FFF-6FA7FCB5E500}"/>
          </ac:spMkLst>
        </pc:spChg>
        <pc:spChg chg="mod">
          <ac:chgData name="Vanessa Bonthuys" userId="3a5f2381-bfec-4201-a756-209c337ec2cb" providerId="ADAL" clId="{564017DB-5763-40AF-B372-6D869B93E7DC}" dt="2025-10-16T08:23:59.513" v="365" actId="962"/>
          <ac:spMkLst>
            <pc:docMk/>
            <pc:sldMk cId="1656258420" sldId="987"/>
            <ac:spMk id="14" creationId="{43460049-EE39-423B-4723-9349CA4155F2}"/>
          </ac:spMkLst>
        </pc:spChg>
        <pc:graphicFrameChg chg="modGraphic">
          <ac:chgData name="Vanessa Bonthuys" userId="3a5f2381-bfec-4201-a756-209c337ec2cb" providerId="ADAL" clId="{564017DB-5763-40AF-B372-6D869B93E7DC}" dt="2025-10-16T08:25:51.057" v="430" actId="13238"/>
          <ac:graphicFrameMkLst>
            <pc:docMk/>
            <pc:sldMk cId="1656258420" sldId="987"/>
            <ac:graphicFrameMk id="7" creationId="{46B19923-E96E-0360-B674-97973A777511}"/>
          </ac:graphicFrameMkLst>
        </pc:graphicFrameChg>
      </pc:sldChg>
      <pc:sldChg chg="modSp mod">
        <pc:chgData name="Vanessa Bonthuys" userId="3a5f2381-bfec-4201-a756-209c337ec2cb" providerId="ADAL" clId="{564017DB-5763-40AF-B372-6D869B93E7DC}" dt="2025-10-16T08:29:31.573" v="495" actId="33553"/>
        <pc:sldMkLst>
          <pc:docMk/>
          <pc:sldMk cId="535533053" sldId="988"/>
        </pc:sldMkLst>
        <pc:spChg chg="mod">
          <ac:chgData name="Vanessa Bonthuys" userId="3a5f2381-bfec-4201-a756-209c337ec2cb" providerId="ADAL" clId="{564017DB-5763-40AF-B372-6D869B93E7DC}" dt="2025-10-16T08:29:31.573" v="495" actId="33553"/>
          <ac:spMkLst>
            <pc:docMk/>
            <pc:sldMk cId="535533053" sldId="988"/>
            <ac:spMk id="25" creationId="{694BA2F8-4DC3-D4FE-8F06-1A6DCFEE6918}"/>
          </ac:spMkLst>
        </pc:spChg>
        <pc:spChg chg="mod">
          <ac:chgData name="Vanessa Bonthuys" userId="3a5f2381-bfec-4201-a756-209c337ec2cb" providerId="ADAL" clId="{564017DB-5763-40AF-B372-6D869B93E7DC}" dt="2025-10-16T08:15:07.619" v="214" actId="962"/>
          <ac:spMkLst>
            <pc:docMk/>
            <pc:sldMk cId="535533053" sldId="988"/>
            <ac:spMk id="26" creationId="{D6A19413-2E9A-89CB-A2A6-39EE9EADEBF3}"/>
          </ac:spMkLst>
        </pc:spChg>
        <pc:grpChg chg="mod">
          <ac:chgData name="Vanessa Bonthuys" userId="3a5f2381-bfec-4201-a756-209c337ec2cb" providerId="ADAL" clId="{564017DB-5763-40AF-B372-6D869B93E7DC}" dt="2025-10-16T08:24:07.009" v="367" actId="962"/>
          <ac:grpSpMkLst>
            <pc:docMk/>
            <pc:sldMk cId="535533053" sldId="988"/>
            <ac:grpSpMk id="6" creationId="{4F7F009D-81ED-5079-7E8F-F00D37E98B71}"/>
          </ac:grpSpMkLst>
        </pc:grpChg>
        <pc:graphicFrameChg chg="modGraphic">
          <ac:chgData name="Vanessa Bonthuys" userId="3a5f2381-bfec-4201-a756-209c337ec2cb" providerId="ADAL" clId="{564017DB-5763-40AF-B372-6D869B93E7DC}" dt="2025-10-16T08:25:51.756" v="431" actId="13238"/>
          <ac:graphicFrameMkLst>
            <pc:docMk/>
            <pc:sldMk cId="535533053" sldId="988"/>
            <ac:graphicFrameMk id="28" creationId="{1BD0B609-7C91-F553-0635-C58AFB2F4DE3}"/>
          </ac:graphicFrameMkLst>
        </pc:graphicFrameChg>
      </pc:sldChg>
      <pc:sldChg chg="modSp mod">
        <pc:chgData name="Vanessa Bonthuys" userId="3a5f2381-bfec-4201-a756-209c337ec2cb" providerId="ADAL" clId="{564017DB-5763-40AF-B372-6D869B93E7DC}" dt="2025-10-16T11:09:01.325" v="539" actId="6549"/>
        <pc:sldMkLst>
          <pc:docMk/>
          <pc:sldMk cId="3682560796" sldId="989"/>
        </pc:sldMkLst>
        <pc:spChg chg="mod">
          <ac:chgData name="Vanessa Bonthuys" userId="3a5f2381-bfec-4201-a756-209c337ec2cb" providerId="ADAL" clId="{564017DB-5763-40AF-B372-6D869B93E7DC}" dt="2025-10-16T08:26:40.935" v="439" actId="33553"/>
          <ac:spMkLst>
            <pc:docMk/>
            <pc:sldMk cId="3682560796" sldId="989"/>
            <ac:spMk id="5" creationId="{A04BA1FB-D76C-84FB-3DB1-429BEC055076}"/>
          </ac:spMkLst>
        </pc:spChg>
        <pc:spChg chg="mod">
          <ac:chgData name="Vanessa Bonthuys" userId="3a5f2381-bfec-4201-a756-209c337ec2cb" providerId="ADAL" clId="{564017DB-5763-40AF-B372-6D869B93E7DC}" dt="2025-10-16T11:09:01.325" v="539" actId="6549"/>
          <ac:spMkLst>
            <pc:docMk/>
            <pc:sldMk cId="3682560796" sldId="989"/>
            <ac:spMk id="9" creationId="{E3C855A5-3B20-1841-2678-3DB47FA5E5B4}"/>
          </ac:spMkLst>
        </pc:spChg>
      </pc:sldChg>
      <pc:sldChg chg="delSp modSp mod">
        <pc:chgData name="Vanessa Bonthuys" userId="3a5f2381-bfec-4201-a756-209c337ec2cb" providerId="ADAL" clId="{564017DB-5763-40AF-B372-6D869B93E7DC}" dt="2025-10-16T11:19:38.277" v="582" actId="20577"/>
        <pc:sldMkLst>
          <pc:docMk/>
          <pc:sldMk cId="3743046166" sldId="990"/>
        </pc:sldMkLst>
        <pc:spChg chg="mod">
          <ac:chgData name="Vanessa Bonthuys" userId="3a5f2381-bfec-4201-a756-209c337ec2cb" providerId="ADAL" clId="{564017DB-5763-40AF-B372-6D869B93E7DC}" dt="2025-10-16T11:19:38.277" v="582" actId="20577"/>
          <ac:spMkLst>
            <pc:docMk/>
            <pc:sldMk cId="3743046166" sldId="990"/>
            <ac:spMk id="4" creationId="{630E30E7-E805-987B-6BE3-FA4CC3C6B35F}"/>
          </ac:spMkLst>
        </pc:spChg>
        <pc:spChg chg="del mod">
          <ac:chgData name="Vanessa Bonthuys" userId="3a5f2381-bfec-4201-a756-209c337ec2cb" providerId="ADAL" clId="{564017DB-5763-40AF-B372-6D869B93E7DC}" dt="2025-10-16T08:16:09.202" v="231" actId="478"/>
          <ac:spMkLst>
            <pc:docMk/>
            <pc:sldMk cId="3743046166" sldId="990"/>
            <ac:spMk id="7" creationId="{A6A76EAF-2810-BFD4-1A93-722A3C0781E2}"/>
          </ac:spMkLst>
        </pc:spChg>
        <pc:spChg chg="del mod">
          <ac:chgData name="Vanessa Bonthuys" userId="3a5f2381-bfec-4201-a756-209c337ec2cb" providerId="ADAL" clId="{564017DB-5763-40AF-B372-6D869B93E7DC}" dt="2025-10-16T08:16:14.955" v="233" actId="478"/>
          <ac:spMkLst>
            <pc:docMk/>
            <pc:sldMk cId="3743046166" sldId="990"/>
            <ac:spMk id="12" creationId="{824F77F8-0A43-CB1C-D9E7-4BEC69FA6C8A}"/>
          </ac:spMkLst>
        </pc:spChg>
        <pc:graphicFrameChg chg="modGraphic">
          <ac:chgData name="Vanessa Bonthuys" userId="3a5f2381-bfec-4201-a756-209c337ec2cb" providerId="ADAL" clId="{564017DB-5763-40AF-B372-6D869B93E7DC}" dt="2025-10-16T08:25:06.838" v="394" actId="13238"/>
          <ac:graphicFrameMkLst>
            <pc:docMk/>
            <pc:sldMk cId="3743046166" sldId="990"/>
            <ac:graphicFrameMk id="13" creationId="{633931A6-59B5-F18E-9DA8-54F05C3BEFD1}"/>
          </ac:graphicFrameMkLst>
        </pc:graphicFrameChg>
        <pc:graphicFrameChg chg="modGraphic">
          <ac:chgData name="Vanessa Bonthuys" userId="3a5f2381-bfec-4201-a756-209c337ec2cb" providerId="ADAL" clId="{564017DB-5763-40AF-B372-6D869B93E7DC}" dt="2025-10-16T08:25:37.437" v="395" actId="13238"/>
          <ac:graphicFrameMkLst>
            <pc:docMk/>
            <pc:sldMk cId="3743046166" sldId="990"/>
            <ac:graphicFrameMk id="19" creationId="{4DB61E1C-5800-C977-6859-86C2C2CB46F6}"/>
          </ac:graphicFrameMkLst>
        </pc:graphicFrameChg>
        <pc:picChg chg="mod">
          <ac:chgData name="Vanessa Bonthuys" userId="3a5f2381-bfec-4201-a756-209c337ec2cb" providerId="ADAL" clId="{564017DB-5763-40AF-B372-6D869B93E7DC}" dt="2025-10-16T08:16:20.411" v="235" actId="962"/>
          <ac:picMkLst>
            <pc:docMk/>
            <pc:sldMk cId="3743046166" sldId="990"/>
            <ac:picMk id="6" creationId="{13CF8FB5-AB69-AFED-FB9F-20A01FC47C61}"/>
          </ac:picMkLst>
        </pc:picChg>
      </pc:sldChg>
      <pc:sldChg chg="modSp mod">
        <pc:chgData name="Vanessa Bonthuys" userId="3a5f2381-bfec-4201-a756-209c337ec2cb" providerId="ADAL" clId="{564017DB-5763-40AF-B372-6D869B93E7DC}" dt="2025-10-16T08:26:30.310" v="435" actId="33553"/>
        <pc:sldMkLst>
          <pc:docMk/>
          <pc:sldMk cId="2003554599" sldId="994"/>
        </pc:sldMkLst>
        <pc:spChg chg="mod">
          <ac:chgData name="Vanessa Bonthuys" userId="3a5f2381-bfec-4201-a756-209c337ec2cb" providerId="ADAL" clId="{564017DB-5763-40AF-B372-6D869B93E7DC}" dt="2025-10-16T08:26:30.310" v="435" actId="33553"/>
          <ac:spMkLst>
            <pc:docMk/>
            <pc:sldMk cId="2003554599" sldId="994"/>
            <ac:spMk id="4" creationId="{ABA484AE-A6B6-1E1C-93C8-45A8F392161B}"/>
          </ac:spMkLst>
        </pc:spChg>
        <pc:graphicFrameChg chg="modGraphic">
          <ac:chgData name="Vanessa Bonthuys" userId="3a5f2381-bfec-4201-a756-209c337ec2cb" providerId="ADAL" clId="{564017DB-5763-40AF-B372-6D869B93E7DC}" dt="2025-10-16T08:24:50.543" v="371" actId="13238"/>
          <ac:graphicFrameMkLst>
            <pc:docMk/>
            <pc:sldMk cId="2003554599" sldId="994"/>
            <ac:graphicFrameMk id="5" creationId="{65AA0201-08C2-DBAA-52C4-7C587B7238B9}"/>
          </ac:graphicFrameMkLst>
        </pc:graphicFrameChg>
      </pc:sldChg>
      <pc:sldChg chg="modSp mod">
        <pc:chgData name="Vanessa Bonthuys" userId="3a5f2381-bfec-4201-a756-209c337ec2cb" providerId="ADAL" clId="{564017DB-5763-40AF-B372-6D869B93E7DC}" dt="2025-10-16T08:26:38.823" v="438" actId="33553"/>
        <pc:sldMkLst>
          <pc:docMk/>
          <pc:sldMk cId="3402011534" sldId="995"/>
        </pc:sldMkLst>
        <pc:spChg chg="mod">
          <ac:chgData name="Vanessa Bonthuys" userId="3a5f2381-bfec-4201-a756-209c337ec2cb" providerId="ADAL" clId="{564017DB-5763-40AF-B372-6D869B93E7DC}" dt="2025-10-16T08:26:38.823" v="438" actId="33553"/>
          <ac:spMkLst>
            <pc:docMk/>
            <pc:sldMk cId="3402011534" sldId="995"/>
            <ac:spMk id="5" creationId="{A04BA1FB-D76C-84FB-3DB1-429BEC055076}"/>
          </ac:spMkLst>
        </pc:spChg>
      </pc:sldChg>
      <pc:sldChg chg="modSp mod">
        <pc:chgData name="Vanessa Bonthuys" userId="3a5f2381-bfec-4201-a756-209c337ec2cb" providerId="ADAL" clId="{564017DB-5763-40AF-B372-6D869B93E7DC}" dt="2025-10-16T11:18:18.467" v="568" actId="20577"/>
        <pc:sldMkLst>
          <pc:docMk/>
          <pc:sldMk cId="2852201010" sldId="996"/>
        </pc:sldMkLst>
        <pc:spChg chg="mod">
          <ac:chgData name="Vanessa Bonthuys" userId="3a5f2381-bfec-4201-a756-209c337ec2cb" providerId="ADAL" clId="{564017DB-5763-40AF-B372-6D869B93E7DC}" dt="2025-10-16T11:18:18.467" v="568" actId="20577"/>
          <ac:spMkLst>
            <pc:docMk/>
            <pc:sldMk cId="2852201010" sldId="996"/>
            <ac:spMk id="4" creationId="{630E30E7-E805-987B-6BE3-FA4CC3C6B35F}"/>
          </ac:spMkLst>
        </pc:spChg>
        <pc:spChg chg="mod">
          <ac:chgData name="Vanessa Bonthuys" userId="3a5f2381-bfec-4201-a756-209c337ec2cb" providerId="ADAL" clId="{564017DB-5763-40AF-B372-6D869B93E7DC}" dt="2025-10-16T08:14:25.070" v="193" actId="962"/>
          <ac:spMkLst>
            <pc:docMk/>
            <pc:sldMk cId="2852201010" sldId="996"/>
            <ac:spMk id="12" creationId="{57C9F6E1-173C-A179-279C-572334609227}"/>
          </ac:spMkLst>
        </pc:spChg>
        <pc:graphicFrameChg chg="modGraphic">
          <ac:chgData name="Vanessa Bonthuys" userId="3a5f2381-bfec-4201-a756-209c337ec2cb" providerId="ADAL" clId="{564017DB-5763-40AF-B372-6D869B93E7DC}" dt="2025-10-16T08:24:58.332" v="380" actId="13238"/>
          <ac:graphicFrameMkLst>
            <pc:docMk/>
            <pc:sldMk cId="2852201010" sldId="996"/>
            <ac:graphicFrameMk id="5" creationId="{82AE5B00-CB14-8AF3-E238-E6BB32EC5BD9}"/>
          </ac:graphicFrameMkLst>
        </pc:graphicFrameChg>
        <pc:graphicFrameChg chg="modGraphic">
          <ac:chgData name="Vanessa Bonthuys" userId="3a5f2381-bfec-4201-a756-209c337ec2cb" providerId="ADAL" clId="{564017DB-5763-40AF-B372-6D869B93E7DC}" dt="2025-10-16T08:24:58.934" v="381" actId="13238"/>
          <ac:graphicFrameMkLst>
            <pc:docMk/>
            <pc:sldMk cId="2852201010" sldId="996"/>
            <ac:graphicFrameMk id="11" creationId="{4C96024D-0654-3455-EE24-4022948DF883}"/>
          </ac:graphicFrameMkLst>
        </pc:graphicFrameChg>
      </pc:sldChg>
      <pc:sldChg chg="delSp modSp mod">
        <pc:chgData name="Vanessa Bonthuys" userId="3a5f2381-bfec-4201-a756-209c337ec2cb" providerId="ADAL" clId="{564017DB-5763-40AF-B372-6D869B93E7DC}" dt="2025-10-16T11:19:32.612" v="580" actId="20577"/>
        <pc:sldMkLst>
          <pc:docMk/>
          <pc:sldMk cId="504817510" sldId="1002"/>
        </pc:sldMkLst>
        <pc:spChg chg="mod">
          <ac:chgData name="Vanessa Bonthuys" userId="3a5f2381-bfec-4201-a756-209c337ec2cb" providerId="ADAL" clId="{564017DB-5763-40AF-B372-6D869B93E7DC}" dt="2025-10-16T11:19:32.612" v="580" actId="20577"/>
          <ac:spMkLst>
            <pc:docMk/>
            <pc:sldMk cId="504817510" sldId="1002"/>
            <ac:spMk id="4" creationId="{630E30E7-E805-987B-6BE3-FA4CC3C6B35F}"/>
          </ac:spMkLst>
        </pc:spChg>
        <pc:spChg chg="del mod">
          <ac:chgData name="Vanessa Bonthuys" userId="3a5f2381-bfec-4201-a756-209c337ec2cb" providerId="ADAL" clId="{564017DB-5763-40AF-B372-6D869B93E7DC}" dt="2025-10-16T08:15:57.916" v="227" actId="478"/>
          <ac:spMkLst>
            <pc:docMk/>
            <pc:sldMk cId="504817510" sldId="1002"/>
            <ac:spMk id="7" creationId="{A6A76EAF-2810-BFD4-1A93-722A3C0781E2}"/>
          </ac:spMkLst>
        </pc:spChg>
        <pc:spChg chg="del mod">
          <ac:chgData name="Vanessa Bonthuys" userId="3a5f2381-bfec-4201-a756-209c337ec2cb" providerId="ADAL" clId="{564017DB-5763-40AF-B372-6D869B93E7DC}" dt="2025-10-16T08:16:04.972" v="229" actId="478"/>
          <ac:spMkLst>
            <pc:docMk/>
            <pc:sldMk cId="504817510" sldId="1002"/>
            <ac:spMk id="12" creationId="{824F77F8-0A43-CB1C-D9E7-4BEC69FA6C8A}"/>
          </ac:spMkLst>
        </pc:spChg>
        <pc:graphicFrameChg chg="modGraphic">
          <ac:chgData name="Vanessa Bonthuys" userId="3a5f2381-bfec-4201-a756-209c337ec2cb" providerId="ADAL" clId="{564017DB-5763-40AF-B372-6D869B93E7DC}" dt="2025-10-16T08:25:05.229" v="392" actId="13238"/>
          <ac:graphicFrameMkLst>
            <pc:docMk/>
            <pc:sldMk cId="504817510" sldId="1002"/>
            <ac:graphicFrameMk id="9" creationId="{1A2AE7B7-EBE5-0AB7-18FB-AEFC7FE73AB0}"/>
          </ac:graphicFrameMkLst>
        </pc:graphicFrameChg>
        <pc:graphicFrameChg chg="modGraphic">
          <ac:chgData name="Vanessa Bonthuys" userId="3a5f2381-bfec-4201-a756-209c337ec2cb" providerId="ADAL" clId="{564017DB-5763-40AF-B372-6D869B93E7DC}" dt="2025-10-16T08:25:05.745" v="393" actId="13238"/>
          <ac:graphicFrameMkLst>
            <pc:docMk/>
            <pc:sldMk cId="504817510" sldId="1002"/>
            <ac:graphicFrameMk id="13" creationId="{56203251-09E9-9FF0-9AC5-303788DDA5CD}"/>
          </ac:graphicFrameMkLst>
        </pc:graphicFrameChg>
      </pc:sldChg>
      <pc:sldChg chg="delSp modSp mod">
        <pc:chgData name="Vanessa Bonthuys" userId="3a5f2381-bfec-4201-a756-209c337ec2cb" providerId="ADAL" clId="{564017DB-5763-40AF-B372-6D869B93E7DC}" dt="2025-10-16T11:21:35.397" v="594" actId="20577"/>
        <pc:sldMkLst>
          <pc:docMk/>
          <pc:sldMk cId="969700730" sldId="1003"/>
        </pc:sldMkLst>
        <pc:spChg chg="del mod">
          <ac:chgData name="Vanessa Bonthuys" userId="3a5f2381-bfec-4201-a756-209c337ec2cb" providerId="ADAL" clId="{564017DB-5763-40AF-B372-6D869B93E7DC}" dt="2025-10-16T08:22:28.980" v="341" actId="478"/>
          <ac:spMkLst>
            <pc:docMk/>
            <pc:sldMk cId="969700730" sldId="1003"/>
            <ac:spMk id="4" creationId="{8841DB77-CD53-1357-9AAD-56440D0922EC}"/>
          </ac:spMkLst>
        </pc:spChg>
        <pc:spChg chg="mod">
          <ac:chgData name="Vanessa Bonthuys" userId="3a5f2381-bfec-4201-a756-209c337ec2cb" providerId="ADAL" clId="{564017DB-5763-40AF-B372-6D869B93E7DC}" dt="2025-10-16T08:22:42.696" v="345" actId="962"/>
          <ac:spMkLst>
            <pc:docMk/>
            <pc:sldMk cId="969700730" sldId="1003"/>
            <ac:spMk id="10" creationId="{EE7F1941-BBFD-C521-DAD8-DDD244373763}"/>
          </ac:spMkLst>
        </pc:spChg>
        <pc:spChg chg="mod">
          <ac:chgData name="Vanessa Bonthuys" userId="3a5f2381-bfec-4201-a756-209c337ec2cb" providerId="ADAL" clId="{564017DB-5763-40AF-B372-6D869B93E7DC}" dt="2025-10-16T11:21:35.397" v="594" actId="20577"/>
          <ac:spMkLst>
            <pc:docMk/>
            <pc:sldMk cId="969700730" sldId="1003"/>
            <ac:spMk id="25" creationId="{0F787AAD-DE73-CDBA-0087-7BE92452D35C}"/>
          </ac:spMkLst>
        </pc:spChg>
        <pc:grpChg chg="mod">
          <ac:chgData name="Vanessa Bonthuys" userId="3a5f2381-bfec-4201-a756-209c337ec2cb" providerId="ADAL" clId="{564017DB-5763-40AF-B372-6D869B93E7DC}" dt="2025-10-16T08:22:37.561" v="343" actId="962"/>
          <ac:grpSpMkLst>
            <pc:docMk/>
            <pc:sldMk cId="969700730" sldId="1003"/>
            <ac:grpSpMk id="12" creationId="{74AB776E-E1A6-07B8-F351-52B9C09ABE9A}"/>
          </ac:grpSpMkLst>
        </pc:grpChg>
        <pc:grpChg chg="mod">
          <ac:chgData name="Vanessa Bonthuys" userId="3a5f2381-bfec-4201-a756-209c337ec2cb" providerId="ADAL" clId="{564017DB-5763-40AF-B372-6D869B93E7DC}" dt="2025-10-16T08:22:48.825" v="347" actId="962"/>
          <ac:grpSpMkLst>
            <pc:docMk/>
            <pc:sldMk cId="969700730" sldId="1003"/>
            <ac:grpSpMk id="22" creationId="{83EBFC34-984D-B9EB-2D1B-A6F81E537E0E}"/>
          </ac:grpSpMkLst>
        </pc:grpChg>
        <pc:graphicFrameChg chg="modGraphic">
          <ac:chgData name="Vanessa Bonthuys" userId="3a5f2381-bfec-4201-a756-209c337ec2cb" providerId="ADAL" clId="{564017DB-5763-40AF-B372-6D869B93E7DC}" dt="2025-10-16T08:25:48.251" v="427" actId="13238"/>
          <ac:graphicFrameMkLst>
            <pc:docMk/>
            <pc:sldMk cId="969700730" sldId="1003"/>
            <ac:graphicFrameMk id="5" creationId="{4D8F2B96-6FB3-EF97-B17E-25BAF1BB49CF}"/>
          </ac:graphicFrameMkLst>
        </pc:graphicFrameChg>
        <pc:graphicFrameChg chg="modGraphic">
          <ac:chgData name="Vanessa Bonthuys" userId="3a5f2381-bfec-4201-a756-209c337ec2cb" providerId="ADAL" clId="{564017DB-5763-40AF-B372-6D869B93E7DC}" dt="2025-10-16T08:25:49.426" v="428" actId="13238"/>
          <ac:graphicFrameMkLst>
            <pc:docMk/>
            <pc:sldMk cId="969700730" sldId="1003"/>
            <ac:graphicFrameMk id="7" creationId="{CDE82CE4-117E-046D-F850-EC9D55820B3A}"/>
          </ac:graphicFrameMkLst>
        </pc:graphicFrameChg>
        <pc:graphicFrameChg chg="modGraphic">
          <ac:chgData name="Vanessa Bonthuys" userId="3a5f2381-bfec-4201-a756-209c337ec2cb" providerId="ADAL" clId="{564017DB-5763-40AF-B372-6D869B93E7DC}" dt="2025-10-16T08:25:50.275" v="429" actId="13238"/>
          <ac:graphicFrameMkLst>
            <pc:docMk/>
            <pc:sldMk cId="969700730" sldId="1003"/>
            <ac:graphicFrameMk id="9" creationId="{341F29AC-8FA9-1C46-A588-7FE34B327098}"/>
          </ac:graphicFrameMkLst>
        </pc:graphicFrameChg>
      </pc:sldChg>
      <pc:sldChg chg="modSp mod modShow">
        <pc:chgData name="Vanessa Bonthuys" userId="3a5f2381-bfec-4201-a756-209c337ec2cb" providerId="ADAL" clId="{564017DB-5763-40AF-B372-6D869B93E7DC}" dt="2025-10-16T11:19:14.194" v="576" actId="20577"/>
        <pc:sldMkLst>
          <pc:docMk/>
          <pc:sldMk cId="3898049108" sldId="1004"/>
        </pc:sldMkLst>
        <pc:spChg chg="mod">
          <ac:chgData name="Vanessa Bonthuys" userId="3a5f2381-bfec-4201-a756-209c337ec2cb" providerId="ADAL" clId="{564017DB-5763-40AF-B372-6D869B93E7DC}" dt="2025-10-16T08:14:44.764" v="205" actId="962"/>
          <ac:spMkLst>
            <pc:docMk/>
            <pc:sldMk cId="3898049108" sldId="1004"/>
            <ac:spMk id="4" creationId="{8841DB77-CD53-1357-9AAD-56440D0922EC}"/>
          </ac:spMkLst>
        </pc:spChg>
        <pc:spChg chg="mod">
          <ac:chgData name="Vanessa Bonthuys" userId="3a5f2381-bfec-4201-a756-209c337ec2cb" providerId="ADAL" clId="{564017DB-5763-40AF-B372-6D869B93E7DC}" dt="2025-10-16T08:14:49.131" v="208" actId="962"/>
          <ac:spMkLst>
            <pc:docMk/>
            <pc:sldMk cId="3898049108" sldId="1004"/>
            <ac:spMk id="12" creationId="{B95EF00E-B1D1-7EA1-CB57-D94EBC431314}"/>
          </ac:spMkLst>
        </pc:spChg>
        <pc:spChg chg="mod">
          <ac:chgData name="Vanessa Bonthuys" userId="3a5f2381-bfec-4201-a756-209c337ec2cb" providerId="ADAL" clId="{564017DB-5763-40AF-B372-6D869B93E7DC}" dt="2025-10-16T11:19:14.194" v="576" actId="20577"/>
          <ac:spMkLst>
            <pc:docMk/>
            <pc:sldMk cId="3898049108" sldId="1004"/>
            <ac:spMk id="25" creationId="{0F787AAD-DE73-CDBA-0087-7BE92452D35C}"/>
          </ac:spMkLst>
        </pc:spChg>
        <pc:graphicFrameChg chg="modGraphic">
          <ac:chgData name="Vanessa Bonthuys" userId="3a5f2381-bfec-4201-a756-209c337ec2cb" providerId="ADAL" clId="{564017DB-5763-40AF-B372-6D869B93E7DC}" dt="2025-10-16T08:25:02.728" v="389" actId="13238"/>
          <ac:graphicFrameMkLst>
            <pc:docMk/>
            <pc:sldMk cId="3898049108" sldId="1004"/>
            <ac:graphicFrameMk id="10" creationId="{5FEFF6C1-CC89-04F0-6DB5-8E06FF09DAB2}"/>
          </ac:graphicFrameMkLst>
        </pc:graphicFrameChg>
        <pc:graphicFrameChg chg="modGraphic">
          <ac:chgData name="Vanessa Bonthuys" userId="3a5f2381-bfec-4201-a756-209c337ec2cb" providerId="ADAL" clId="{564017DB-5763-40AF-B372-6D869B93E7DC}" dt="2025-10-16T08:25:03.053" v="390" actId="13238"/>
          <ac:graphicFrameMkLst>
            <pc:docMk/>
            <pc:sldMk cId="3898049108" sldId="1004"/>
            <ac:graphicFrameMk id="11" creationId="{3DB6BB43-149D-DFC2-16B5-424A53BC2744}"/>
          </ac:graphicFrameMkLst>
        </pc:graphicFrameChg>
        <pc:graphicFrameChg chg="modGraphic">
          <ac:chgData name="Vanessa Bonthuys" userId="3a5f2381-bfec-4201-a756-209c337ec2cb" providerId="ADAL" clId="{564017DB-5763-40AF-B372-6D869B93E7DC}" dt="2025-10-16T08:25:03.595" v="391" actId="13238"/>
          <ac:graphicFrameMkLst>
            <pc:docMk/>
            <pc:sldMk cId="3898049108" sldId="1004"/>
            <ac:graphicFrameMk id="14" creationId="{569FE9A3-A885-3CBA-FD3F-A9B3F70767E4}"/>
          </ac:graphicFrameMkLst>
        </pc:graphicFrameChg>
        <pc:picChg chg="mod">
          <ac:chgData name="Vanessa Bonthuys" userId="3a5f2381-bfec-4201-a756-209c337ec2cb" providerId="ADAL" clId="{564017DB-5763-40AF-B372-6D869B93E7DC}" dt="2025-10-16T08:14:47.639" v="207" actId="962"/>
          <ac:picMkLst>
            <pc:docMk/>
            <pc:sldMk cId="3898049108" sldId="1004"/>
            <ac:picMk id="7" creationId="{04D24394-717D-548E-C963-9DD8C0527781}"/>
          </ac:picMkLst>
        </pc:picChg>
      </pc:sldChg>
      <pc:sldChg chg="modSp mod">
        <pc:chgData name="Vanessa Bonthuys" userId="3a5f2381-bfec-4201-a756-209c337ec2cb" providerId="ADAL" clId="{564017DB-5763-40AF-B372-6D869B93E7DC}" dt="2025-10-16T11:18:27.843" v="570" actId="20577"/>
        <pc:sldMkLst>
          <pc:docMk/>
          <pc:sldMk cId="3107775687" sldId="1005"/>
        </pc:sldMkLst>
        <pc:spChg chg="mod">
          <ac:chgData name="Vanessa Bonthuys" userId="3a5f2381-bfec-4201-a756-209c337ec2cb" providerId="ADAL" clId="{564017DB-5763-40AF-B372-6D869B93E7DC}" dt="2025-10-16T11:18:27.843" v="570" actId="20577"/>
          <ac:spMkLst>
            <pc:docMk/>
            <pc:sldMk cId="3107775687" sldId="1005"/>
            <ac:spMk id="4" creationId="{630E30E7-E805-987B-6BE3-FA4CC3C6B35F}"/>
          </ac:spMkLst>
        </pc:spChg>
      </pc:sldChg>
      <pc:sldChg chg="modSp mod">
        <pc:chgData name="Vanessa Bonthuys" userId="3a5f2381-bfec-4201-a756-209c337ec2cb" providerId="ADAL" clId="{564017DB-5763-40AF-B372-6D869B93E7DC}" dt="2025-10-16T11:18:35.747" v="572" actId="20577"/>
        <pc:sldMkLst>
          <pc:docMk/>
          <pc:sldMk cId="34614407" sldId="1006"/>
        </pc:sldMkLst>
        <pc:spChg chg="mod">
          <ac:chgData name="Vanessa Bonthuys" userId="3a5f2381-bfec-4201-a756-209c337ec2cb" providerId="ADAL" clId="{564017DB-5763-40AF-B372-6D869B93E7DC}" dt="2025-10-16T11:18:35.747" v="572" actId="20577"/>
          <ac:spMkLst>
            <pc:docMk/>
            <pc:sldMk cId="34614407" sldId="1006"/>
            <ac:spMk id="4" creationId="{630E30E7-E805-987B-6BE3-FA4CC3C6B35F}"/>
          </ac:spMkLst>
        </pc:spChg>
        <pc:spChg chg="mod">
          <ac:chgData name="Vanessa Bonthuys" userId="3a5f2381-bfec-4201-a756-209c337ec2cb" providerId="ADAL" clId="{564017DB-5763-40AF-B372-6D869B93E7DC}" dt="2025-10-16T08:14:25.603" v="194" actId="962"/>
          <ac:spMkLst>
            <pc:docMk/>
            <pc:sldMk cId="34614407" sldId="1006"/>
            <ac:spMk id="12" creationId="{7F8145A7-8E03-560F-EB65-DC884740718C}"/>
          </ac:spMkLst>
        </pc:spChg>
        <pc:graphicFrameChg chg="modGraphic">
          <ac:chgData name="Vanessa Bonthuys" userId="3a5f2381-bfec-4201-a756-209c337ec2cb" providerId="ADAL" clId="{564017DB-5763-40AF-B372-6D869B93E7DC}" dt="2025-10-16T08:24:59.645" v="382" actId="13238"/>
          <ac:graphicFrameMkLst>
            <pc:docMk/>
            <pc:sldMk cId="34614407" sldId="1006"/>
            <ac:graphicFrameMk id="5" creationId="{01BF549D-1FB4-4223-F3BC-9E8E97E069ED}"/>
          </ac:graphicFrameMkLst>
        </pc:graphicFrameChg>
        <pc:graphicFrameChg chg="modGraphic">
          <ac:chgData name="Vanessa Bonthuys" userId="3a5f2381-bfec-4201-a756-209c337ec2cb" providerId="ADAL" clId="{564017DB-5763-40AF-B372-6D869B93E7DC}" dt="2025-10-16T08:25:00.123" v="383" actId="13238"/>
          <ac:graphicFrameMkLst>
            <pc:docMk/>
            <pc:sldMk cId="34614407" sldId="1006"/>
            <ac:graphicFrameMk id="8" creationId="{B1C4598F-3352-534A-5E3D-6351C4809EC1}"/>
          </ac:graphicFrameMkLst>
        </pc:graphicFrameChg>
      </pc:sldChg>
      <pc:sldChg chg="modSp mod">
        <pc:chgData name="Vanessa Bonthuys" userId="3a5f2381-bfec-4201-a756-209c337ec2cb" providerId="ADAL" clId="{564017DB-5763-40AF-B372-6D869B93E7DC}" dt="2025-10-16T11:18:46.644" v="574" actId="20577"/>
        <pc:sldMkLst>
          <pc:docMk/>
          <pc:sldMk cId="2712751847" sldId="1007"/>
        </pc:sldMkLst>
        <pc:spChg chg="mod">
          <ac:chgData name="Vanessa Bonthuys" userId="3a5f2381-bfec-4201-a756-209c337ec2cb" providerId="ADAL" clId="{564017DB-5763-40AF-B372-6D869B93E7DC}" dt="2025-10-16T11:18:46.644" v="574" actId="20577"/>
          <ac:spMkLst>
            <pc:docMk/>
            <pc:sldMk cId="2712751847" sldId="1007"/>
            <ac:spMk id="4" creationId="{630E30E7-E805-987B-6BE3-FA4CC3C6B35F}"/>
          </ac:spMkLst>
        </pc:spChg>
        <pc:spChg chg="mod">
          <ac:chgData name="Vanessa Bonthuys" userId="3a5f2381-bfec-4201-a756-209c337ec2cb" providerId="ADAL" clId="{564017DB-5763-40AF-B372-6D869B93E7DC}" dt="2025-10-16T08:14:26.096" v="195" actId="962"/>
          <ac:spMkLst>
            <pc:docMk/>
            <pc:sldMk cId="2712751847" sldId="1007"/>
            <ac:spMk id="12" creationId="{7F8145A7-8E03-560F-EB65-DC884740718C}"/>
          </ac:spMkLst>
        </pc:spChg>
        <pc:graphicFrameChg chg="modGraphic">
          <ac:chgData name="Vanessa Bonthuys" userId="3a5f2381-bfec-4201-a756-209c337ec2cb" providerId="ADAL" clId="{564017DB-5763-40AF-B372-6D869B93E7DC}" dt="2025-10-16T08:25:00.659" v="384" actId="13238"/>
          <ac:graphicFrameMkLst>
            <pc:docMk/>
            <pc:sldMk cId="2712751847" sldId="1007"/>
            <ac:graphicFrameMk id="5" creationId="{01BF549D-1FB4-4223-F3BC-9E8E97E069ED}"/>
          </ac:graphicFrameMkLst>
        </pc:graphicFrameChg>
        <pc:graphicFrameChg chg="modGraphic">
          <ac:chgData name="Vanessa Bonthuys" userId="3a5f2381-bfec-4201-a756-209c337ec2cb" providerId="ADAL" clId="{564017DB-5763-40AF-B372-6D869B93E7DC}" dt="2025-10-16T08:25:01.162" v="385" actId="13238"/>
          <ac:graphicFrameMkLst>
            <pc:docMk/>
            <pc:sldMk cId="2712751847" sldId="1007"/>
            <ac:graphicFrameMk id="8" creationId="{B1C4598F-3352-534A-5E3D-6351C4809EC1}"/>
          </ac:graphicFrameMkLst>
        </pc:graphicFrameChg>
      </pc:sldChg>
      <pc:sldChg chg="modSp mod">
        <pc:chgData name="Vanessa Bonthuys" userId="3a5f2381-bfec-4201-a756-209c337ec2cb" providerId="ADAL" clId="{564017DB-5763-40AF-B372-6D869B93E7DC}" dt="2025-10-16T08:26:26.653" v="434" actId="33553"/>
        <pc:sldMkLst>
          <pc:docMk/>
          <pc:sldMk cId="1319351763" sldId="1008"/>
        </pc:sldMkLst>
        <pc:spChg chg="mod">
          <ac:chgData name="Vanessa Bonthuys" userId="3a5f2381-bfec-4201-a756-209c337ec2cb" providerId="ADAL" clId="{564017DB-5763-40AF-B372-6D869B93E7DC}" dt="2025-10-16T08:26:26.653" v="434" actId="33553"/>
          <ac:spMkLst>
            <pc:docMk/>
            <pc:sldMk cId="1319351763" sldId="1008"/>
            <ac:spMk id="9" creationId="{0EF8F77C-1714-74EA-E6FE-1866F58804D2}"/>
          </ac:spMkLst>
        </pc:spChg>
        <pc:picChg chg="mod">
          <ac:chgData name="Vanessa Bonthuys" userId="3a5f2381-bfec-4201-a756-209c337ec2cb" providerId="ADAL" clId="{564017DB-5763-40AF-B372-6D869B93E7DC}" dt="2025-10-16T08:13:53.367" v="176" actId="962"/>
          <ac:picMkLst>
            <pc:docMk/>
            <pc:sldMk cId="1319351763" sldId="1008"/>
            <ac:picMk id="5" creationId="{EB633AB5-E15C-FEC7-5DA6-D53F70AAA123}"/>
          </ac:picMkLst>
        </pc:picChg>
      </pc:sldChg>
      <pc:sldChg chg="modSp mod modShow">
        <pc:chgData name="Vanessa Bonthuys" userId="3a5f2381-bfec-4201-a756-209c337ec2cb" providerId="ADAL" clId="{564017DB-5763-40AF-B372-6D869B93E7DC}" dt="2025-10-16T11:23:32.357" v="597" actId="6549"/>
        <pc:sldMkLst>
          <pc:docMk/>
          <pc:sldMk cId="429089263" sldId="1011"/>
        </pc:sldMkLst>
        <pc:spChg chg="mod">
          <ac:chgData name="Vanessa Bonthuys" userId="3a5f2381-bfec-4201-a756-209c337ec2cb" providerId="ADAL" clId="{564017DB-5763-40AF-B372-6D869B93E7DC}" dt="2025-10-16T11:23:32.357" v="597" actId="6549"/>
          <ac:spMkLst>
            <pc:docMk/>
            <pc:sldMk cId="429089263" sldId="1011"/>
            <ac:spMk id="9" creationId="{3D8B8AAC-65C7-18A1-770E-BF75FAE2E6C8}"/>
          </ac:spMkLst>
        </pc:spChg>
        <pc:picChg chg="mod">
          <ac:chgData name="Vanessa Bonthuys" userId="3a5f2381-bfec-4201-a756-209c337ec2cb" providerId="ADAL" clId="{564017DB-5763-40AF-B372-6D869B93E7DC}" dt="2025-10-16T08:14:42.764" v="204" actId="962"/>
          <ac:picMkLst>
            <pc:docMk/>
            <pc:sldMk cId="429089263" sldId="1011"/>
            <ac:picMk id="5" creationId="{A0FEC7F9-4600-278F-B12D-3DA7F1A5C0B9}"/>
          </ac:picMkLst>
        </pc:picChg>
      </pc:sldChg>
      <pc:sldChg chg="modSp mod">
        <pc:chgData name="Vanessa Bonthuys" userId="3a5f2381-bfec-4201-a756-209c337ec2cb" providerId="ADAL" clId="{564017DB-5763-40AF-B372-6D869B93E7DC}" dt="2025-10-16T08:30:06.640" v="504" actId="20577"/>
        <pc:sldMkLst>
          <pc:docMk/>
          <pc:sldMk cId="134578254" sldId="1012"/>
        </pc:sldMkLst>
        <pc:spChg chg="mod">
          <ac:chgData name="Vanessa Bonthuys" userId="3a5f2381-bfec-4201-a756-209c337ec2cb" providerId="ADAL" clId="{564017DB-5763-40AF-B372-6D869B93E7DC}" dt="2025-10-16T08:30:06.640" v="504" actId="20577"/>
          <ac:spMkLst>
            <pc:docMk/>
            <pc:sldMk cId="134578254" sldId="1012"/>
            <ac:spMk id="4" creationId="{4631E6D5-7C0A-ECA6-F5CF-B9989190A137}"/>
          </ac:spMkLst>
        </pc:spChg>
        <pc:graphicFrameChg chg="modGraphic">
          <ac:chgData name="Vanessa Bonthuys" userId="3a5f2381-bfec-4201-a756-209c337ec2cb" providerId="ADAL" clId="{564017DB-5763-40AF-B372-6D869B93E7DC}" dt="2025-10-16T08:24:51.345" v="372" actId="13238"/>
          <ac:graphicFrameMkLst>
            <pc:docMk/>
            <pc:sldMk cId="134578254" sldId="1012"/>
            <ac:graphicFrameMk id="5" creationId="{706F14A3-FA3D-1944-FCF5-EE0FA317DEEC}"/>
          </ac:graphicFrameMkLst>
        </pc:graphicFrameChg>
        <pc:graphicFrameChg chg="modGraphic">
          <ac:chgData name="Vanessa Bonthuys" userId="3a5f2381-bfec-4201-a756-209c337ec2cb" providerId="ADAL" clId="{564017DB-5763-40AF-B372-6D869B93E7DC}" dt="2025-10-16T08:24:51.989" v="373" actId="13238"/>
          <ac:graphicFrameMkLst>
            <pc:docMk/>
            <pc:sldMk cId="134578254" sldId="1012"/>
            <ac:graphicFrameMk id="7" creationId="{30B18151-078E-2208-CBC0-D837B94B8B33}"/>
          </ac:graphicFrameMkLst>
        </pc:graphicFrameChg>
      </pc:sldChg>
      <pc:sldChg chg="modSp mod">
        <pc:chgData name="Vanessa Bonthuys" userId="3a5f2381-bfec-4201-a756-209c337ec2cb" providerId="ADAL" clId="{564017DB-5763-40AF-B372-6D869B93E7DC}" dt="2025-10-16T11:23:50.546" v="600" actId="1076"/>
        <pc:sldMkLst>
          <pc:docMk/>
          <pc:sldMk cId="289143851" sldId="1013"/>
        </pc:sldMkLst>
        <pc:spChg chg="mod">
          <ac:chgData name="Vanessa Bonthuys" userId="3a5f2381-bfec-4201-a756-209c337ec2cb" providerId="ADAL" clId="{564017DB-5763-40AF-B372-6D869B93E7DC}" dt="2025-10-16T11:23:50.546" v="600" actId="1076"/>
          <ac:spMkLst>
            <pc:docMk/>
            <pc:sldMk cId="289143851" sldId="1013"/>
            <ac:spMk id="2" creationId="{430DAC90-83D1-2C48-F299-49F598A089D5}"/>
          </ac:spMkLst>
        </pc:spChg>
      </pc:sldChg>
      <pc:sldChg chg="delSp modSp mod">
        <pc:chgData name="Vanessa Bonthuys" userId="3a5f2381-bfec-4201-a756-209c337ec2cb" providerId="ADAL" clId="{564017DB-5763-40AF-B372-6D869B93E7DC}" dt="2025-10-16T08:29:35.040" v="496" actId="33553"/>
        <pc:sldMkLst>
          <pc:docMk/>
          <pc:sldMk cId="1027619643" sldId="1014"/>
        </pc:sldMkLst>
        <pc:spChg chg="del mod">
          <ac:chgData name="Vanessa Bonthuys" userId="3a5f2381-bfec-4201-a756-209c337ec2cb" providerId="ADAL" clId="{564017DB-5763-40AF-B372-6D869B93E7DC}" dt="2025-10-16T08:15:15.661" v="216" actId="478"/>
          <ac:spMkLst>
            <pc:docMk/>
            <pc:sldMk cId="1027619643" sldId="1014"/>
            <ac:spMk id="4" creationId="{30E3F788-25E2-1D7B-7D18-FE328160DB31}"/>
          </ac:spMkLst>
        </pc:spChg>
        <pc:spChg chg="mod">
          <ac:chgData name="Vanessa Bonthuys" userId="3a5f2381-bfec-4201-a756-209c337ec2cb" providerId="ADAL" clId="{564017DB-5763-40AF-B372-6D869B93E7DC}" dt="2025-10-16T08:29:35.040" v="496" actId="33553"/>
          <ac:spMkLst>
            <pc:docMk/>
            <pc:sldMk cId="1027619643" sldId="1014"/>
            <ac:spMk id="5" creationId="{809321BC-2C1F-F507-7165-5877353D9208}"/>
          </ac:spMkLst>
        </pc:spChg>
      </pc:sldChg>
      <pc:sldChg chg="new del">
        <pc:chgData name="Vanessa Bonthuys" userId="3a5f2381-bfec-4201-a756-209c337ec2cb" providerId="ADAL" clId="{564017DB-5763-40AF-B372-6D869B93E7DC}" dt="2025-10-16T08:07:37.169" v="40" actId="47"/>
        <pc:sldMkLst>
          <pc:docMk/>
          <pc:sldMk cId="1869304022" sldId="1015"/>
        </pc:sldMkLst>
      </pc:sldChg>
      <pc:sldChg chg="addSp modSp add mod ord modAnim">
        <pc:chgData name="Vanessa Bonthuys" userId="3a5f2381-bfec-4201-a756-209c337ec2cb" providerId="ADAL" clId="{564017DB-5763-40AF-B372-6D869B93E7DC}" dt="2025-10-16T11:14:54.157" v="552" actId="113"/>
        <pc:sldMkLst>
          <pc:docMk/>
          <pc:sldMk cId="2029157636" sldId="1015"/>
        </pc:sldMkLst>
        <pc:spChg chg="mod">
          <ac:chgData name="Vanessa Bonthuys" userId="3a5f2381-bfec-4201-a756-209c337ec2cb" providerId="ADAL" clId="{564017DB-5763-40AF-B372-6D869B93E7DC}" dt="2025-10-16T08:14:38.253" v="200" actId="962"/>
          <ac:spMkLst>
            <pc:docMk/>
            <pc:sldMk cId="2029157636" sldId="1015"/>
            <ac:spMk id="4" creationId="{82F2CE22-9585-D265-B43B-A6CFF7CF0F17}"/>
          </ac:spMkLst>
        </pc:spChg>
        <pc:spChg chg="mod">
          <ac:chgData name="Vanessa Bonthuys" userId="3a5f2381-bfec-4201-a756-209c337ec2cb" providerId="ADAL" clId="{564017DB-5763-40AF-B372-6D869B93E7DC}" dt="2025-10-16T08:29:37.215" v="497" actId="33553"/>
          <ac:spMkLst>
            <pc:docMk/>
            <pc:sldMk cId="2029157636" sldId="1015"/>
            <ac:spMk id="5" creationId="{9C2041AF-1B75-AAA6-D13B-8B75FE46A6CF}"/>
          </ac:spMkLst>
        </pc:spChg>
        <pc:spChg chg="mod">
          <ac:chgData name="Vanessa Bonthuys" userId="3a5f2381-bfec-4201-a756-209c337ec2cb" providerId="ADAL" clId="{564017DB-5763-40AF-B372-6D869B93E7DC}" dt="2025-10-16T08:09:08.309" v="133" actId="6549"/>
          <ac:spMkLst>
            <pc:docMk/>
            <pc:sldMk cId="2029157636" sldId="1015"/>
            <ac:spMk id="7" creationId="{14FA3255-8B10-576F-3E31-6EAF6584B54F}"/>
          </ac:spMkLst>
        </pc:spChg>
        <pc:spChg chg="add mod">
          <ac:chgData name="Vanessa Bonthuys" userId="3a5f2381-bfec-4201-a756-209c337ec2cb" providerId="ADAL" clId="{564017DB-5763-40AF-B372-6D869B93E7DC}" dt="2025-10-16T11:14:54.157" v="552" actId="113"/>
          <ac:spMkLst>
            <pc:docMk/>
            <pc:sldMk cId="2029157636" sldId="1015"/>
            <ac:spMk id="8" creationId="{BD6167B6-6847-0C61-05A0-44723AB06A63}"/>
          </ac:spMkLst>
        </pc:spChg>
        <pc:picChg chg="add mod">
          <ac:chgData name="Vanessa Bonthuys" userId="3a5f2381-bfec-4201-a756-209c337ec2cb" providerId="ADAL" clId="{564017DB-5763-40AF-B372-6D869B93E7DC}" dt="2025-10-16T08:14:39.007" v="201" actId="962"/>
          <ac:picMkLst>
            <pc:docMk/>
            <pc:sldMk cId="2029157636" sldId="1015"/>
            <ac:picMk id="6" creationId="{11B25B76-147B-BE7D-42B4-8C76C937FDBB}"/>
          </ac:picMkLst>
        </pc:picChg>
        <pc:picChg chg="add mod">
          <ac:chgData name="Vanessa Bonthuys" userId="3a5f2381-bfec-4201-a756-209c337ec2cb" providerId="ADAL" clId="{564017DB-5763-40AF-B372-6D869B93E7DC}" dt="2025-10-16T08:14:39.814" v="202" actId="962"/>
          <ac:picMkLst>
            <pc:docMk/>
            <pc:sldMk cId="2029157636" sldId="1015"/>
            <ac:picMk id="9" creationId="{9A6ADF29-C955-0B35-D16B-B84D2D75BEAB}"/>
          </ac:picMkLst>
        </pc:picChg>
        <pc:picChg chg="add mod">
          <ac:chgData name="Vanessa Bonthuys" userId="3a5f2381-bfec-4201-a756-209c337ec2cb" providerId="ADAL" clId="{564017DB-5763-40AF-B372-6D869B93E7DC}" dt="2025-10-16T08:14:40.592" v="203" actId="962"/>
          <ac:picMkLst>
            <pc:docMk/>
            <pc:sldMk cId="2029157636" sldId="1015"/>
            <ac:picMk id="11" creationId="{C8DC4080-1C08-D1B2-4BEB-1EABA8B77CD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1EA846-7A0D-48DD-B204-6763399AE93C}"/>
              </a:ext>
            </a:extLst>
          </p:cNvPr>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E9F35D2-E158-4CBB-A37E-086104995665}"/>
              </a:ext>
            </a:extLst>
          </p:cNvPr>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A9A75EEC-9A82-4700-A0F5-00FA458A193F}" type="datetimeFigureOut">
              <a:rPr lang="en-GB" smtClean="0"/>
              <a:t>16/10/2025</a:t>
            </a:fld>
            <a:endParaRPr lang="en-GB"/>
          </a:p>
        </p:txBody>
      </p:sp>
      <p:sp>
        <p:nvSpPr>
          <p:cNvPr id="4" name="Footer Placeholder 3">
            <a:extLst>
              <a:ext uri="{FF2B5EF4-FFF2-40B4-BE49-F238E27FC236}">
                <a16:creationId xmlns:a16="http://schemas.microsoft.com/office/drawing/2014/main" id="{73FC1828-9455-4783-BE3F-48391B731317}"/>
              </a:ext>
            </a:extLst>
          </p:cNvPr>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BC5E9C3A-27AE-4228-9DE4-B394D0946FAA}"/>
              </a:ext>
            </a:extLst>
          </p:cNvPr>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13B106BA-3C05-457C-BF10-33FE0A7AF8A9}" type="slidenum">
              <a:rPr lang="en-GB" smtClean="0"/>
              <a:t>‹#›</a:t>
            </a:fld>
            <a:endParaRPr lang="en-GB"/>
          </a:p>
        </p:txBody>
      </p:sp>
    </p:spTree>
    <p:extLst>
      <p:ext uri="{BB962C8B-B14F-4D97-AF65-F5344CB8AC3E}">
        <p14:creationId xmlns:p14="http://schemas.microsoft.com/office/powerpoint/2010/main" val="960960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6C60CB32-E275-4F99-8712-7BC4B340395A}" type="datetimeFigureOut">
              <a:rPr lang="en-GB" smtClean="0"/>
              <a:t>16/10/2025</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07B3E6DD-AC51-4C54-BBEA-F0A4EA3EDB28}" type="slidenum">
              <a:rPr lang="en-GB" smtClean="0"/>
              <a:t>‹#›</a:t>
            </a:fld>
            <a:endParaRPr lang="en-GB"/>
          </a:p>
        </p:txBody>
      </p:sp>
    </p:spTree>
    <p:extLst>
      <p:ext uri="{BB962C8B-B14F-4D97-AF65-F5344CB8AC3E}">
        <p14:creationId xmlns:p14="http://schemas.microsoft.com/office/powerpoint/2010/main" val="29060959"/>
      </p:ext>
    </p:extLst>
  </p:cSld>
  <p:clrMap bg1="lt1" tx1="dk1" bg2="lt2" tx2="dk2" accent1="accent1" accent2="accent2" accent3="accent3" accent4="accent4" accent5="accent5" accent6="accent6" hlink="hlink" folHlink="folHlink"/>
  <p:notesStyle>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7B3E6DD-AC51-4C54-BBEA-F0A4EA3EDB2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6027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2</a:t>
            </a:fld>
            <a:endParaRPr lang="en-GB"/>
          </a:p>
        </p:txBody>
      </p:sp>
    </p:spTree>
    <p:extLst>
      <p:ext uri="{BB962C8B-B14F-4D97-AF65-F5344CB8AC3E}">
        <p14:creationId xmlns:p14="http://schemas.microsoft.com/office/powerpoint/2010/main" val="101439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to form queries in relational algebra using 5 basic operations and 3 more that can be expressed in terms of the 5 basic operations</a:t>
            </a:r>
          </a:p>
          <a:p>
            <a:r>
              <a:rPr lang="en-GB" dirty="0"/>
              <a:t>Relational completeness</a:t>
            </a:r>
          </a:p>
        </p:txBody>
      </p:sp>
      <p:sp>
        <p:nvSpPr>
          <p:cNvPr id="4" name="Slide Number Placeholder 3"/>
          <p:cNvSpPr>
            <a:spLocks noGrp="1"/>
          </p:cNvSpPr>
          <p:nvPr>
            <p:ph type="sldNum" sz="quarter" idx="5"/>
          </p:nvPr>
        </p:nvSpPr>
        <p:spPr/>
        <p:txBody>
          <a:bodyPr/>
          <a:lstStyle/>
          <a:p>
            <a:fld id="{07B3E6DD-AC51-4C54-BBEA-F0A4EA3EDB28}" type="slidenum">
              <a:rPr lang="en-GB" smtClean="0"/>
              <a:t>3</a:t>
            </a:fld>
            <a:endParaRPr lang="en-GB"/>
          </a:p>
        </p:txBody>
      </p:sp>
    </p:spTree>
    <p:extLst>
      <p:ext uri="{BB962C8B-B14F-4D97-AF65-F5344CB8AC3E}">
        <p14:creationId xmlns:p14="http://schemas.microsoft.com/office/powerpoint/2010/main" val="322742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4</a:t>
            </a:fld>
            <a:endParaRPr lang="en-GB"/>
          </a:p>
        </p:txBody>
      </p:sp>
    </p:spTree>
    <p:extLst>
      <p:ext uri="{BB962C8B-B14F-4D97-AF65-F5344CB8AC3E}">
        <p14:creationId xmlns:p14="http://schemas.microsoft.com/office/powerpoint/2010/main" val="2539876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SQL Select first name, last name, address from students where first name Kate</a:t>
            </a:r>
          </a:p>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5</a:t>
            </a:fld>
            <a:endParaRPr lang="en-GB"/>
          </a:p>
        </p:txBody>
      </p:sp>
    </p:spTree>
    <p:extLst>
      <p:ext uri="{BB962C8B-B14F-4D97-AF65-F5344CB8AC3E}">
        <p14:creationId xmlns:p14="http://schemas.microsoft.com/office/powerpoint/2010/main" val="678529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6</a:t>
            </a:fld>
            <a:endParaRPr lang="en-GB"/>
          </a:p>
        </p:txBody>
      </p:sp>
    </p:spTree>
    <p:extLst>
      <p:ext uri="{BB962C8B-B14F-4D97-AF65-F5344CB8AC3E}">
        <p14:creationId xmlns:p14="http://schemas.microsoft.com/office/powerpoint/2010/main" val="562677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544AF-419C-919D-4E9C-F92FBB5B8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B0C7A-739A-48F1-7CFA-D6F0DB3D3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570FA-92A4-3246-95AE-23754AB428C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F45FFCD-774E-1112-71CE-1D329DB4EB06}"/>
              </a:ext>
            </a:extLst>
          </p:cNvPr>
          <p:cNvSpPr>
            <a:spLocks noGrp="1"/>
          </p:cNvSpPr>
          <p:nvPr>
            <p:ph type="sldNum" sz="quarter" idx="5"/>
          </p:nvPr>
        </p:nvSpPr>
        <p:spPr/>
        <p:txBody>
          <a:bodyPr/>
          <a:lstStyle/>
          <a:p>
            <a:fld id="{07B3E6DD-AC51-4C54-BBEA-F0A4EA3EDB28}" type="slidenum">
              <a:rPr lang="en-GB" smtClean="0"/>
              <a:t>7</a:t>
            </a:fld>
            <a:endParaRPr lang="en-GB"/>
          </a:p>
        </p:txBody>
      </p:sp>
    </p:spTree>
    <p:extLst>
      <p:ext uri="{BB962C8B-B14F-4D97-AF65-F5344CB8AC3E}">
        <p14:creationId xmlns:p14="http://schemas.microsoft.com/office/powerpoint/2010/main" val="3780064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8</a:t>
            </a:fld>
            <a:endParaRPr lang="en-GB"/>
          </a:p>
        </p:txBody>
      </p:sp>
    </p:spTree>
    <p:extLst>
      <p:ext uri="{BB962C8B-B14F-4D97-AF65-F5344CB8AC3E}">
        <p14:creationId xmlns:p14="http://schemas.microsoft.com/office/powerpoint/2010/main" val="1058956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9</a:t>
            </a:fld>
            <a:endParaRPr lang="en-GB"/>
          </a:p>
        </p:txBody>
      </p:sp>
    </p:spTree>
    <p:extLst>
      <p:ext uri="{BB962C8B-B14F-4D97-AF65-F5344CB8AC3E}">
        <p14:creationId xmlns:p14="http://schemas.microsoft.com/office/powerpoint/2010/main" val="17110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10</a:t>
            </a:fld>
            <a:endParaRPr lang="en-GB"/>
          </a:p>
        </p:txBody>
      </p:sp>
    </p:spTree>
    <p:extLst>
      <p:ext uri="{BB962C8B-B14F-4D97-AF65-F5344CB8AC3E}">
        <p14:creationId xmlns:p14="http://schemas.microsoft.com/office/powerpoint/2010/main" val="1804154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11</a:t>
            </a:fld>
            <a:endParaRPr lang="en-GB"/>
          </a:p>
        </p:txBody>
      </p:sp>
    </p:spTree>
    <p:extLst>
      <p:ext uri="{BB962C8B-B14F-4D97-AF65-F5344CB8AC3E}">
        <p14:creationId xmlns:p14="http://schemas.microsoft.com/office/powerpoint/2010/main" val="4107085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12</a:t>
            </a:fld>
            <a:endParaRPr lang="en-GB"/>
          </a:p>
        </p:txBody>
      </p:sp>
    </p:spTree>
    <p:extLst>
      <p:ext uri="{BB962C8B-B14F-4D97-AF65-F5344CB8AC3E}">
        <p14:creationId xmlns:p14="http://schemas.microsoft.com/office/powerpoint/2010/main" val="3119686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mn-lt"/>
              </a:rPr>
              <a:t>Procedural –  knowing how a particular thing can be accomplished, the steps how to do it</a:t>
            </a:r>
          </a:p>
          <a:p>
            <a:r>
              <a:rPr lang="en-GB" dirty="0">
                <a:latin typeface="+mn-lt"/>
              </a:rPr>
              <a:t>Declarative – gives the control to information along with the knowledge, what to execute, defines  the program logic, not the detailed control flow</a:t>
            </a:r>
          </a:p>
          <a:p>
            <a:r>
              <a:rPr lang="en-GB" b="0" i="0" dirty="0">
                <a:solidFill>
                  <a:srgbClr val="202124"/>
                </a:solidFill>
                <a:effectLst/>
                <a:latin typeface="+mn-lt"/>
              </a:rPr>
              <a:t>SQL (Structured Query Language) is a </a:t>
            </a:r>
            <a:r>
              <a:rPr lang="en-GB" b="1" i="0" dirty="0">
                <a:solidFill>
                  <a:srgbClr val="202124"/>
                </a:solidFill>
                <a:effectLst/>
                <a:latin typeface="+mn-lt"/>
              </a:rPr>
              <a:t>declarative query language</a:t>
            </a:r>
            <a:r>
              <a:rPr lang="en-GB" b="0" i="0" dirty="0">
                <a:solidFill>
                  <a:srgbClr val="202124"/>
                </a:solidFill>
                <a:effectLst/>
                <a:latin typeface="+mn-lt"/>
              </a:rPr>
              <a:t> and is the industry standard for relational databases.</a:t>
            </a:r>
          </a:p>
          <a:p>
            <a:r>
              <a:rPr lang="en-GB" b="0" i="0" dirty="0">
                <a:solidFill>
                  <a:srgbClr val="202124"/>
                </a:solidFill>
                <a:effectLst/>
                <a:latin typeface="+mn-lt"/>
              </a:rPr>
              <a:t>** for those interested, more information in the textbook </a:t>
            </a:r>
            <a:r>
              <a:rPr lang="en-GB" dirty="0">
                <a:latin typeface="+mn-lt"/>
              </a:rPr>
              <a:t>Connolly, T. and </a:t>
            </a:r>
            <a:r>
              <a:rPr lang="en-GB" dirty="0" err="1">
                <a:latin typeface="+mn-lt"/>
              </a:rPr>
              <a:t>Begg</a:t>
            </a:r>
            <a:r>
              <a:rPr lang="en-GB" dirty="0">
                <a:latin typeface="+mn-lt"/>
              </a:rPr>
              <a:t>, C. (2014). Database Systems: </a:t>
            </a:r>
            <a:r>
              <a:rPr lang="en-GB" i="1" dirty="0">
                <a:latin typeface="+mn-lt"/>
              </a:rPr>
              <a:t>A Practical Approach to Design, Implementation, and Management</a:t>
            </a:r>
            <a:r>
              <a:rPr lang="en-GB" dirty="0">
                <a:latin typeface="+mn-lt"/>
              </a:rPr>
              <a:t>, 6th Edition. Pearson</a:t>
            </a:r>
          </a:p>
        </p:txBody>
      </p:sp>
      <p:sp>
        <p:nvSpPr>
          <p:cNvPr id="4" name="Slide Number Placeholder 3"/>
          <p:cNvSpPr>
            <a:spLocks noGrp="1"/>
          </p:cNvSpPr>
          <p:nvPr>
            <p:ph type="sldNum" sz="quarter" idx="5"/>
          </p:nvPr>
        </p:nvSpPr>
        <p:spPr/>
        <p:txBody>
          <a:bodyPr/>
          <a:lstStyle/>
          <a:p>
            <a:fld id="{07B3E6DD-AC51-4C54-BBEA-F0A4EA3EDB28}" type="slidenum">
              <a:rPr lang="en-GB" smtClean="0"/>
              <a:t>13</a:t>
            </a:fld>
            <a:endParaRPr lang="en-GB"/>
          </a:p>
        </p:txBody>
      </p:sp>
    </p:spTree>
    <p:extLst>
      <p:ext uri="{BB962C8B-B14F-4D97-AF65-F5344CB8AC3E}">
        <p14:creationId xmlns:p14="http://schemas.microsoft.com/office/powerpoint/2010/main" val="1037816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100" dirty="0">
                <a:latin typeface="+mn-lt"/>
              </a:rPr>
              <a:t>1 - </a:t>
            </a:r>
            <a:r>
              <a:rPr lang="en-GB" sz="1100" b="0" i="0" dirty="0">
                <a:solidFill>
                  <a:srgbClr val="202124"/>
                </a:solidFill>
                <a:effectLst/>
                <a:latin typeface="+mn-lt"/>
              </a:rPr>
              <a:t>The relational algebra is </a:t>
            </a:r>
            <a:r>
              <a:rPr lang="en-GB" sz="1100" b="1" i="0" dirty="0">
                <a:solidFill>
                  <a:srgbClr val="202124"/>
                </a:solidFill>
                <a:effectLst/>
                <a:latin typeface="+mn-lt"/>
              </a:rPr>
              <a:t>a theoretical language with operations that work on one or more tables to define another table without changing the original table(s)</a:t>
            </a:r>
            <a:r>
              <a:rPr lang="en-GB" sz="1100" b="0" i="0" dirty="0">
                <a:solidFill>
                  <a:srgbClr val="202124"/>
                </a:solidFill>
                <a:effectLst/>
                <a:latin typeface="+mn-lt"/>
              </a:rPr>
              <a:t>. Thus, both the operands and the results are tables, and so the output from one</a:t>
            </a:r>
          </a:p>
          <a:p>
            <a:r>
              <a:rPr lang="en-GB" sz="1100" b="0" i="0" dirty="0">
                <a:solidFill>
                  <a:srgbClr val="202124"/>
                </a:solidFill>
                <a:effectLst/>
                <a:latin typeface="+mn-lt"/>
              </a:rPr>
              <a:t>2 - </a:t>
            </a:r>
            <a:r>
              <a:rPr lang="en-GB" sz="1100" b="0" i="0" dirty="0">
                <a:solidFill>
                  <a:srgbClr val="2E2E2E"/>
                </a:solidFill>
                <a:effectLst/>
                <a:latin typeface="+mn-lt"/>
              </a:rPr>
              <a:t>The theory of programming languages is usually divided </a:t>
            </a:r>
            <a:r>
              <a:rPr lang="en-GB" sz="1100" b="1" i="0" dirty="0">
                <a:solidFill>
                  <a:srgbClr val="2E2E2E"/>
                </a:solidFill>
                <a:effectLst/>
                <a:latin typeface="+mn-lt"/>
              </a:rPr>
              <a:t>into syntax, semantics, and pragmatics</a:t>
            </a:r>
            <a:r>
              <a:rPr lang="en-GB" sz="1100" b="0" i="0" dirty="0">
                <a:solidFill>
                  <a:srgbClr val="2E2E2E"/>
                </a:solidFill>
                <a:effectLst/>
                <a:latin typeface="+mn-lt"/>
              </a:rPr>
              <a:t>. It is clear that for practical purposes, pragmatic problems are the most important. Consequently, most of the efforts in programming languages have been spent in this field. However, no theory of pragmatics has been developed as yet. Theoretical considerations have up to now mainly been concerned </a:t>
            </a:r>
            <a:r>
              <a:rPr lang="en-GB" sz="1100" b="1" i="0" dirty="0">
                <a:solidFill>
                  <a:srgbClr val="2E2E2E"/>
                </a:solidFill>
                <a:effectLst/>
                <a:latin typeface="+mn-lt"/>
              </a:rPr>
              <a:t>with syntax.</a:t>
            </a:r>
            <a:r>
              <a:rPr lang="en-GB" sz="1100" b="1" i="0" dirty="0">
                <a:solidFill>
                  <a:srgbClr val="202124"/>
                </a:solidFill>
                <a:effectLst/>
                <a:latin typeface="+mn-lt"/>
              </a:rPr>
              <a:t> Operation can become the input to another operation.</a:t>
            </a:r>
            <a:endParaRPr lang="en-GB" sz="1100" b="1" dirty="0">
              <a:latin typeface="+mn-lt"/>
            </a:endParaRPr>
          </a:p>
        </p:txBody>
      </p:sp>
      <p:sp>
        <p:nvSpPr>
          <p:cNvPr id="4" name="Slide Number Placeholder 3"/>
          <p:cNvSpPr>
            <a:spLocks noGrp="1"/>
          </p:cNvSpPr>
          <p:nvPr>
            <p:ph type="sldNum" sz="quarter" idx="5"/>
          </p:nvPr>
        </p:nvSpPr>
        <p:spPr/>
        <p:txBody>
          <a:bodyPr/>
          <a:lstStyle/>
          <a:p>
            <a:fld id="{07B3E6DD-AC51-4C54-BBEA-F0A4EA3EDB28}" type="slidenum">
              <a:rPr lang="en-GB" smtClean="0"/>
              <a:t>14</a:t>
            </a:fld>
            <a:endParaRPr lang="en-GB"/>
          </a:p>
        </p:txBody>
      </p:sp>
    </p:spTree>
    <p:extLst>
      <p:ext uri="{BB962C8B-B14F-4D97-AF65-F5344CB8AC3E}">
        <p14:creationId xmlns:p14="http://schemas.microsoft.com/office/powerpoint/2010/main" val="3962687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1D35"/>
                </a:solidFill>
                <a:effectLst/>
                <a:latin typeface="+mn-lt"/>
              </a:rPr>
              <a:t>In relational databases, closure is the process of finding the set of attributes that can be functionally determined from a given set of attributes. It's used to check if a set of attributes is a candidate key or a </a:t>
            </a:r>
            <a:r>
              <a:rPr lang="en-GB" b="0" i="0" dirty="0" err="1">
                <a:solidFill>
                  <a:srgbClr val="001D35"/>
                </a:solidFill>
                <a:effectLst/>
                <a:latin typeface="+mn-lt"/>
              </a:rPr>
              <a:t>superkey</a:t>
            </a:r>
            <a:endParaRPr lang="en-GB" dirty="0">
              <a:latin typeface="+mn-lt"/>
            </a:endParaRPr>
          </a:p>
        </p:txBody>
      </p:sp>
      <p:sp>
        <p:nvSpPr>
          <p:cNvPr id="4" name="Slide Number Placeholder 3"/>
          <p:cNvSpPr>
            <a:spLocks noGrp="1"/>
          </p:cNvSpPr>
          <p:nvPr>
            <p:ph type="sldNum" sz="quarter" idx="5"/>
          </p:nvPr>
        </p:nvSpPr>
        <p:spPr/>
        <p:txBody>
          <a:bodyPr/>
          <a:lstStyle/>
          <a:p>
            <a:fld id="{07B3E6DD-AC51-4C54-BBEA-F0A4EA3EDB28}" type="slidenum">
              <a:rPr lang="en-GB" smtClean="0"/>
              <a:t>15</a:t>
            </a:fld>
            <a:endParaRPr lang="en-GB"/>
          </a:p>
        </p:txBody>
      </p:sp>
    </p:spTree>
    <p:extLst>
      <p:ext uri="{BB962C8B-B14F-4D97-AF65-F5344CB8AC3E}">
        <p14:creationId xmlns:p14="http://schemas.microsoft.com/office/powerpoint/2010/main" val="1004769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Cartesian product – cross product of table A + B is a set of rows where every row is the concatenation of a row from A and a row from B</a:t>
            </a:r>
          </a:p>
          <a:p>
            <a:r>
              <a:rPr lang="en-GB" dirty="0"/>
              <a:t>All possible pairs</a:t>
            </a:r>
          </a:p>
        </p:txBody>
      </p:sp>
      <p:sp>
        <p:nvSpPr>
          <p:cNvPr id="4" name="Slide Number Placeholder 3"/>
          <p:cNvSpPr>
            <a:spLocks noGrp="1"/>
          </p:cNvSpPr>
          <p:nvPr>
            <p:ph type="sldNum" sz="quarter" idx="5"/>
          </p:nvPr>
        </p:nvSpPr>
        <p:spPr/>
        <p:txBody>
          <a:bodyPr/>
          <a:lstStyle/>
          <a:p>
            <a:fld id="{07B3E6DD-AC51-4C54-BBEA-F0A4EA3EDB28}" type="slidenum">
              <a:rPr lang="en-GB" smtClean="0"/>
              <a:t>16</a:t>
            </a:fld>
            <a:endParaRPr lang="en-GB"/>
          </a:p>
        </p:txBody>
      </p:sp>
    </p:spTree>
    <p:extLst>
      <p:ext uri="{BB962C8B-B14F-4D97-AF65-F5344CB8AC3E}">
        <p14:creationId xmlns:p14="http://schemas.microsoft.com/office/powerpoint/2010/main" val="2875639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Unicode name – Join; Unicode Number – U+2A1D; HTML Code - &amp;#10781; CSS Code - \2A1D: from https://symbl.cc/en/2A1D/</a:t>
            </a:r>
          </a:p>
          <a:p>
            <a:r>
              <a:rPr lang="en-GB" dirty="0"/>
              <a:t> </a:t>
            </a:r>
          </a:p>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17</a:t>
            </a:fld>
            <a:endParaRPr lang="en-GB"/>
          </a:p>
        </p:txBody>
      </p:sp>
    </p:spTree>
    <p:extLst>
      <p:ext uri="{BB962C8B-B14F-4D97-AF65-F5344CB8AC3E}">
        <p14:creationId xmlns:p14="http://schemas.microsoft.com/office/powerpoint/2010/main" val="2433525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18</a:t>
            </a:fld>
            <a:endParaRPr lang="en-GB"/>
          </a:p>
        </p:txBody>
      </p:sp>
    </p:spTree>
    <p:extLst>
      <p:ext uri="{BB962C8B-B14F-4D97-AF65-F5344CB8AC3E}">
        <p14:creationId xmlns:p14="http://schemas.microsoft.com/office/powerpoint/2010/main" val="3085996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Will refer back to these</a:t>
            </a:r>
          </a:p>
          <a:p>
            <a:r>
              <a:rPr lang="en-GB" dirty="0"/>
              <a:t>Restrict involves queries on tuples(rows)</a:t>
            </a:r>
          </a:p>
          <a:p>
            <a:r>
              <a:rPr lang="en-GB" dirty="0"/>
              <a:t>Projection involves queries on attributes(columns)</a:t>
            </a:r>
          </a:p>
          <a:p>
            <a:r>
              <a:rPr lang="en-GB" dirty="0"/>
              <a:t>Cartesian product takes sets and produce a set with the specified selections</a:t>
            </a:r>
          </a:p>
          <a:p>
            <a:r>
              <a:rPr lang="en-GB" dirty="0"/>
              <a:t>Union includes all the rows from the selected tables(tables)</a:t>
            </a:r>
          </a:p>
          <a:p>
            <a:r>
              <a:rPr lang="en-GB" dirty="0"/>
              <a:t>Intersection will define the sets of all the rows(tuples) that are both in R and S</a:t>
            </a:r>
          </a:p>
          <a:p>
            <a:r>
              <a:rPr lang="en-GB" dirty="0"/>
              <a:t>Set difference selects the rows that are in R but not in S</a:t>
            </a:r>
          </a:p>
        </p:txBody>
      </p:sp>
      <p:sp>
        <p:nvSpPr>
          <p:cNvPr id="4" name="Slide Number Placeholder 3"/>
          <p:cNvSpPr>
            <a:spLocks noGrp="1"/>
          </p:cNvSpPr>
          <p:nvPr>
            <p:ph type="sldNum" sz="quarter" idx="5"/>
          </p:nvPr>
        </p:nvSpPr>
        <p:spPr/>
        <p:txBody>
          <a:bodyPr/>
          <a:lstStyle/>
          <a:p>
            <a:fld id="{07B3E6DD-AC51-4C54-BBEA-F0A4EA3EDB28}" type="slidenum">
              <a:rPr lang="en-GB" smtClean="0"/>
              <a:t>19</a:t>
            </a:fld>
            <a:endParaRPr lang="en-GB"/>
          </a:p>
        </p:txBody>
      </p:sp>
    </p:spTree>
    <p:extLst>
      <p:ext uri="{BB962C8B-B14F-4D97-AF65-F5344CB8AC3E}">
        <p14:creationId xmlns:p14="http://schemas.microsoft.com/office/powerpoint/2010/main" val="26964762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Please note when talking about a relation vs relationship – relation is the table, relationship is the one-to-one or one-to-many relationship between tables</a:t>
            </a:r>
          </a:p>
          <a:p>
            <a:r>
              <a:rPr lang="en-GB" dirty="0"/>
              <a:t>What will be the relation between the two tables – </a:t>
            </a:r>
            <a:r>
              <a:rPr lang="en-GB" dirty="0" err="1"/>
              <a:t>sid</a:t>
            </a:r>
            <a:endParaRPr lang="en-GB" dirty="0"/>
          </a:p>
          <a:p>
            <a:r>
              <a:rPr lang="en-GB" dirty="0"/>
              <a:t>The </a:t>
            </a:r>
            <a:r>
              <a:rPr lang="en-GB" dirty="0" err="1"/>
              <a:t>sid</a:t>
            </a:r>
            <a:r>
              <a:rPr lang="en-GB" dirty="0"/>
              <a:t> will be how we express the table</a:t>
            </a:r>
          </a:p>
          <a:p>
            <a:pPr marL="0" lvl="2"/>
            <a:r>
              <a:rPr lang="en-GB" sz="1200" b="1" dirty="0">
                <a:latin typeface="Arial" charset="0"/>
              </a:rPr>
              <a:t>Student</a:t>
            </a:r>
            <a:r>
              <a:rPr lang="en-GB" sz="1200" dirty="0">
                <a:latin typeface="Arial" charset="0"/>
              </a:rPr>
              <a:t> ( </a:t>
            </a:r>
            <a:r>
              <a:rPr lang="en-GB" sz="1200" u="sng" dirty="0" err="1">
                <a:latin typeface="Arial" charset="0"/>
              </a:rPr>
              <a:t>sid</a:t>
            </a:r>
            <a:r>
              <a:rPr lang="en-GB" sz="1200" dirty="0">
                <a:latin typeface="Arial" charset="0"/>
              </a:rPr>
              <a:t>, name, gender )</a:t>
            </a:r>
          </a:p>
          <a:p>
            <a:pPr marL="0" lvl="2"/>
            <a:r>
              <a:rPr lang="en-GB" sz="1200" b="1" dirty="0">
                <a:latin typeface="Arial" charset="0"/>
              </a:rPr>
              <a:t>Registration</a:t>
            </a:r>
            <a:r>
              <a:rPr lang="en-GB" sz="1200" dirty="0">
                <a:latin typeface="Arial" charset="0"/>
              </a:rPr>
              <a:t> (</a:t>
            </a:r>
            <a:r>
              <a:rPr lang="en-GB" sz="1200" i="1" dirty="0">
                <a:latin typeface="Arial" charset="0"/>
              </a:rPr>
              <a:t> </a:t>
            </a:r>
            <a:r>
              <a:rPr lang="en-GB" sz="1200" i="1" u="sng" dirty="0" err="1">
                <a:latin typeface="Arial" charset="0"/>
              </a:rPr>
              <a:t>sid</a:t>
            </a:r>
            <a:r>
              <a:rPr lang="en-GB" sz="1200" dirty="0">
                <a:latin typeface="Arial" charset="0"/>
              </a:rPr>
              <a:t>, </a:t>
            </a:r>
            <a:r>
              <a:rPr lang="en-GB" sz="1200" i="1" u="sng" dirty="0" err="1">
                <a:latin typeface="Arial" charset="0"/>
              </a:rPr>
              <a:t>cid</a:t>
            </a:r>
            <a:r>
              <a:rPr lang="en-GB" sz="1200" dirty="0">
                <a:latin typeface="Arial" charset="0"/>
              </a:rPr>
              <a:t>, mark )</a:t>
            </a:r>
          </a:p>
          <a:p>
            <a:endParaRPr lang="en-GB" dirty="0"/>
          </a:p>
        </p:txBody>
      </p:sp>
      <p:sp>
        <p:nvSpPr>
          <p:cNvPr id="4" name="Slide Number Placeholder 3"/>
          <p:cNvSpPr>
            <a:spLocks noGrp="1"/>
          </p:cNvSpPr>
          <p:nvPr>
            <p:ph type="sldNum" sz="quarter" idx="5"/>
          </p:nvPr>
        </p:nvSpPr>
        <p:spPr/>
        <p:txBody>
          <a:bodyPr/>
          <a:lstStyle/>
          <a:p>
            <a:fld id="{BFFF6F30-8333-4F41-B50F-14C64AFFA12D}" type="slidenum">
              <a:rPr lang="en-GB" smtClean="0"/>
              <a:pPr/>
              <a:t>20</a:t>
            </a:fld>
            <a:endParaRPr lang="en-GB"/>
          </a:p>
        </p:txBody>
      </p:sp>
    </p:spTree>
    <p:extLst>
      <p:ext uri="{BB962C8B-B14F-4D97-AF65-F5344CB8AC3E}">
        <p14:creationId xmlns:p14="http://schemas.microsoft.com/office/powerpoint/2010/main" val="3474745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ym typeface="Symbol" pitchFamily="18" charset="2"/>
              </a:rPr>
              <a:t>In-depth look at restrict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ym typeface="Symbol" pitchFamily="18" charset="2"/>
              </a:rPr>
              <a:t>Defines a table (new table - </a:t>
            </a:r>
            <a:r>
              <a:rPr lang="en-US" sz="1200" dirty="0" err="1">
                <a:sym typeface="Symbol" pitchFamily="18" charset="2"/>
              </a:rPr>
              <a:t>MaleStudent</a:t>
            </a:r>
            <a:r>
              <a:rPr lang="en-US" sz="1200" dirty="0">
                <a:sym typeface="Symbol" pitchFamily="18" charset="2"/>
              </a:rPr>
              <a:t>) that is formed and contains only those tuples(rows) from the Student table where the attribute(columns) identified as Gender is ‘M’ will be selected when it satisfy the specified condition - predicate</a:t>
            </a:r>
          </a:p>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21</a:t>
            </a:fld>
            <a:endParaRPr lang="en-GB"/>
          </a:p>
        </p:txBody>
      </p:sp>
    </p:spTree>
    <p:extLst>
      <p:ext uri="{BB962C8B-B14F-4D97-AF65-F5344CB8AC3E}">
        <p14:creationId xmlns:p14="http://schemas.microsoft.com/office/powerpoint/2010/main" val="19927265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22</a:t>
            </a:fld>
            <a:endParaRPr lang="en-GB"/>
          </a:p>
        </p:txBody>
      </p:sp>
    </p:spTree>
    <p:extLst>
      <p:ext uri="{BB962C8B-B14F-4D97-AF65-F5344CB8AC3E}">
        <p14:creationId xmlns:p14="http://schemas.microsoft.com/office/powerpoint/2010/main" val="18085641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23</a:t>
            </a:fld>
            <a:endParaRPr lang="en-GB"/>
          </a:p>
        </p:txBody>
      </p:sp>
    </p:spTree>
    <p:extLst>
      <p:ext uri="{BB962C8B-B14F-4D97-AF65-F5344CB8AC3E}">
        <p14:creationId xmlns:p14="http://schemas.microsoft.com/office/powerpoint/2010/main" val="3454400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24</a:t>
            </a:fld>
            <a:endParaRPr lang="en-GB"/>
          </a:p>
        </p:txBody>
      </p:sp>
    </p:spTree>
    <p:extLst>
      <p:ext uri="{BB962C8B-B14F-4D97-AF65-F5344CB8AC3E}">
        <p14:creationId xmlns:p14="http://schemas.microsoft.com/office/powerpoint/2010/main" val="40712958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Predicate – 40 or above, greater than and equal too</a:t>
            </a:r>
          </a:p>
        </p:txBody>
      </p:sp>
      <p:sp>
        <p:nvSpPr>
          <p:cNvPr id="4" name="Slide Number Placeholder 3"/>
          <p:cNvSpPr>
            <a:spLocks noGrp="1"/>
          </p:cNvSpPr>
          <p:nvPr>
            <p:ph type="sldNum" sz="quarter" idx="5"/>
          </p:nvPr>
        </p:nvSpPr>
        <p:spPr/>
        <p:txBody>
          <a:bodyPr/>
          <a:lstStyle/>
          <a:p>
            <a:fld id="{07B3E6DD-AC51-4C54-BBEA-F0A4EA3EDB28}" type="slidenum">
              <a:rPr lang="en-GB" smtClean="0"/>
              <a:t>25</a:t>
            </a:fld>
            <a:endParaRPr lang="en-GB"/>
          </a:p>
        </p:txBody>
      </p:sp>
    </p:spTree>
    <p:extLst>
      <p:ext uri="{BB962C8B-B14F-4D97-AF65-F5344CB8AC3E}">
        <p14:creationId xmlns:p14="http://schemas.microsoft.com/office/powerpoint/2010/main" val="4109055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Predicate – 40 or above, greater than and equal too</a:t>
            </a:r>
          </a:p>
          <a:p>
            <a:r>
              <a:rPr lang="en-GB" dirty="0"/>
              <a:t>* - wildcard, selects all in the table</a:t>
            </a:r>
          </a:p>
        </p:txBody>
      </p:sp>
      <p:sp>
        <p:nvSpPr>
          <p:cNvPr id="4" name="Slide Number Placeholder 3"/>
          <p:cNvSpPr>
            <a:spLocks noGrp="1"/>
          </p:cNvSpPr>
          <p:nvPr>
            <p:ph type="sldNum" sz="quarter" idx="5"/>
          </p:nvPr>
        </p:nvSpPr>
        <p:spPr/>
        <p:txBody>
          <a:bodyPr/>
          <a:lstStyle/>
          <a:p>
            <a:fld id="{07B3E6DD-AC51-4C54-BBEA-F0A4EA3EDB28}" type="slidenum">
              <a:rPr lang="en-GB" smtClean="0"/>
              <a:t>26</a:t>
            </a:fld>
            <a:endParaRPr lang="en-GB"/>
          </a:p>
        </p:txBody>
      </p:sp>
    </p:spTree>
    <p:extLst>
      <p:ext uri="{BB962C8B-B14F-4D97-AF65-F5344CB8AC3E}">
        <p14:creationId xmlns:p14="http://schemas.microsoft.com/office/powerpoint/2010/main" val="914439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Connect</a:t>
            </a:r>
          </a:p>
          <a:p>
            <a:r>
              <a:rPr lang="en-GB" dirty="0"/>
              <a:t>Referring back to the main tables </a:t>
            </a:r>
          </a:p>
          <a:p>
            <a:r>
              <a:rPr lang="en-GB" dirty="0"/>
              <a:t>Predicate is a condition expression the evaluates to a Boolean value, either true or false</a:t>
            </a:r>
          </a:p>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27</a:t>
            </a:fld>
            <a:endParaRPr lang="en-GB"/>
          </a:p>
        </p:txBody>
      </p:sp>
    </p:spTree>
    <p:extLst>
      <p:ext uri="{BB962C8B-B14F-4D97-AF65-F5344CB8AC3E}">
        <p14:creationId xmlns:p14="http://schemas.microsoft.com/office/powerpoint/2010/main" val="20679041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Connect</a:t>
            </a:r>
          </a:p>
          <a:p>
            <a:r>
              <a:rPr lang="en-GB" dirty="0"/>
              <a:t>Referring back to the main tables</a:t>
            </a:r>
          </a:p>
        </p:txBody>
      </p:sp>
      <p:sp>
        <p:nvSpPr>
          <p:cNvPr id="4" name="Slide Number Placeholder 3"/>
          <p:cNvSpPr>
            <a:spLocks noGrp="1"/>
          </p:cNvSpPr>
          <p:nvPr>
            <p:ph type="sldNum" sz="quarter" idx="5"/>
          </p:nvPr>
        </p:nvSpPr>
        <p:spPr/>
        <p:txBody>
          <a:bodyPr/>
          <a:lstStyle/>
          <a:p>
            <a:fld id="{07B3E6DD-AC51-4C54-BBEA-F0A4EA3EDB28}" type="slidenum">
              <a:rPr lang="en-GB" smtClean="0"/>
              <a:t>28</a:t>
            </a:fld>
            <a:endParaRPr lang="en-GB"/>
          </a:p>
        </p:txBody>
      </p:sp>
    </p:spTree>
    <p:extLst>
      <p:ext uri="{BB962C8B-B14F-4D97-AF65-F5344CB8AC3E}">
        <p14:creationId xmlns:p14="http://schemas.microsoft.com/office/powerpoint/2010/main" val="21641034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Connect</a:t>
            </a:r>
          </a:p>
          <a:p>
            <a:r>
              <a:rPr lang="en-GB" dirty="0"/>
              <a:t>Referring back to the main tables</a:t>
            </a:r>
          </a:p>
        </p:txBody>
      </p:sp>
      <p:sp>
        <p:nvSpPr>
          <p:cNvPr id="4" name="Slide Number Placeholder 3"/>
          <p:cNvSpPr>
            <a:spLocks noGrp="1"/>
          </p:cNvSpPr>
          <p:nvPr>
            <p:ph type="sldNum" sz="quarter" idx="5"/>
          </p:nvPr>
        </p:nvSpPr>
        <p:spPr/>
        <p:txBody>
          <a:bodyPr/>
          <a:lstStyle/>
          <a:p>
            <a:fld id="{07B3E6DD-AC51-4C54-BBEA-F0A4EA3EDB28}" type="slidenum">
              <a:rPr lang="en-GB" smtClean="0"/>
              <a:t>29</a:t>
            </a:fld>
            <a:endParaRPr lang="en-GB"/>
          </a:p>
        </p:txBody>
      </p:sp>
    </p:spTree>
    <p:extLst>
      <p:ext uri="{BB962C8B-B14F-4D97-AF65-F5344CB8AC3E}">
        <p14:creationId xmlns:p14="http://schemas.microsoft.com/office/powerpoint/2010/main" val="37746167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30</a:t>
            </a:fld>
            <a:endParaRPr lang="en-GB"/>
          </a:p>
        </p:txBody>
      </p:sp>
    </p:spTree>
    <p:extLst>
      <p:ext uri="{BB962C8B-B14F-4D97-AF65-F5344CB8AC3E}">
        <p14:creationId xmlns:p14="http://schemas.microsoft.com/office/powerpoint/2010/main" val="39134286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columns chosen selected in operation</a:t>
            </a:r>
          </a:p>
        </p:txBody>
      </p:sp>
      <p:sp>
        <p:nvSpPr>
          <p:cNvPr id="4" name="Slide Number Placeholder 3"/>
          <p:cNvSpPr>
            <a:spLocks noGrp="1"/>
          </p:cNvSpPr>
          <p:nvPr>
            <p:ph type="sldNum" sz="quarter" idx="5"/>
          </p:nvPr>
        </p:nvSpPr>
        <p:spPr/>
        <p:txBody>
          <a:bodyPr/>
          <a:lstStyle/>
          <a:p>
            <a:fld id="{07B3E6DD-AC51-4C54-BBEA-F0A4EA3EDB28}" type="slidenum">
              <a:rPr lang="en-GB" smtClean="0"/>
              <a:t>31</a:t>
            </a:fld>
            <a:endParaRPr lang="en-GB"/>
          </a:p>
        </p:txBody>
      </p:sp>
    </p:spTree>
    <p:extLst>
      <p:ext uri="{BB962C8B-B14F-4D97-AF65-F5344CB8AC3E}">
        <p14:creationId xmlns:p14="http://schemas.microsoft.com/office/powerpoint/2010/main" val="12806109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32</a:t>
            </a:fld>
            <a:endParaRPr lang="en-GB"/>
          </a:p>
        </p:txBody>
      </p:sp>
    </p:spTree>
    <p:extLst>
      <p:ext uri="{BB962C8B-B14F-4D97-AF65-F5344CB8AC3E}">
        <p14:creationId xmlns:p14="http://schemas.microsoft.com/office/powerpoint/2010/main" val="15994294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33</a:t>
            </a:fld>
            <a:endParaRPr lang="en-GB"/>
          </a:p>
        </p:txBody>
      </p:sp>
    </p:spTree>
    <p:extLst>
      <p:ext uri="{BB962C8B-B14F-4D97-AF65-F5344CB8AC3E}">
        <p14:creationId xmlns:p14="http://schemas.microsoft.com/office/powerpoint/2010/main" val="30349489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Different types  - different domains</a:t>
            </a:r>
          </a:p>
        </p:txBody>
      </p:sp>
      <p:sp>
        <p:nvSpPr>
          <p:cNvPr id="4" name="Slide Number Placeholder 3"/>
          <p:cNvSpPr>
            <a:spLocks noGrp="1"/>
          </p:cNvSpPr>
          <p:nvPr>
            <p:ph type="sldNum" sz="quarter" idx="5"/>
          </p:nvPr>
        </p:nvSpPr>
        <p:spPr/>
        <p:txBody>
          <a:bodyPr/>
          <a:lstStyle/>
          <a:p>
            <a:fld id="{07B3E6DD-AC51-4C54-BBEA-F0A4EA3EDB28}" type="slidenum">
              <a:rPr lang="en-GB" smtClean="0"/>
              <a:t>34</a:t>
            </a:fld>
            <a:endParaRPr lang="en-GB"/>
          </a:p>
        </p:txBody>
      </p:sp>
    </p:spTree>
    <p:extLst>
      <p:ext uri="{BB962C8B-B14F-4D97-AF65-F5344CB8AC3E}">
        <p14:creationId xmlns:p14="http://schemas.microsoft.com/office/powerpoint/2010/main" val="5418504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35</a:t>
            </a:fld>
            <a:endParaRPr lang="en-GB"/>
          </a:p>
        </p:txBody>
      </p:sp>
    </p:spTree>
    <p:extLst>
      <p:ext uri="{BB962C8B-B14F-4D97-AF65-F5344CB8AC3E}">
        <p14:creationId xmlns:p14="http://schemas.microsoft.com/office/powerpoint/2010/main" val="5762398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time student</a:t>
            </a:r>
          </a:p>
        </p:txBody>
      </p:sp>
      <p:sp>
        <p:nvSpPr>
          <p:cNvPr id="4" name="Slide Number Placeholder 3"/>
          <p:cNvSpPr>
            <a:spLocks noGrp="1"/>
          </p:cNvSpPr>
          <p:nvPr>
            <p:ph type="sldNum" sz="quarter" idx="5"/>
          </p:nvPr>
        </p:nvSpPr>
        <p:spPr/>
        <p:txBody>
          <a:bodyPr/>
          <a:lstStyle/>
          <a:p>
            <a:fld id="{07B3E6DD-AC51-4C54-BBEA-F0A4EA3EDB28}" type="slidenum">
              <a:rPr lang="en-GB" smtClean="0"/>
              <a:t>36</a:t>
            </a:fld>
            <a:endParaRPr lang="en-GB"/>
          </a:p>
        </p:txBody>
      </p:sp>
    </p:spTree>
    <p:extLst>
      <p:ext uri="{BB962C8B-B14F-4D97-AF65-F5344CB8AC3E}">
        <p14:creationId xmlns:p14="http://schemas.microsoft.com/office/powerpoint/2010/main" val="18213733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time students</a:t>
            </a:r>
          </a:p>
        </p:txBody>
      </p:sp>
      <p:sp>
        <p:nvSpPr>
          <p:cNvPr id="4" name="Slide Number Placeholder 3"/>
          <p:cNvSpPr>
            <a:spLocks noGrp="1"/>
          </p:cNvSpPr>
          <p:nvPr>
            <p:ph type="sldNum" sz="quarter" idx="5"/>
          </p:nvPr>
        </p:nvSpPr>
        <p:spPr/>
        <p:txBody>
          <a:bodyPr/>
          <a:lstStyle/>
          <a:p>
            <a:fld id="{07B3E6DD-AC51-4C54-BBEA-F0A4EA3EDB28}" type="slidenum">
              <a:rPr lang="en-GB" smtClean="0"/>
              <a:t>37</a:t>
            </a:fld>
            <a:endParaRPr lang="en-GB"/>
          </a:p>
        </p:txBody>
      </p:sp>
    </p:spTree>
    <p:extLst>
      <p:ext uri="{BB962C8B-B14F-4D97-AF65-F5344CB8AC3E}">
        <p14:creationId xmlns:p14="http://schemas.microsoft.com/office/powerpoint/2010/main" val="35508998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Rules for using the union operator</a:t>
            </a:r>
          </a:p>
        </p:txBody>
      </p:sp>
      <p:sp>
        <p:nvSpPr>
          <p:cNvPr id="4" name="Slide Number Placeholder 3"/>
          <p:cNvSpPr>
            <a:spLocks noGrp="1"/>
          </p:cNvSpPr>
          <p:nvPr>
            <p:ph type="sldNum" sz="quarter" idx="5"/>
          </p:nvPr>
        </p:nvSpPr>
        <p:spPr/>
        <p:txBody>
          <a:bodyPr/>
          <a:lstStyle/>
          <a:p>
            <a:fld id="{07B3E6DD-AC51-4C54-BBEA-F0A4EA3EDB28}" type="slidenum">
              <a:rPr lang="en-GB" smtClean="0"/>
              <a:t>38</a:t>
            </a:fld>
            <a:endParaRPr lang="en-GB"/>
          </a:p>
        </p:txBody>
      </p:sp>
    </p:spTree>
    <p:extLst>
      <p:ext uri="{BB962C8B-B14F-4D97-AF65-F5344CB8AC3E}">
        <p14:creationId xmlns:p14="http://schemas.microsoft.com/office/powerpoint/2010/main" val="28371339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time student  </a:t>
            </a:r>
            <a:r>
              <a:rPr lang="en-GB" sz="1800" dirty="0" err="1">
                <a:effectLst/>
                <a:latin typeface="Segoe UI" panose="020B0502040204020203" pitchFamily="34" charset="0"/>
              </a:rPr>
              <a:t>Student</a:t>
            </a:r>
            <a:r>
              <a:rPr lang="en-GB" sz="1800" dirty="0">
                <a:effectLst/>
                <a:latin typeface="Segoe UI" panose="020B0502040204020203" pitchFamily="34" charset="0"/>
              </a:rPr>
              <a:t>  </a:t>
            </a:r>
            <a:r>
              <a:rPr lang="en-GB" sz="1800" dirty="0" err="1">
                <a:effectLst/>
                <a:latin typeface="Segoe UI" panose="020B0502040204020203" pitchFamily="34" charset="0"/>
              </a:rPr>
              <a:t>PtStudent</a:t>
            </a:r>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39</a:t>
            </a:fld>
            <a:endParaRPr lang="en-GB"/>
          </a:p>
        </p:txBody>
      </p:sp>
    </p:spTree>
    <p:extLst>
      <p:ext uri="{BB962C8B-B14F-4D97-AF65-F5344CB8AC3E}">
        <p14:creationId xmlns:p14="http://schemas.microsoft.com/office/powerpoint/2010/main" val="35488831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40</a:t>
            </a:fld>
            <a:endParaRPr lang="en-GB"/>
          </a:p>
        </p:txBody>
      </p:sp>
    </p:spTree>
    <p:extLst>
      <p:ext uri="{BB962C8B-B14F-4D97-AF65-F5344CB8AC3E}">
        <p14:creationId xmlns:p14="http://schemas.microsoft.com/office/powerpoint/2010/main" val="35018343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time student</a:t>
            </a:r>
          </a:p>
        </p:txBody>
      </p:sp>
      <p:sp>
        <p:nvSpPr>
          <p:cNvPr id="4" name="Slide Number Placeholder 3"/>
          <p:cNvSpPr>
            <a:spLocks noGrp="1"/>
          </p:cNvSpPr>
          <p:nvPr>
            <p:ph type="sldNum" sz="quarter" idx="5"/>
          </p:nvPr>
        </p:nvSpPr>
        <p:spPr/>
        <p:txBody>
          <a:bodyPr/>
          <a:lstStyle/>
          <a:p>
            <a:fld id="{07B3E6DD-AC51-4C54-BBEA-F0A4EA3EDB28}" type="slidenum">
              <a:rPr lang="en-GB" smtClean="0"/>
              <a:t>41</a:t>
            </a:fld>
            <a:endParaRPr lang="en-GB"/>
          </a:p>
        </p:txBody>
      </p:sp>
    </p:spTree>
    <p:extLst>
      <p:ext uri="{BB962C8B-B14F-4D97-AF65-F5344CB8AC3E}">
        <p14:creationId xmlns:p14="http://schemas.microsoft.com/office/powerpoint/2010/main" val="24198770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time student</a:t>
            </a:r>
          </a:p>
        </p:txBody>
      </p:sp>
      <p:sp>
        <p:nvSpPr>
          <p:cNvPr id="4" name="Slide Number Placeholder 3"/>
          <p:cNvSpPr>
            <a:spLocks noGrp="1"/>
          </p:cNvSpPr>
          <p:nvPr>
            <p:ph type="sldNum" sz="quarter" idx="5"/>
          </p:nvPr>
        </p:nvSpPr>
        <p:spPr/>
        <p:txBody>
          <a:bodyPr/>
          <a:lstStyle/>
          <a:p>
            <a:fld id="{07B3E6DD-AC51-4C54-BBEA-F0A4EA3EDB28}" type="slidenum">
              <a:rPr lang="en-GB" smtClean="0"/>
              <a:t>42</a:t>
            </a:fld>
            <a:endParaRPr lang="en-GB"/>
          </a:p>
        </p:txBody>
      </p:sp>
    </p:spTree>
    <p:extLst>
      <p:ext uri="{BB962C8B-B14F-4D97-AF65-F5344CB8AC3E}">
        <p14:creationId xmlns:p14="http://schemas.microsoft.com/office/powerpoint/2010/main" val="15130548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43</a:t>
            </a:fld>
            <a:endParaRPr lang="en-GB"/>
          </a:p>
        </p:txBody>
      </p:sp>
    </p:spTree>
    <p:extLst>
      <p:ext uri="{BB962C8B-B14F-4D97-AF65-F5344CB8AC3E}">
        <p14:creationId xmlns:p14="http://schemas.microsoft.com/office/powerpoint/2010/main" val="36010867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44</a:t>
            </a:fld>
            <a:endParaRPr lang="en-GB"/>
          </a:p>
        </p:txBody>
      </p:sp>
    </p:spTree>
    <p:extLst>
      <p:ext uri="{BB962C8B-B14F-4D97-AF65-F5344CB8AC3E}">
        <p14:creationId xmlns:p14="http://schemas.microsoft.com/office/powerpoint/2010/main" val="30541471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45</a:t>
            </a:fld>
            <a:endParaRPr lang="en-GB"/>
          </a:p>
        </p:txBody>
      </p:sp>
    </p:spTree>
    <p:extLst>
      <p:ext uri="{BB962C8B-B14F-4D97-AF65-F5344CB8AC3E}">
        <p14:creationId xmlns:p14="http://schemas.microsoft.com/office/powerpoint/2010/main" val="15154270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46</a:t>
            </a:fld>
            <a:endParaRPr lang="en-GB"/>
          </a:p>
        </p:txBody>
      </p:sp>
    </p:spTree>
    <p:extLst>
      <p:ext uri="{BB962C8B-B14F-4D97-AF65-F5344CB8AC3E}">
        <p14:creationId xmlns:p14="http://schemas.microsoft.com/office/powerpoint/2010/main" val="28891065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Connolly, T. and </a:t>
            </a:r>
            <a:r>
              <a:rPr lang="en-GB" dirty="0" err="1"/>
              <a:t>Begg</a:t>
            </a:r>
            <a:r>
              <a:rPr lang="en-GB" dirty="0"/>
              <a:t>, C. (2014). Database Systems: </a:t>
            </a:r>
            <a:r>
              <a:rPr lang="en-GB" i="1" dirty="0"/>
              <a:t>A Practical Approach to Design, Implementation, and Management</a:t>
            </a:r>
            <a:r>
              <a:rPr lang="en-GB" dirty="0"/>
              <a:t>, 6th Edition. Pearson</a:t>
            </a:r>
          </a:p>
        </p:txBody>
      </p:sp>
      <p:sp>
        <p:nvSpPr>
          <p:cNvPr id="4" name="Slide Number Placeholder 3"/>
          <p:cNvSpPr>
            <a:spLocks noGrp="1"/>
          </p:cNvSpPr>
          <p:nvPr>
            <p:ph type="sldNum" sz="quarter" idx="5"/>
          </p:nvPr>
        </p:nvSpPr>
        <p:spPr/>
        <p:txBody>
          <a:bodyPr/>
          <a:lstStyle/>
          <a:p>
            <a:fld id="{07B3E6DD-AC51-4C54-BBEA-F0A4EA3EDB28}" type="slidenum">
              <a:rPr lang="en-GB" smtClean="0"/>
              <a:t>47</a:t>
            </a:fld>
            <a:endParaRPr lang="en-GB"/>
          </a:p>
        </p:txBody>
      </p:sp>
    </p:spTree>
    <p:extLst>
      <p:ext uri="{BB962C8B-B14F-4D97-AF65-F5344CB8AC3E}">
        <p14:creationId xmlns:p14="http://schemas.microsoft.com/office/powerpoint/2010/main" val="1293874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48</a:t>
            </a:fld>
            <a:endParaRPr lang="en-GB"/>
          </a:p>
        </p:txBody>
      </p:sp>
    </p:spTree>
    <p:extLst>
      <p:ext uri="{BB962C8B-B14F-4D97-AF65-F5344CB8AC3E}">
        <p14:creationId xmlns:p14="http://schemas.microsoft.com/office/powerpoint/2010/main" val="1776370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49</a:t>
            </a:fld>
            <a:endParaRPr lang="en-GB"/>
          </a:p>
        </p:txBody>
      </p:sp>
    </p:spTree>
    <p:extLst>
      <p:ext uri="{BB962C8B-B14F-4D97-AF65-F5344CB8AC3E}">
        <p14:creationId xmlns:p14="http://schemas.microsoft.com/office/powerpoint/2010/main" val="14968000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50</a:t>
            </a:fld>
            <a:endParaRPr lang="en-GB"/>
          </a:p>
        </p:txBody>
      </p:sp>
    </p:spTree>
    <p:extLst>
      <p:ext uri="{BB962C8B-B14F-4D97-AF65-F5344CB8AC3E}">
        <p14:creationId xmlns:p14="http://schemas.microsoft.com/office/powerpoint/2010/main" val="28318042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51</a:t>
            </a:fld>
            <a:endParaRPr lang="en-GB"/>
          </a:p>
        </p:txBody>
      </p:sp>
    </p:spTree>
    <p:extLst>
      <p:ext uri="{BB962C8B-B14F-4D97-AF65-F5344CB8AC3E}">
        <p14:creationId xmlns:p14="http://schemas.microsoft.com/office/powerpoint/2010/main" val="20073484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52</a:t>
            </a:fld>
            <a:endParaRPr lang="en-GB"/>
          </a:p>
        </p:txBody>
      </p:sp>
    </p:spTree>
    <p:extLst>
      <p:ext uri="{BB962C8B-B14F-4D97-AF65-F5344CB8AC3E}">
        <p14:creationId xmlns:p14="http://schemas.microsoft.com/office/powerpoint/2010/main" val="42002862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53</a:t>
            </a:fld>
            <a:endParaRPr lang="en-GB"/>
          </a:p>
        </p:txBody>
      </p:sp>
    </p:spTree>
    <p:extLst>
      <p:ext uri="{BB962C8B-B14F-4D97-AF65-F5344CB8AC3E}">
        <p14:creationId xmlns:p14="http://schemas.microsoft.com/office/powerpoint/2010/main" val="38219612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54</a:t>
            </a:fld>
            <a:endParaRPr lang="en-GB"/>
          </a:p>
        </p:txBody>
      </p:sp>
    </p:spTree>
    <p:extLst>
      <p:ext uri="{BB962C8B-B14F-4D97-AF65-F5344CB8AC3E}">
        <p14:creationId xmlns:p14="http://schemas.microsoft.com/office/powerpoint/2010/main" val="39944340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55</a:t>
            </a:fld>
            <a:endParaRPr lang="en-GB"/>
          </a:p>
        </p:txBody>
      </p:sp>
    </p:spTree>
    <p:extLst>
      <p:ext uri="{BB962C8B-B14F-4D97-AF65-F5344CB8AC3E}">
        <p14:creationId xmlns:p14="http://schemas.microsoft.com/office/powerpoint/2010/main" val="23813864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More information regarding this in the textbook: </a:t>
            </a:r>
          </a:p>
        </p:txBody>
      </p:sp>
      <p:sp>
        <p:nvSpPr>
          <p:cNvPr id="4" name="Slide Number Placeholder 3"/>
          <p:cNvSpPr>
            <a:spLocks noGrp="1"/>
          </p:cNvSpPr>
          <p:nvPr>
            <p:ph type="sldNum" sz="quarter" idx="5"/>
          </p:nvPr>
        </p:nvSpPr>
        <p:spPr/>
        <p:txBody>
          <a:bodyPr/>
          <a:lstStyle/>
          <a:p>
            <a:fld id="{07B3E6DD-AC51-4C54-BBEA-F0A4EA3EDB28}" type="slidenum">
              <a:rPr lang="en-GB" smtClean="0"/>
              <a:t>56</a:t>
            </a:fld>
            <a:endParaRPr lang="en-GB"/>
          </a:p>
        </p:txBody>
      </p:sp>
    </p:spTree>
    <p:extLst>
      <p:ext uri="{BB962C8B-B14F-4D97-AF65-F5344CB8AC3E}">
        <p14:creationId xmlns:p14="http://schemas.microsoft.com/office/powerpoint/2010/main" val="38630121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Condition – matching attributes/column</a:t>
            </a:r>
          </a:p>
        </p:txBody>
      </p:sp>
      <p:sp>
        <p:nvSpPr>
          <p:cNvPr id="4" name="Slide Number Placeholder 3"/>
          <p:cNvSpPr>
            <a:spLocks noGrp="1"/>
          </p:cNvSpPr>
          <p:nvPr>
            <p:ph type="sldNum" sz="quarter" idx="5"/>
          </p:nvPr>
        </p:nvSpPr>
        <p:spPr/>
        <p:txBody>
          <a:bodyPr/>
          <a:lstStyle/>
          <a:p>
            <a:fld id="{07B3E6DD-AC51-4C54-BBEA-F0A4EA3EDB28}" type="slidenum">
              <a:rPr lang="en-GB" smtClean="0"/>
              <a:t>57</a:t>
            </a:fld>
            <a:endParaRPr lang="en-GB"/>
          </a:p>
        </p:txBody>
      </p:sp>
    </p:spTree>
    <p:extLst>
      <p:ext uri="{BB962C8B-B14F-4D97-AF65-F5344CB8AC3E}">
        <p14:creationId xmlns:p14="http://schemas.microsoft.com/office/powerpoint/2010/main" val="27997881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58</a:t>
            </a:fld>
            <a:endParaRPr lang="en-GB"/>
          </a:p>
        </p:txBody>
      </p:sp>
    </p:spTree>
    <p:extLst>
      <p:ext uri="{BB962C8B-B14F-4D97-AF65-F5344CB8AC3E}">
        <p14:creationId xmlns:p14="http://schemas.microsoft.com/office/powerpoint/2010/main" val="3640214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59</a:t>
            </a:fld>
            <a:endParaRPr lang="en-GB"/>
          </a:p>
        </p:txBody>
      </p:sp>
    </p:spTree>
    <p:extLst>
      <p:ext uri="{BB962C8B-B14F-4D97-AF65-F5344CB8AC3E}">
        <p14:creationId xmlns:p14="http://schemas.microsoft.com/office/powerpoint/2010/main" val="9600572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60</a:t>
            </a:fld>
            <a:endParaRPr lang="en-GB"/>
          </a:p>
        </p:txBody>
      </p:sp>
    </p:spTree>
    <p:extLst>
      <p:ext uri="{BB962C8B-B14F-4D97-AF65-F5344CB8AC3E}">
        <p14:creationId xmlns:p14="http://schemas.microsoft.com/office/powerpoint/2010/main" val="22959074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solidFill>
                  <a:srgbClr val="242424"/>
                </a:solidFill>
                <a:effectLst/>
                <a:latin typeface="Segoe UI" panose="020B0502040204020203" pitchFamily="34" charset="0"/>
                <a:ea typeface="Calibri" panose="020F0502020204030204" pitchFamily="34" charset="0"/>
              </a:rPr>
              <a:t>S.SID and R.SID are in the result because the </a:t>
            </a:r>
            <a:r>
              <a:rPr lang="en-GB" sz="1800" dirty="0" err="1">
                <a:solidFill>
                  <a:srgbClr val="242424"/>
                </a:solidFill>
                <a:effectLst/>
                <a:latin typeface="Segoe UI" panose="020B0502040204020203" pitchFamily="34" charset="0"/>
                <a:ea typeface="Calibri" panose="020F0502020204030204" pitchFamily="34" charset="0"/>
              </a:rPr>
              <a:t>equi</a:t>
            </a:r>
            <a:r>
              <a:rPr lang="en-GB" sz="1800" dirty="0">
                <a:solidFill>
                  <a:srgbClr val="242424"/>
                </a:solidFill>
                <a:effectLst/>
                <a:latin typeface="Segoe UI" panose="020B0502040204020203" pitchFamily="34" charset="0"/>
                <a:ea typeface="Calibri" panose="020F0502020204030204" pitchFamily="34" charset="0"/>
              </a:rPr>
              <a:t> join preserves them for the comparison</a:t>
            </a:r>
            <a:br>
              <a:rPr lang="en-GB" sz="1800" dirty="0">
                <a:solidFill>
                  <a:srgbClr val="242424"/>
                </a:solidFill>
                <a:effectLst/>
                <a:latin typeface="Segoe UI" panose="020B0502040204020203" pitchFamily="34" charset="0"/>
                <a:ea typeface="Calibri" panose="020F0502020204030204" pitchFamily="34" charset="0"/>
              </a:rPr>
            </a:br>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61</a:t>
            </a:fld>
            <a:endParaRPr lang="en-GB"/>
          </a:p>
        </p:txBody>
      </p:sp>
    </p:spTree>
    <p:extLst>
      <p:ext uri="{BB962C8B-B14F-4D97-AF65-F5344CB8AC3E}">
        <p14:creationId xmlns:p14="http://schemas.microsoft.com/office/powerpoint/2010/main" val="11781405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62</a:t>
            </a:fld>
            <a:endParaRPr lang="en-GB"/>
          </a:p>
        </p:txBody>
      </p:sp>
    </p:spTree>
    <p:extLst>
      <p:ext uri="{BB962C8B-B14F-4D97-AF65-F5344CB8AC3E}">
        <p14:creationId xmlns:p14="http://schemas.microsoft.com/office/powerpoint/2010/main" val="31843931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7B3E6DD-AC51-4C54-BBEA-F0A4EA3EDB28}" type="slidenum">
              <a:rPr lang="en-GB" smtClean="0"/>
              <a:t>63</a:t>
            </a:fld>
            <a:endParaRPr lang="en-GB"/>
          </a:p>
        </p:txBody>
      </p:sp>
    </p:spTree>
    <p:extLst>
      <p:ext uri="{BB962C8B-B14F-4D97-AF65-F5344CB8AC3E}">
        <p14:creationId xmlns:p14="http://schemas.microsoft.com/office/powerpoint/2010/main" val="33285423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64</a:t>
            </a:fld>
            <a:endParaRPr lang="en-GB"/>
          </a:p>
        </p:txBody>
      </p:sp>
    </p:spTree>
    <p:extLst>
      <p:ext uri="{BB962C8B-B14F-4D97-AF65-F5344CB8AC3E}">
        <p14:creationId xmlns:p14="http://schemas.microsoft.com/office/powerpoint/2010/main" val="30737750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65</a:t>
            </a:fld>
            <a:endParaRPr lang="en-GB"/>
          </a:p>
        </p:txBody>
      </p:sp>
    </p:spTree>
    <p:extLst>
      <p:ext uri="{BB962C8B-B14F-4D97-AF65-F5344CB8AC3E}">
        <p14:creationId xmlns:p14="http://schemas.microsoft.com/office/powerpoint/2010/main" val="63547850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66</a:t>
            </a:fld>
            <a:endParaRPr lang="en-GB"/>
          </a:p>
        </p:txBody>
      </p:sp>
    </p:spTree>
    <p:extLst>
      <p:ext uri="{BB962C8B-B14F-4D97-AF65-F5344CB8AC3E}">
        <p14:creationId xmlns:p14="http://schemas.microsoft.com/office/powerpoint/2010/main" val="151189119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mj-lt"/>
                <a:sym typeface="WP MathA" pitchFamily="2" charset="2"/>
              </a:rPr>
              <a:t> </a:t>
            </a:r>
          </a:p>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67</a:t>
            </a:fld>
            <a:endParaRPr lang="en-GB"/>
          </a:p>
        </p:txBody>
      </p:sp>
    </p:spTree>
    <p:extLst>
      <p:ext uri="{BB962C8B-B14F-4D97-AF65-F5344CB8AC3E}">
        <p14:creationId xmlns:p14="http://schemas.microsoft.com/office/powerpoint/2010/main" val="142127616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68</a:t>
            </a:fld>
            <a:endParaRPr lang="en-GB"/>
          </a:p>
        </p:txBody>
      </p:sp>
    </p:spTree>
    <p:extLst>
      <p:ext uri="{BB962C8B-B14F-4D97-AF65-F5344CB8AC3E}">
        <p14:creationId xmlns:p14="http://schemas.microsoft.com/office/powerpoint/2010/main" val="14441046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56E26-3B3A-0087-FA80-DF74117DA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388F2-E135-2C92-A29B-C361FBD9F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928696-8DD5-F330-012A-FA31C166C54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A74290C-BB16-9EA0-2B7B-E986EAB75E2A}"/>
              </a:ext>
            </a:extLst>
          </p:cNvPr>
          <p:cNvSpPr>
            <a:spLocks noGrp="1"/>
          </p:cNvSpPr>
          <p:nvPr>
            <p:ph type="sldNum" sz="quarter" idx="5"/>
          </p:nvPr>
        </p:nvSpPr>
        <p:spPr/>
        <p:txBody>
          <a:bodyPr/>
          <a:lstStyle/>
          <a:p>
            <a:fld id="{07B3E6DD-AC51-4C54-BBEA-F0A4EA3EDB28}" type="slidenum">
              <a:rPr lang="en-GB" smtClean="0"/>
              <a:t>69</a:t>
            </a:fld>
            <a:endParaRPr lang="en-GB"/>
          </a:p>
        </p:txBody>
      </p:sp>
    </p:spTree>
    <p:extLst>
      <p:ext uri="{BB962C8B-B14F-4D97-AF65-F5344CB8AC3E}">
        <p14:creationId xmlns:p14="http://schemas.microsoft.com/office/powerpoint/2010/main" val="5608961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70</a:t>
            </a:fld>
            <a:endParaRPr lang="en-GB"/>
          </a:p>
        </p:txBody>
      </p:sp>
    </p:spTree>
    <p:extLst>
      <p:ext uri="{BB962C8B-B14F-4D97-AF65-F5344CB8AC3E}">
        <p14:creationId xmlns:p14="http://schemas.microsoft.com/office/powerpoint/2010/main" val="139909937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91A59-E8ED-539B-4D2A-670F0E320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52190-80EC-453E-2497-0FCF2B20A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E7A07-C1A1-EEB4-97D4-CE5E3321AF5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123A580-C3A4-748F-4CAE-ACCFFABDA8B3}"/>
              </a:ext>
            </a:extLst>
          </p:cNvPr>
          <p:cNvSpPr>
            <a:spLocks noGrp="1"/>
          </p:cNvSpPr>
          <p:nvPr>
            <p:ph type="sldNum" sz="quarter" idx="5"/>
          </p:nvPr>
        </p:nvSpPr>
        <p:spPr/>
        <p:txBody>
          <a:bodyPr/>
          <a:lstStyle/>
          <a:p>
            <a:fld id="{07B3E6DD-AC51-4C54-BBEA-F0A4EA3EDB28}" type="slidenum">
              <a:rPr lang="en-GB" smtClean="0"/>
              <a:t>71</a:t>
            </a:fld>
            <a:endParaRPr lang="en-GB"/>
          </a:p>
        </p:txBody>
      </p:sp>
    </p:spTree>
    <p:extLst>
      <p:ext uri="{BB962C8B-B14F-4D97-AF65-F5344CB8AC3E}">
        <p14:creationId xmlns:p14="http://schemas.microsoft.com/office/powerpoint/2010/main" val="21073401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253E0-B44B-A22E-4B2D-999AA44A2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0BF9F-DFE6-FF16-7569-0D5206DBA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90151-3CCF-D728-D496-0498322602C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FA9B70C-99A7-508C-3E69-9661983334CE}"/>
              </a:ext>
            </a:extLst>
          </p:cNvPr>
          <p:cNvSpPr>
            <a:spLocks noGrp="1"/>
          </p:cNvSpPr>
          <p:nvPr>
            <p:ph type="sldNum" sz="quarter" idx="5"/>
          </p:nvPr>
        </p:nvSpPr>
        <p:spPr/>
        <p:txBody>
          <a:bodyPr/>
          <a:lstStyle/>
          <a:p>
            <a:fld id="{07B3E6DD-AC51-4C54-BBEA-F0A4EA3EDB28}" type="slidenum">
              <a:rPr lang="en-GB" smtClean="0"/>
              <a:t>72</a:t>
            </a:fld>
            <a:endParaRPr lang="en-GB"/>
          </a:p>
        </p:txBody>
      </p:sp>
    </p:spTree>
    <p:extLst>
      <p:ext uri="{BB962C8B-B14F-4D97-AF65-F5344CB8AC3E}">
        <p14:creationId xmlns:p14="http://schemas.microsoft.com/office/powerpoint/2010/main" val="6671618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Lecture 2</a:t>
            </a:r>
          </a:p>
        </p:txBody>
      </p:sp>
      <p:sp>
        <p:nvSpPr>
          <p:cNvPr id="4" name="Slide Number Placeholder 3"/>
          <p:cNvSpPr>
            <a:spLocks noGrp="1"/>
          </p:cNvSpPr>
          <p:nvPr>
            <p:ph type="sldNum" sz="quarter" idx="5"/>
          </p:nvPr>
        </p:nvSpPr>
        <p:spPr/>
        <p:txBody>
          <a:bodyPr/>
          <a:lstStyle/>
          <a:p>
            <a:fld id="{07B3E6DD-AC51-4C54-BBEA-F0A4EA3EDB28}" type="slidenum">
              <a:rPr lang="en-GB" smtClean="0"/>
              <a:t>73</a:t>
            </a:fld>
            <a:endParaRPr lang="en-GB"/>
          </a:p>
        </p:txBody>
      </p:sp>
    </p:spTree>
    <p:extLst>
      <p:ext uri="{BB962C8B-B14F-4D97-AF65-F5344CB8AC3E}">
        <p14:creationId xmlns:p14="http://schemas.microsoft.com/office/powerpoint/2010/main" val="12074387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74</a:t>
            </a:fld>
            <a:endParaRPr lang="en-GB"/>
          </a:p>
        </p:txBody>
      </p:sp>
    </p:spTree>
    <p:extLst>
      <p:ext uri="{BB962C8B-B14F-4D97-AF65-F5344CB8AC3E}">
        <p14:creationId xmlns:p14="http://schemas.microsoft.com/office/powerpoint/2010/main" val="389171502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3E6DD-AC51-4C54-BBEA-F0A4EA3EDB28}" type="slidenum">
              <a:rPr lang="en-GB" smtClean="0"/>
              <a:t>75</a:t>
            </a:fld>
            <a:endParaRPr lang="en-GB"/>
          </a:p>
        </p:txBody>
      </p:sp>
    </p:spTree>
    <p:extLst>
      <p:ext uri="{BB962C8B-B14F-4D97-AF65-F5344CB8AC3E}">
        <p14:creationId xmlns:p14="http://schemas.microsoft.com/office/powerpoint/2010/main" val="22441239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AEA8B-2320-0A94-063D-17BEE629E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6DB23E-3F73-CA5B-334D-BE97BE5FE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80500-3F82-600C-47C4-E85ECB7DD1B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E20BFED-D743-2C10-B030-D46596D0BDF8}"/>
              </a:ext>
            </a:extLst>
          </p:cNvPr>
          <p:cNvSpPr>
            <a:spLocks noGrp="1"/>
          </p:cNvSpPr>
          <p:nvPr>
            <p:ph type="sldNum" sz="quarter" idx="5"/>
          </p:nvPr>
        </p:nvSpPr>
        <p:spPr/>
        <p:txBody>
          <a:bodyPr/>
          <a:lstStyle/>
          <a:p>
            <a:fld id="{07B3E6DD-AC51-4C54-BBEA-F0A4EA3EDB28}" type="slidenum">
              <a:rPr lang="en-GB" smtClean="0"/>
              <a:t>76</a:t>
            </a:fld>
            <a:endParaRPr lang="en-GB"/>
          </a:p>
        </p:txBody>
      </p:sp>
    </p:spTree>
    <p:extLst>
      <p:ext uri="{BB962C8B-B14F-4D97-AF65-F5344CB8AC3E}">
        <p14:creationId xmlns:p14="http://schemas.microsoft.com/office/powerpoint/2010/main" val="1683660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FD0B3B-4717-4B29-9AAA-3631ADDC7255}"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317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47A62E-2943-496B-BCCA-1A8691C37B3F}"/>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30FC6C2-2FF6-48A2-A899-33793128B1EE}"/>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lIns="108000"/>
          <a:lstStyle>
            <a:lvl1pPr marL="91440" indent="-144000">
              <a:buFont typeface="Arial" panose="020B0604020202020204" pitchFamily="34" charset="0"/>
              <a:buChar cha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42F4F50-0126-4860-A8E3-5467C21B6977}" type="datetime1">
              <a:rPr lang="en-GB" smtClean="0"/>
              <a:t>16/10/2025</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cxnSp>
        <p:nvCxnSpPr>
          <p:cNvPr id="9" name="Straight Connector 8">
            <a:extLst>
              <a:ext uri="{FF2B5EF4-FFF2-40B4-BE49-F238E27FC236}">
                <a16:creationId xmlns:a16="http://schemas.microsoft.com/office/drawing/2014/main" id="{2FA8E055-A482-4691-81D2-D35F944D331F}"/>
              </a:ext>
            </a:extLst>
          </p:cNvPr>
          <p:cNvCxnSpPr/>
          <p:nvPr userDrawn="1"/>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997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4F1D8-94B2-EF62-1990-ED6B4766A5F2}"/>
              </a:ext>
            </a:extLst>
          </p:cNvPr>
          <p:cNvSpPr>
            <a:spLocks noGrp="1"/>
          </p:cNvSpPr>
          <p:nvPr>
            <p:ph type="title"/>
          </p:nvPr>
        </p:nvSpPr>
        <p:spPr>
          <a:xfrm>
            <a:off x="1097280" y="286603"/>
            <a:ext cx="8447553" cy="652849"/>
          </a:xfrm>
        </p:spPr>
        <p:txBody>
          <a:body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9B507447-CF74-A5FA-5451-120F8F7896D8}"/>
              </a:ext>
            </a:extLst>
          </p:cNvPr>
          <p:cNvSpPr>
            <a:spLocks noGrp="1"/>
          </p:cNvSpPr>
          <p:nvPr>
            <p:ph type="dt" sz="half" idx="10"/>
          </p:nvPr>
        </p:nvSpPr>
        <p:spPr/>
        <p:txBody>
          <a:bodyPr/>
          <a:lstStyle/>
          <a:p>
            <a:fld id="{2D4FB1E5-BCC5-49BA-85EB-336CDD8D646C}" type="datetime1">
              <a:rPr lang="en-GB" smtClean="0"/>
              <a:t>16/10/2025</a:t>
            </a:fld>
            <a:endParaRPr lang="en-GB"/>
          </a:p>
        </p:txBody>
      </p:sp>
      <p:sp>
        <p:nvSpPr>
          <p:cNvPr id="4" name="Footer Placeholder 3">
            <a:extLst>
              <a:ext uri="{FF2B5EF4-FFF2-40B4-BE49-F238E27FC236}">
                <a16:creationId xmlns:a16="http://schemas.microsoft.com/office/drawing/2014/main" id="{C05A1B99-8514-3269-91F0-099554F3550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9CCC9E-C555-5572-64FC-61C4760EE8E1}"/>
              </a:ext>
            </a:extLst>
          </p:cNvPr>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30766979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D36B-3199-3DA7-0866-98ED8AA0072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E3B044B-D2B8-8401-2EE8-3DA45F8FCB7A}"/>
              </a:ext>
            </a:extLst>
          </p:cNvPr>
          <p:cNvSpPr>
            <a:spLocks noGrp="1"/>
          </p:cNvSpPr>
          <p:nvPr>
            <p:ph type="dt" sz="half" idx="10"/>
          </p:nvPr>
        </p:nvSpPr>
        <p:spPr/>
        <p:txBody>
          <a:bodyPr/>
          <a:lstStyle/>
          <a:p>
            <a:fld id="{FA3EA039-E3BC-40BB-8D0C-BA024ED8D94F}" type="datetime1">
              <a:rPr lang="en-GB" smtClean="0"/>
              <a:t>16/10/2025</a:t>
            </a:fld>
            <a:endParaRPr lang="en-GB"/>
          </a:p>
        </p:txBody>
      </p:sp>
      <p:sp>
        <p:nvSpPr>
          <p:cNvPr id="4" name="Footer Placeholder 3">
            <a:extLst>
              <a:ext uri="{FF2B5EF4-FFF2-40B4-BE49-F238E27FC236}">
                <a16:creationId xmlns:a16="http://schemas.microsoft.com/office/drawing/2014/main" id="{85B54D96-9E39-BA32-0A2F-249FFB724BB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92D0B86-698C-2BCE-90F3-6892EEA01CBF}"/>
              </a:ext>
            </a:extLst>
          </p:cNvPr>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3041568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BD2AF2-DBA8-4C71-A5BF-3ED6032E9170}"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605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67360E-3181-4901-A698-D78052F3C266}"/>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9434A803-DFD4-46E4-868E-7582A98E4C89}"/>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lvl1pPr marL="180000" indent="-144000">
              <a:buFont typeface="Arial" panose="020B0604020202020204" pitchFamily="34" charset="0"/>
              <a:buChar cha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lvl1pPr marL="180000" indent="-144000">
              <a:buFont typeface="Arial" panose="020B0604020202020204" pitchFamily="34" charset="0"/>
              <a:buChar cha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5466E929-C441-4B47-9460-D663BEFFB052}" type="datetime1">
              <a:rPr lang="en-GB" smtClean="0"/>
              <a:t>16/10/2025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6A34F1-7EE3-4CA4-B196-255978C82451}" type="slidenum">
              <a:rPr lang="en-GB" smtClean="0"/>
              <a:t>‹#›</a:t>
            </a:fld>
            <a:endParaRPr lang="en-GB"/>
          </a:p>
        </p:txBody>
      </p:sp>
      <p:cxnSp>
        <p:nvCxnSpPr>
          <p:cNvPr id="10" name="Straight Connector 9">
            <a:extLst>
              <a:ext uri="{FF2B5EF4-FFF2-40B4-BE49-F238E27FC236}">
                <a16:creationId xmlns:a16="http://schemas.microsoft.com/office/drawing/2014/main" id="{B85067AE-D9CC-4B3A-B7E9-D5F01D7F1488}"/>
              </a:ext>
            </a:extLst>
          </p:cNvPr>
          <p:cNvCxnSpPr/>
          <p:nvPr userDrawn="1"/>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10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5BD9A6-511E-4427-9B32-264672DE4039}"/>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A02577F1-EF36-4E44-AAAF-A46C0034EA5F}"/>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B4829A-186D-40A9-9468-4FBCE370776A}" type="datetime1">
              <a:rPr lang="en-GB" smtClean="0"/>
              <a:t>16/10/2025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96A34F1-7EE3-4CA4-B196-255978C82451}" type="slidenum">
              <a:rPr lang="en-GB" smtClean="0"/>
              <a:t>‹#›</a:t>
            </a:fld>
            <a:endParaRPr lang="en-GB"/>
          </a:p>
        </p:txBody>
      </p:sp>
      <p:cxnSp>
        <p:nvCxnSpPr>
          <p:cNvPr id="12" name="Straight Connector 11">
            <a:extLst>
              <a:ext uri="{FF2B5EF4-FFF2-40B4-BE49-F238E27FC236}">
                <a16:creationId xmlns:a16="http://schemas.microsoft.com/office/drawing/2014/main" id="{1314AA25-A9D9-496D-A365-2D65EA7FF927}"/>
              </a:ext>
            </a:extLst>
          </p:cNvPr>
          <p:cNvCxnSpPr/>
          <p:nvPr userDrawn="1"/>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6067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BD25BE-8343-4D84-94C7-898117B72B4B}"/>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E46267A-63BF-49B4-BF77-4A0F294A21D6}"/>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E1773D-102F-4335-9D98-2224E91E1C18}" type="datetime1">
              <a:rPr lang="en-GB" smtClean="0"/>
              <a:t>16/10/2025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96A34F1-7EE3-4CA4-B196-255978C82451}" type="slidenum">
              <a:rPr lang="en-GB" smtClean="0"/>
              <a:t>‹#›</a:t>
            </a:fld>
            <a:endParaRPr lang="en-GB"/>
          </a:p>
        </p:txBody>
      </p:sp>
      <p:cxnSp>
        <p:nvCxnSpPr>
          <p:cNvPr id="8" name="Straight Connector 7">
            <a:extLst>
              <a:ext uri="{FF2B5EF4-FFF2-40B4-BE49-F238E27FC236}">
                <a16:creationId xmlns:a16="http://schemas.microsoft.com/office/drawing/2014/main" id="{DE78E057-E7D7-4F24-9137-8B83AE487008}"/>
              </a:ext>
            </a:extLst>
          </p:cNvPr>
          <p:cNvCxnSpPr/>
          <p:nvPr userDrawn="1"/>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0917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2801421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668B38C-51AB-4236-BD8B-DD600AB4B0D9}" type="datetime1">
              <a:rPr lang="en-GB" smtClean="0"/>
              <a:t>16/10/2025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96A34F1-7EE3-4CA4-B196-255978C82451}" type="slidenum">
              <a:rPr lang="en-GB" smtClean="0"/>
              <a:t>‹#›</a:t>
            </a:fld>
            <a:endParaRPr lang="en-GB"/>
          </a:p>
        </p:txBody>
      </p:sp>
    </p:spTree>
    <p:extLst>
      <p:ext uri="{BB962C8B-B14F-4D97-AF65-F5344CB8AC3E}">
        <p14:creationId xmlns:p14="http://schemas.microsoft.com/office/powerpoint/2010/main" val="3212930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F85ECD-3DB8-4D9F-9696-DE6058448E26}" type="datetime1">
              <a:rPr lang="en-GB" smtClean="0"/>
              <a:t>16/10/2025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262095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171A9D-B530-4E69-8321-B044CEC042CE}"/>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0BDBF44A-E81A-4A61-915A-51C9A52AE137}"/>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7994BB-8A8C-4705-8394-1B66A384F9C6}"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cxnSp>
        <p:nvCxnSpPr>
          <p:cNvPr id="9" name="Straight Connector 8">
            <a:extLst>
              <a:ext uri="{FF2B5EF4-FFF2-40B4-BE49-F238E27FC236}">
                <a16:creationId xmlns:a16="http://schemas.microsoft.com/office/drawing/2014/main" id="{20BEEB17-7F4B-4FF1-BED4-3D5564C446AF}"/>
              </a:ext>
            </a:extLst>
          </p:cNvPr>
          <p:cNvCxnSpPr/>
          <p:nvPr userDrawn="1"/>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715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78F59-788A-4DA8-8493-E7EE1E657719}"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30115985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20089-E2A9-82AA-C3B6-A1C93E1730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D9EAB1C-04FA-5690-F8C3-0C3BF340A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BF5FB89-8C6C-35AC-21C6-5989EA30B73A}"/>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5" name="Footer Placeholder 4">
            <a:extLst>
              <a:ext uri="{FF2B5EF4-FFF2-40B4-BE49-F238E27FC236}">
                <a16:creationId xmlns:a16="http://schemas.microsoft.com/office/drawing/2014/main" id="{D0433557-8C1D-CDA0-6216-0AB2EE09A39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406E80-C6F0-66A3-4FE9-A6D564D7AA9F}"/>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3263760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8D988-28F8-F598-B762-AB72520525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40B5151-47C6-81F3-740B-094E285337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6DF7CC-1FA4-8C0E-7EAA-929B619FF5AE}"/>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5" name="Footer Placeholder 4">
            <a:extLst>
              <a:ext uri="{FF2B5EF4-FFF2-40B4-BE49-F238E27FC236}">
                <a16:creationId xmlns:a16="http://schemas.microsoft.com/office/drawing/2014/main" id="{903F9660-9A3F-D456-8C80-AFCB65217B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82BD3D-EC25-03F8-BD5F-C0259C82DE2E}"/>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323474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5D00-CB08-1A36-1BCD-5ED53A62C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C0EFB26-C7EA-24CD-9930-D96BD079C6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0E2B3F-CD12-45E2-27F3-F0A845AD7DE3}"/>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5" name="Footer Placeholder 4">
            <a:extLst>
              <a:ext uri="{FF2B5EF4-FFF2-40B4-BE49-F238E27FC236}">
                <a16:creationId xmlns:a16="http://schemas.microsoft.com/office/drawing/2014/main" id="{34C81F82-F899-62A4-21E5-E904E1C929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3BBFB8-D262-5894-59DB-74AFBCED3133}"/>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10305058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A6F32-FDCB-3DCD-F351-82BAE003171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812417-3DBF-545D-EB38-1B4995FC02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885A65F-7199-D030-E8D3-5AE25E77C8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899433E-8124-C13E-50E4-AB6FF3DF038B}"/>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6" name="Footer Placeholder 5">
            <a:extLst>
              <a:ext uri="{FF2B5EF4-FFF2-40B4-BE49-F238E27FC236}">
                <a16:creationId xmlns:a16="http://schemas.microsoft.com/office/drawing/2014/main" id="{D8B01273-864C-43AF-816C-7B0421F54D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71E26B-848E-5A38-ADE9-3B37C22A4661}"/>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34448378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36B08-AB10-A080-13B4-2BA9DD48803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52FEF53-5405-A1FB-A758-F2F14D583D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D68F0B-BB73-E8B7-6BE0-5B5703F9CE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A39519F-58D6-C032-4593-3816F7CF95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ED3DBF-59D5-3830-EBC2-EA068A25CD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A38D9CA-AA4E-5B62-3D18-F51AE8C44026}"/>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8" name="Footer Placeholder 7">
            <a:extLst>
              <a:ext uri="{FF2B5EF4-FFF2-40B4-BE49-F238E27FC236}">
                <a16:creationId xmlns:a16="http://schemas.microsoft.com/office/drawing/2014/main" id="{0ACBE0C0-C6BC-6CC1-9B0D-3ADDFDE26F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0708F43-CB8F-8E13-0636-C6DBD828AE4E}"/>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2339282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389E-E2C4-2C6C-75EA-D7BAC4F83DA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DF70053-8C96-ABE5-8512-A2980A7A6DF3}"/>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4" name="Footer Placeholder 3">
            <a:extLst>
              <a:ext uri="{FF2B5EF4-FFF2-40B4-BE49-F238E27FC236}">
                <a16:creationId xmlns:a16="http://schemas.microsoft.com/office/drawing/2014/main" id="{36E32D54-A888-BDC4-BE97-399E0CA5AAD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074A4D3-0AB0-700D-3A0F-8C3944ED8FF2}"/>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2255550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B3A07-B5A8-7783-4A35-68FCC2C6AF50}"/>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3" name="Footer Placeholder 2">
            <a:extLst>
              <a:ext uri="{FF2B5EF4-FFF2-40B4-BE49-F238E27FC236}">
                <a16:creationId xmlns:a16="http://schemas.microsoft.com/office/drawing/2014/main" id="{9ED6AF25-C150-AC56-81A0-9C27AF80C2E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A8E5387-2C8B-625A-2E78-EAD2EE3CDEEC}"/>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1780609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938DE-7924-0A94-1F6F-2251AE746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C40AC03-3131-4A38-C949-62C079F71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A8A84E7-EAA6-F2D1-3F5E-DAC7AF178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6EB696-C3B3-4AE2-89E9-08138A81DA4A}"/>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6" name="Footer Placeholder 5">
            <a:extLst>
              <a:ext uri="{FF2B5EF4-FFF2-40B4-BE49-F238E27FC236}">
                <a16:creationId xmlns:a16="http://schemas.microsoft.com/office/drawing/2014/main" id="{B2DB1766-4CEA-6DD9-3035-8B7400C0D68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6904DBB-A672-D995-DFD6-7DD7110D2304}"/>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1061729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645D-0151-03A7-4DE9-AACD473C1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685A67F-15D4-7BFA-56BF-5C14A569C1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353B039-9896-576B-DBA7-AE73DAF81C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EFC5A9-D631-F698-20E2-1710344E0E7C}"/>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6" name="Footer Placeholder 5">
            <a:extLst>
              <a:ext uri="{FF2B5EF4-FFF2-40B4-BE49-F238E27FC236}">
                <a16:creationId xmlns:a16="http://schemas.microsoft.com/office/drawing/2014/main" id="{9CBDBF82-913A-CB78-274B-D57B44B796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3E54EC-B0D7-E6BE-E201-16B3F72E9DB9}"/>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1543014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84D31-7CE9-4A02-65CC-3A797E20150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A2C4E0-686E-4E59-5747-670B9130CB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C2A3D1-4821-4F24-CD22-FBFAF90BDDD5}"/>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5" name="Footer Placeholder 4">
            <a:extLst>
              <a:ext uri="{FF2B5EF4-FFF2-40B4-BE49-F238E27FC236}">
                <a16:creationId xmlns:a16="http://schemas.microsoft.com/office/drawing/2014/main" id="{F64368A2-2689-2FD3-2C83-869FFE9744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3EAB2B-1D67-F090-7CB2-337374CF251D}"/>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16501848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861D7C-5CD0-1B86-CE13-03A2C7E632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65F9A17-AD1D-42EC-1201-8CEB38BCE3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D80BC12-70F0-C791-0C39-2A40F81D0911}"/>
              </a:ext>
            </a:extLst>
          </p:cNvPr>
          <p:cNvSpPr>
            <a:spLocks noGrp="1"/>
          </p:cNvSpPr>
          <p:nvPr>
            <p:ph type="dt" sz="half" idx="10"/>
          </p:nvPr>
        </p:nvSpPr>
        <p:spPr/>
        <p:txBody>
          <a:bodyPr/>
          <a:lstStyle/>
          <a:p>
            <a:fld id="{ADD5DF55-31CA-4110-8548-C5E8CFA6B290}" type="datetimeFigureOut">
              <a:rPr lang="en-GB" smtClean="0"/>
              <a:t>16/10/2025</a:t>
            </a:fld>
            <a:endParaRPr lang="en-GB"/>
          </a:p>
        </p:txBody>
      </p:sp>
      <p:sp>
        <p:nvSpPr>
          <p:cNvPr id="5" name="Footer Placeholder 4">
            <a:extLst>
              <a:ext uri="{FF2B5EF4-FFF2-40B4-BE49-F238E27FC236}">
                <a16:creationId xmlns:a16="http://schemas.microsoft.com/office/drawing/2014/main" id="{C216F694-5191-9251-28B1-D537F9CBF5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B0403D-6DE4-6A6B-D1E9-A6709E27DCA1}"/>
              </a:ext>
            </a:extLst>
          </p:cNvPr>
          <p:cNvSpPr>
            <a:spLocks noGrp="1"/>
          </p:cNvSpPr>
          <p:nvPr>
            <p:ph type="sldNum" sz="quarter" idx="12"/>
          </p:nvPr>
        </p:nvSpPr>
        <p:spPr/>
        <p:txBody>
          <a:bodyPr/>
          <a:lstStyle/>
          <a:p>
            <a:fld id="{C470DBCC-9452-418D-99C1-42B79201DFCD}" type="slidenum">
              <a:rPr lang="en-GB" smtClean="0"/>
              <a:t>‹#›</a:t>
            </a:fld>
            <a:endParaRPr lang="en-GB"/>
          </a:p>
        </p:txBody>
      </p:sp>
    </p:spTree>
    <p:extLst>
      <p:ext uri="{BB962C8B-B14F-4D97-AF65-F5344CB8AC3E}">
        <p14:creationId xmlns:p14="http://schemas.microsoft.com/office/powerpoint/2010/main" val="29435516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54589"/>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598AAC-2366-4966-B649-F1994B94606E}"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6539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47A62E-2943-496B-BCCA-1A8691C37B3F}"/>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30FC6C2-2FF6-48A2-A899-33793128B1EE}"/>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lIns="108000"/>
          <a:lstStyle>
            <a:lvl1pPr marL="91440" indent="-144000">
              <a:buFont typeface="Arial" panose="020B0604020202020204" pitchFamily="34" charset="0"/>
              <a:buChar cha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405E6F8-888A-4D14-BCCB-C6A14F66A4F9}"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cxnSp>
        <p:nvCxnSpPr>
          <p:cNvPr id="9" name="Straight Connector 8">
            <a:extLst>
              <a:ext uri="{FF2B5EF4-FFF2-40B4-BE49-F238E27FC236}">
                <a16:creationId xmlns:a16="http://schemas.microsoft.com/office/drawing/2014/main" id="{BB9A8DD7-01E8-4ABB-80F2-289CC3C05327}"/>
              </a:ext>
            </a:extLst>
          </p:cNvPr>
          <p:cNvCxnSpPr/>
          <p:nvPr userDrawn="1"/>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0079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685C2B-EA14-48D7-ABA4-39F3381CBD67}"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0679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67360E-3181-4901-A698-D78052F3C266}"/>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9434A803-DFD4-46E4-868E-7582A98E4C89}"/>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lvl1pPr marL="180000" indent="-144000">
              <a:buFont typeface="Arial" panose="020B0604020202020204" pitchFamily="34" charset="0"/>
              <a:buChar cha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lvl1pPr marL="180000" indent="-144000">
              <a:buFont typeface="Arial" panose="020B0604020202020204" pitchFamily="34" charset="0"/>
              <a:buChar char="•"/>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8B2DFAD-16C7-481D-A0C7-EC5FD27345C8}" type="datetime1">
              <a:rPr lang="en-GB" smtClean="0"/>
              <a:t>16/10/2025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3337658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5BD9A6-511E-4427-9B32-264672DE4039}"/>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A02577F1-EF36-4E44-AAAF-A46C0034EA5F}"/>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D18B5E-4A8E-4C38-931A-48EAE7FD8FA3}" type="datetime1">
              <a:rPr lang="en-GB" smtClean="0"/>
              <a:t>16/10/2025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3139700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FBD25BE-8343-4D84-94C7-898117B72B4B}"/>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E46267A-63BF-49B4-BF77-4A0F294A21D6}"/>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070324-5EEE-4568-88CD-E1106348FC7E}" type="datetime1">
              <a:rPr lang="en-GB" smtClean="0"/>
              <a:t>16/10/2025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28660549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EC2E144-362D-47D2-ADCB-9AA2E7EDB578}" type="datetime1">
              <a:rPr lang="en-GB" smtClean="0"/>
              <a:t>16/10/2025</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31769349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AAE3FB0-A514-4C32-A311-9BAB4BC6030F}" type="datetime1">
              <a:rPr lang="en-GB" smtClean="0"/>
              <a:t>16/10/2025</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96A34F1-7EE3-4CA4-B196-255978C82451}" type="slidenum">
              <a:rPr lang="en-GB" smtClean="0"/>
              <a:t>‹#›</a:t>
            </a:fld>
            <a:endParaRPr lang="en-GB"/>
          </a:p>
        </p:txBody>
      </p:sp>
    </p:spTree>
    <p:extLst>
      <p:ext uri="{BB962C8B-B14F-4D97-AF65-F5344CB8AC3E}">
        <p14:creationId xmlns:p14="http://schemas.microsoft.com/office/powerpoint/2010/main" val="14296313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CEA138-FE00-4B4E-B8C2-E995D08D772F}" type="datetime1">
              <a:rPr lang="en-GB" smtClean="0"/>
              <a:t>16/10/2025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2970438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171A9D-B530-4E69-8321-B044CEC042CE}"/>
              </a:ext>
            </a:extLst>
          </p:cNvPr>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0BDBF44A-E81A-4A61-915A-51C9A52AE137}"/>
              </a:ext>
            </a:extLst>
          </p:cNvPr>
          <p:cNvSpPr/>
          <p:nvPr userDrawn="1"/>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A7ADD7-0BC6-4369-8811-4237093372A9}"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7576924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603F34-66DD-4C69-A6E2-173CE7850D41}" type="datetime1">
              <a:rPr lang="en-GB" smtClean="0"/>
              <a:t>16/10/2025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96A34F1-7EE3-4CA4-B196-255978C82451}" type="slidenum">
              <a:rPr lang="en-GB" smtClean="0"/>
              <a:t>‹#›</a:t>
            </a:fld>
            <a:endParaRPr lang="en-GB"/>
          </a:p>
        </p:txBody>
      </p:sp>
    </p:spTree>
    <p:extLst>
      <p:ext uri="{BB962C8B-B14F-4D97-AF65-F5344CB8AC3E}">
        <p14:creationId xmlns:p14="http://schemas.microsoft.com/office/powerpoint/2010/main" val="3643536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en-GB"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96A34F1-7EE3-4CA4-B196-255978C82451}" type="slidenum">
              <a:rPr lang="en-GB" smtClean="0"/>
              <a:t>‹#›</a:t>
            </a:fld>
            <a:endParaRPr lang="en-GB"/>
          </a:p>
        </p:txBody>
      </p:sp>
      <p:cxnSp>
        <p:nvCxnSpPr>
          <p:cNvPr id="11" name="Straight Connector 10">
            <a:extLst>
              <a:ext uri="{FF2B5EF4-FFF2-40B4-BE49-F238E27FC236}">
                <a16:creationId xmlns:a16="http://schemas.microsoft.com/office/drawing/2014/main" id="{F7339F53-42FE-44F3-8ACD-F24C35717C7F}"/>
              </a:ext>
            </a:extLst>
          </p:cNvPr>
          <p:cNvCxnSpPr/>
          <p:nvPr userDrawn="1"/>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21525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97" r:id="rId3"/>
    <p:sldLayoutId id="2147483696"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2C0E00-30C4-76AD-7BBA-C75D89D416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DE99EF-D802-CAFA-6CCE-48B1DCBD5B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E9F54C-1552-DDA9-C222-F0DCA3CE5E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D5DF55-31CA-4110-8548-C5E8CFA6B290}" type="datetimeFigureOut">
              <a:rPr lang="en-GB" smtClean="0"/>
              <a:t>16/10/2025</a:t>
            </a:fld>
            <a:endParaRPr lang="en-GB"/>
          </a:p>
        </p:txBody>
      </p:sp>
      <p:sp>
        <p:nvSpPr>
          <p:cNvPr id="5" name="Footer Placeholder 4">
            <a:extLst>
              <a:ext uri="{FF2B5EF4-FFF2-40B4-BE49-F238E27FC236}">
                <a16:creationId xmlns:a16="http://schemas.microsoft.com/office/drawing/2014/main" id="{38EB4FAF-A586-4F66-5D51-AC500F5AB0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0BAC953-7047-BE20-F363-07AC06CB8D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70DBCC-9452-418D-99C1-42B79201DFCD}" type="slidenum">
              <a:rPr lang="en-GB" smtClean="0"/>
              <a:t>‹#›</a:t>
            </a:fld>
            <a:endParaRPr lang="en-GB"/>
          </a:p>
        </p:txBody>
      </p:sp>
    </p:spTree>
    <p:extLst>
      <p:ext uri="{BB962C8B-B14F-4D97-AF65-F5344CB8AC3E}">
        <p14:creationId xmlns:p14="http://schemas.microsoft.com/office/powerpoint/2010/main" val="406869654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0FA14B7-5CD2-4D57-8B1E-9DD2B34874E8}" type="datetime1">
              <a:rPr lang="en-GB" smtClean="0"/>
              <a:t>16/10/2025</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96A34F1-7EE3-4CA4-B196-255978C82451}"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144551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j.rodgers@kent.ac.uk" TargetMode="External"/><Relationship Id="rId2" Type="http://schemas.openxmlformats.org/officeDocument/2006/relationships/notesSlide" Target="../notesSlides/notesSlide1.xml"/><Relationship Id="rId1" Type="http://schemas.openxmlformats.org/officeDocument/2006/relationships/slideLayout" Target="../slideLayouts/slideLayout25.xml"/><Relationship Id="rId6" Type="http://schemas.openxmlformats.org/officeDocument/2006/relationships/image" Target="../media/image2.png"/><Relationship Id="rId5" Type="http://schemas.openxmlformats.org/officeDocument/2006/relationships/hyperlink" Target="mailto:V.Bonthuys@kent.ac.uk" TargetMode="External"/><Relationship Id="rId4" Type="http://schemas.openxmlformats.org/officeDocument/2006/relationships/hyperlink" Target="mailto:k.ademoye@kent.ac.uk"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hyperlink" Target="https://kentuni.display.vevox.com/#/present/698147/6G2GAFFWXQMM3JBGLPLD" TargetMode="External"/><Relationship Id="rId2" Type="http://schemas.openxmlformats.org/officeDocument/2006/relationships/notesSlide" Target="../notesSlides/notesSlide4.xml"/><Relationship Id="rId1" Type="http://schemas.openxmlformats.org/officeDocument/2006/relationships/slideLayout" Target="../slideLayouts/slideLayout3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6.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31.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31.xm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7.xml"/><Relationship Id="rId1" Type="http://schemas.openxmlformats.org/officeDocument/2006/relationships/slideLayout" Target="../slideLayouts/slideLayout31.xml"/><Relationship Id="rId4" Type="http://schemas.openxmlformats.org/officeDocument/2006/relationships/image" Target="../media/image1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1.xml"/><Relationship Id="rId1" Type="http://schemas.openxmlformats.org/officeDocument/2006/relationships/slideLayout" Target="../slideLayouts/slideLayout31.xml"/><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1.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4.xml"/><Relationship Id="rId1" Type="http://schemas.openxmlformats.org/officeDocument/2006/relationships/slideLayout" Target="../slideLayouts/slideLayout3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1.xml"/><Relationship Id="rId1" Type="http://schemas.openxmlformats.org/officeDocument/2006/relationships/slideLayout" Target="../slideLayouts/slideLayout31.xml"/><Relationship Id="rId5" Type="http://schemas.openxmlformats.org/officeDocument/2006/relationships/image" Target="../media/image19.png"/><Relationship Id="rId4" Type="http://schemas.openxmlformats.org/officeDocument/2006/relationships/image" Target="../media/image18.png"/></Relationships>
</file>

<file path=ppt/slides/_rels/slide72.xml.rels><?xml version="1.0" encoding="UTF-8" standalone="yes"?>
<Relationships xmlns="http://schemas.openxmlformats.org/package/2006/relationships"><Relationship Id="rId3" Type="http://schemas.openxmlformats.org/officeDocument/2006/relationships/hyperlink" Target="https://kentuni.display.vevox.com/#/present/698147/6G2GAFFWXQMM3JBGLPLD" TargetMode="External"/><Relationship Id="rId2" Type="http://schemas.openxmlformats.org/officeDocument/2006/relationships/notesSlide" Target="../notesSlides/notesSlide72.xml"/><Relationship Id="rId1" Type="http://schemas.openxmlformats.org/officeDocument/2006/relationships/slideLayout" Target="../slideLayouts/slideLayout31.xml"/><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s://youtu.be/tii7xcFilOA?si=WfEt5UD70ogqIwRr"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hyperlink" Target="https://youtu.be/GkBf2dZAES0?si=trVZpKfF85OHI47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E220058-3FCE-496E-ADF2-D8A6961F3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Connector 13">
            <a:extLst>
              <a:ext uri="{FF2B5EF4-FFF2-40B4-BE49-F238E27FC236}">
                <a16:creationId xmlns:a16="http://schemas.microsoft.com/office/drawing/2014/main" id="{E193F809-7E50-4AAD-8E26-878207931C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78A525CD-AB00-4EAE-835F-5AD229663542}"/>
              </a:ext>
            </a:extLst>
          </p:cNvPr>
          <p:cNvSpPr>
            <a:spLocks noGrp="1"/>
          </p:cNvSpPr>
          <p:nvPr>
            <p:ph type="ctrTitle"/>
          </p:nvPr>
        </p:nvSpPr>
        <p:spPr>
          <a:xfrm>
            <a:off x="3836504" y="758952"/>
            <a:ext cx="8093226" cy="3566160"/>
          </a:xfrm>
        </p:spPr>
        <p:txBody>
          <a:bodyPr vert="horz" lIns="91440" tIns="45720" rIns="91440" bIns="45720" rtlCol="0" anchor="b">
            <a:normAutofit/>
          </a:bodyPr>
          <a:lstStyle/>
          <a:p>
            <a:r>
              <a:rPr lang="en-US" dirty="0"/>
              <a:t>Lecture 6 Relational Model(2)</a:t>
            </a:r>
          </a:p>
        </p:txBody>
      </p:sp>
      <p:sp>
        <p:nvSpPr>
          <p:cNvPr id="5" name="Subtitle 4">
            <a:extLst>
              <a:ext uri="{FF2B5EF4-FFF2-40B4-BE49-F238E27FC236}">
                <a16:creationId xmlns:a16="http://schemas.microsoft.com/office/drawing/2014/main" id="{6B71915C-D411-4B89-9CBF-49855E92AEBD}"/>
              </a:ext>
            </a:extLst>
          </p:cNvPr>
          <p:cNvSpPr>
            <a:spLocks noGrp="1"/>
          </p:cNvSpPr>
          <p:nvPr>
            <p:ph type="subTitle" idx="1"/>
          </p:nvPr>
        </p:nvSpPr>
        <p:spPr>
          <a:xfrm>
            <a:off x="3836504" y="4505540"/>
            <a:ext cx="7321946" cy="1517861"/>
          </a:xfrm>
        </p:spPr>
        <p:txBody>
          <a:bodyPr vert="horz" lIns="91440" tIns="45720" rIns="91440" bIns="45720" rtlCol="0">
            <a:normAutofit lnSpcReduction="10000"/>
          </a:bodyPr>
          <a:lstStyle/>
          <a:p>
            <a:r>
              <a:rPr lang="en-US" sz="2600" dirty="0"/>
              <a:t>COMP5001: Database Systems</a:t>
            </a:r>
          </a:p>
          <a:p>
            <a:pPr>
              <a:spcAft>
                <a:spcPts val="100"/>
              </a:spcAft>
            </a:pPr>
            <a:r>
              <a:rPr lang="en-US" sz="2000" cap="none" dirty="0"/>
              <a:t>Peter Rodgers </a:t>
            </a:r>
            <a:r>
              <a:rPr lang="en-US" sz="2000" cap="none" dirty="0">
                <a:solidFill>
                  <a:schemeClr val="bg1">
                    <a:lumMod val="65000"/>
                  </a:schemeClr>
                </a:solidFill>
              </a:rPr>
              <a:t>(</a:t>
            </a:r>
            <a:r>
              <a:rPr lang="en-US" sz="2000" cap="none" dirty="0">
                <a:solidFill>
                  <a:schemeClr val="bg1">
                    <a:lumMod val="85000"/>
                  </a:schemeClr>
                </a:solidFill>
                <a:hlinkClick r:id="rId3"/>
              </a:rPr>
              <a:t>p.j.rodgers@kent.ac.uk</a:t>
            </a:r>
            <a:r>
              <a:rPr lang="en-US" sz="2000" cap="none" dirty="0">
                <a:solidFill>
                  <a:schemeClr val="bg1">
                    <a:lumMod val="65000"/>
                  </a:schemeClr>
                </a:solidFill>
              </a:rPr>
              <a:t>) </a:t>
            </a:r>
          </a:p>
          <a:p>
            <a:pPr>
              <a:spcBef>
                <a:spcPts val="600"/>
              </a:spcBef>
              <a:spcAft>
                <a:spcPts val="100"/>
              </a:spcAft>
            </a:pPr>
            <a:r>
              <a:rPr lang="en-US" sz="2000" cap="none" dirty="0"/>
              <a:t>Kemi </a:t>
            </a:r>
            <a:r>
              <a:rPr lang="en-US" sz="2000" cap="none" dirty="0" err="1"/>
              <a:t>Ademoye</a:t>
            </a:r>
            <a:r>
              <a:rPr lang="en-US" sz="2000" cap="none" dirty="0"/>
              <a:t>(</a:t>
            </a:r>
            <a:r>
              <a:rPr lang="en-US" sz="2000" cap="none" dirty="0">
                <a:hlinkClick r:id="rId4"/>
              </a:rPr>
              <a:t>k.ademoye@kent.ac.uk</a:t>
            </a:r>
            <a:r>
              <a:rPr lang="en-US" sz="2000" cap="none" dirty="0"/>
              <a:t>)</a:t>
            </a:r>
          </a:p>
          <a:p>
            <a:pPr>
              <a:spcBef>
                <a:spcPts val="600"/>
              </a:spcBef>
              <a:spcAft>
                <a:spcPts val="100"/>
              </a:spcAft>
            </a:pPr>
            <a:r>
              <a:rPr lang="en-US" sz="2000" b="1" cap="none" dirty="0"/>
              <a:t>Vanessa Bonthuys </a:t>
            </a:r>
            <a:r>
              <a:rPr lang="en-US" sz="2000" cap="none" dirty="0"/>
              <a:t>(</a:t>
            </a:r>
            <a:r>
              <a:rPr lang="en-US" sz="2000" cap="none" dirty="0">
                <a:hlinkClick r:id="rId5"/>
              </a:rPr>
              <a:t>v.bonthuys@kent.ac.uk</a:t>
            </a:r>
            <a:r>
              <a:rPr lang="en-US" sz="2000" cap="none" dirty="0"/>
              <a:t>)</a:t>
            </a:r>
          </a:p>
          <a:p>
            <a:pPr>
              <a:spcBef>
                <a:spcPts val="600"/>
              </a:spcBef>
              <a:spcAft>
                <a:spcPts val="100"/>
              </a:spcAft>
            </a:pPr>
            <a:endParaRPr lang="en-US" sz="2000" cap="none" dirty="0"/>
          </a:p>
        </p:txBody>
      </p:sp>
      <p:sp>
        <p:nvSpPr>
          <p:cNvPr id="16" name="Rectangle 15">
            <a:extLst>
              <a:ext uri="{FF2B5EF4-FFF2-40B4-BE49-F238E27FC236}">
                <a16:creationId xmlns:a16="http://schemas.microsoft.com/office/drawing/2014/main" id="{3E9C5090-7D25-41E3-A6D3-CCAEE505E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8" name="Rectangle 17">
            <a:extLst>
              <a:ext uri="{FF2B5EF4-FFF2-40B4-BE49-F238E27FC236}">
                <a16:creationId xmlns:a16="http://schemas.microsoft.com/office/drawing/2014/main" id="{11BF8809-0DAC-41E5-A212-ACB4A01BE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extBox 1">
            <a:extLst>
              <a:ext uri="{FF2B5EF4-FFF2-40B4-BE49-F238E27FC236}">
                <a16:creationId xmlns:a16="http://schemas.microsoft.com/office/drawing/2014/main" id="{63053E06-651D-4A97-BB79-CD2AD404A33D}"/>
              </a:ext>
            </a:extLst>
          </p:cNvPr>
          <p:cNvSpPr txBox="1"/>
          <p:nvPr/>
        </p:nvSpPr>
        <p:spPr>
          <a:xfrm>
            <a:off x="3837599" y="6023401"/>
            <a:ext cx="7322400" cy="276999"/>
          </a:xfrm>
          <a:prstGeom prst="rect">
            <a:avLst/>
          </a:prstGeom>
          <a:noFill/>
        </p:spPr>
        <p:txBody>
          <a:bodyPr wrap="square" lIns="9000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0" i="1" u="none" strike="noStrike" kern="1200" cap="none" spc="0" normalizeH="0" baseline="0" noProof="0" dirty="0">
                <a:ln>
                  <a:noFill/>
                </a:ln>
                <a:solidFill>
                  <a:prstClr val="black"/>
                </a:solidFill>
                <a:effectLst/>
                <a:uLnTx/>
                <a:uFillTx/>
                <a:latin typeface="Calibri" panose="020F0502020204030204"/>
                <a:ea typeface="+mn-ea"/>
                <a:cs typeface="+mn-cs"/>
              </a:rPr>
              <a:t>Acknowledgements: Many thanks to Stefan Marr &amp; Peter Rodgers for lecture notes from previous ears.</a:t>
            </a:r>
          </a:p>
        </p:txBody>
      </p:sp>
      <p:pic>
        <p:nvPicPr>
          <p:cNvPr id="1028" name="Picture 4" descr="60 Relational Database Icons - Free in SVG, PNG, ICO - IconScout">
            <a:extLst>
              <a:ext uri="{FF2B5EF4-FFF2-40B4-BE49-F238E27FC236}">
                <a16:creationId xmlns:a16="http://schemas.microsoft.com/office/drawing/2014/main" id="{77C4C500-D3B4-9808-40CD-EB5D5F16BD46}"/>
              </a:ext>
            </a:extLst>
          </p:cNvPr>
          <p:cNvPicPr>
            <a:picLocks noChangeAspect="1" noChangeArrowheads="1"/>
          </p:cNvPicPr>
          <p:nvPr/>
        </p:nvPicPr>
        <p:blipFill>
          <a:blip r:embed="rId6">
            <a:alphaModFix amt="35000"/>
            <a:extLst>
              <a:ext uri="{28A0092B-C50C-407E-A947-70E740481C1C}">
                <a14:useLocalDpi xmlns:a14="http://schemas.microsoft.com/office/drawing/2010/main" val="0"/>
              </a:ext>
            </a:extLst>
          </a:blip>
          <a:srcRect/>
          <a:stretch>
            <a:fillRect/>
          </a:stretch>
        </p:blipFill>
        <p:spPr bwMode="auto">
          <a:xfrm>
            <a:off x="970722" y="2067140"/>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0949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81E9F4-C023-B589-0DEA-DE5E50A8E50F}"/>
              </a:ext>
            </a:extLst>
          </p:cNvPr>
          <p:cNvSpPr>
            <a:spLocks noGrp="1"/>
          </p:cNvSpPr>
          <p:nvPr>
            <p:ph type="sldNum" sz="quarter" idx="12"/>
          </p:nvPr>
        </p:nvSpPr>
        <p:spPr/>
        <p:txBody>
          <a:bodyPr/>
          <a:lstStyle/>
          <a:p>
            <a:fld id="{A96A34F1-7EE3-4CA4-B196-255978C82451}" type="slidenum">
              <a:rPr lang="en-GB" smtClean="0"/>
              <a:t>2</a:t>
            </a:fld>
            <a:endParaRPr lang="en-GB"/>
          </a:p>
        </p:txBody>
      </p:sp>
      <p:sp>
        <p:nvSpPr>
          <p:cNvPr id="8" name="Title 1">
            <a:extLst>
              <a:ext uri="{FF2B5EF4-FFF2-40B4-BE49-F238E27FC236}">
                <a16:creationId xmlns:a16="http://schemas.microsoft.com/office/drawing/2014/main" id="{2B802EA2-F517-3227-4E18-3C81007A00E8}"/>
              </a:ext>
            </a:extLst>
          </p:cNvPr>
          <p:cNvSpPr txBox="1">
            <a:spLocks noGrp="1"/>
          </p:cNvSpPr>
          <p:nvPr>
            <p:ph type="title" idx="4294967295"/>
          </p:nvPr>
        </p:nvSpPr>
        <p:spPr>
          <a:xfrm>
            <a:off x="1097280" y="286603"/>
            <a:ext cx="10058400" cy="145075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Assessment 1: Class Exercises</a:t>
            </a:r>
          </a:p>
        </p:txBody>
      </p:sp>
      <p:sp>
        <p:nvSpPr>
          <p:cNvPr id="9" name="Content Placeholder 2">
            <a:extLst>
              <a:ext uri="{FF2B5EF4-FFF2-40B4-BE49-F238E27FC236}">
                <a16:creationId xmlns:a16="http://schemas.microsoft.com/office/drawing/2014/main" id="{7CE757AE-6BC4-27D3-DFED-93F3E53FD1A1}"/>
              </a:ext>
            </a:extLst>
          </p:cNvPr>
          <p:cNvSpPr txBox="1">
            <a:spLocks/>
          </p:cNvSpPr>
          <p:nvPr/>
        </p:nvSpPr>
        <p:spPr>
          <a:xfrm>
            <a:off x="1981200" y="1600200"/>
            <a:ext cx="7564452" cy="50691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buFont typeface="Calibri" panose="020F0502020204030204" pitchFamily="34" charset="0"/>
              <a:buNone/>
            </a:pPr>
            <a:r>
              <a:rPr lang="en-US" sz="2800" dirty="0"/>
              <a:t>Started this week</a:t>
            </a:r>
          </a:p>
          <a:p>
            <a:pPr marL="0" indent="0" algn="ctr">
              <a:buFont typeface="Calibri" panose="020F0502020204030204" pitchFamily="34" charset="0"/>
              <a:buNone/>
            </a:pPr>
            <a:endParaRPr lang="en-US" sz="2800" dirty="0"/>
          </a:p>
          <a:p>
            <a:pPr marL="0" indent="0" algn="ctr">
              <a:buFont typeface="Calibri" panose="020F0502020204030204" pitchFamily="34" charset="0"/>
              <a:buNone/>
            </a:pPr>
            <a:r>
              <a:rPr lang="en-US" sz="2800" dirty="0"/>
              <a:t>Solve assignments in class.</a:t>
            </a:r>
            <a:br>
              <a:rPr lang="en-US" sz="2800" dirty="0"/>
            </a:br>
            <a:r>
              <a:rPr lang="en-US" sz="2800" dirty="0"/>
              <a:t>If needed, finish after class.</a:t>
            </a:r>
          </a:p>
          <a:p>
            <a:pPr marL="0" indent="0" algn="ctr">
              <a:buFont typeface="Calibri" panose="020F0502020204030204" pitchFamily="34" charset="0"/>
              <a:buNone/>
            </a:pPr>
            <a:endParaRPr lang="en-US" sz="2800" dirty="0"/>
          </a:p>
          <a:p>
            <a:pPr marL="0" indent="0" algn="ctr">
              <a:buFont typeface="Calibri" panose="020F0502020204030204" pitchFamily="34" charset="0"/>
              <a:buNone/>
            </a:pPr>
            <a:r>
              <a:rPr lang="en-US" sz="2800" b="1" dirty="0"/>
              <a:t>Next week:</a:t>
            </a:r>
            <a:r>
              <a:rPr lang="en-US" sz="2800" dirty="0"/>
              <a:t> worksheets</a:t>
            </a:r>
            <a:br>
              <a:rPr lang="en-US" sz="2800" dirty="0"/>
            </a:br>
            <a:r>
              <a:rPr lang="en-US" sz="2800" dirty="0"/>
              <a:t>are marked in-class</a:t>
            </a:r>
          </a:p>
        </p:txBody>
      </p:sp>
      <p:sp>
        <p:nvSpPr>
          <p:cNvPr id="10" name="Rectangle 9">
            <a:extLst>
              <a:ext uri="{FF2B5EF4-FFF2-40B4-BE49-F238E27FC236}">
                <a16:creationId xmlns:a16="http://schemas.microsoft.com/office/drawing/2014/main" id="{CE307C12-0DB2-B304-054C-6CFD4B47F639}"/>
              </a:ext>
            </a:extLst>
          </p:cNvPr>
          <p:cNvSpPr/>
          <p:nvPr/>
        </p:nvSpPr>
        <p:spPr>
          <a:xfrm rot="21301348">
            <a:off x="343221" y="1546929"/>
            <a:ext cx="2392038" cy="79134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Reminder</a:t>
            </a:r>
          </a:p>
        </p:txBody>
      </p:sp>
    </p:spTree>
    <p:extLst>
      <p:ext uri="{BB962C8B-B14F-4D97-AF65-F5344CB8AC3E}">
        <p14:creationId xmlns:p14="http://schemas.microsoft.com/office/powerpoint/2010/main" val="3738134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a:t>
            </a:fld>
            <a:endParaRPr lang="en-GB"/>
          </a:p>
        </p:txBody>
      </p:sp>
      <p:sp>
        <p:nvSpPr>
          <p:cNvPr id="5" name="TextBox 4">
            <a:extLst>
              <a:ext uri="{FF2B5EF4-FFF2-40B4-BE49-F238E27FC236}">
                <a16:creationId xmlns:a16="http://schemas.microsoft.com/office/drawing/2014/main" id="{6D1EEF43-37B6-ACC3-2AAC-A4E04403A306}"/>
              </a:ext>
            </a:extLst>
          </p:cNvPr>
          <p:cNvSpPr txBox="1"/>
          <p:nvPr/>
        </p:nvSpPr>
        <p:spPr>
          <a:xfrm>
            <a:off x="993097" y="1417638"/>
            <a:ext cx="9559977" cy="4370427"/>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Relational Languages</a:t>
            </a:r>
          </a:p>
          <a:p>
            <a:pPr marL="457200" indent="-457200">
              <a:buFont typeface="Arial" panose="020B0604020202020204" pitchFamily="34" charset="0"/>
              <a:buChar char="•"/>
            </a:pPr>
            <a:r>
              <a:rPr lang="en-US" sz="3200" dirty="0">
                <a:solidFill>
                  <a:schemeClr val="tx1">
                    <a:lumMod val="75000"/>
                    <a:lumOff val="25000"/>
                  </a:schemeClr>
                </a:solidFill>
              </a:rPr>
              <a:t>Relational algebra operations:</a:t>
            </a:r>
          </a:p>
          <a:p>
            <a:pPr marL="914400" lvl="1" indent="-457200">
              <a:buFont typeface="Arial" panose="020B0604020202020204" pitchFamily="34" charset="0"/>
              <a:buChar char="•"/>
            </a:pPr>
            <a:r>
              <a:rPr lang="en-US" sz="2800" dirty="0">
                <a:solidFill>
                  <a:schemeClr val="tx1">
                    <a:lumMod val="75000"/>
                    <a:lumOff val="25000"/>
                  </a:schemeClr>
                </a:solidFill>
              </a:rPr>
              <a:t>Restrict </a:t>
            </a:r>
          </a:p>
          <a:p>
            <a:pPr marL="914400" lvl="1" indent="-457200">
              <a:buFont typeface="Arial" panose="020B0604020202020204" pitchFamily="34" charset="0"/>
              <a:buChar char="•"/>
            </a:pPr>
            <a:r>
              <a:rPr lang="en-US" sz="2800" dirty="0">
                <a:solidFill>
                  <a:schemeClr val="tx1">
                    <a:lumMod val="75000"/>
                    <a:lumOff val="25000"/>
                  </a:schemeClr>
                </a:solidFill>
              </a:rPr>
              <a:t>Project</a:t>
            </a:r>
          </a:p>
          <a:p>
            <a:pPr marL="914400" lvl="1" indent="-457200">
              <a:buFont typeface="Arial" panose="020B0604020202020204" pitchFamily="34" charset="0"/>
              <a:buChar char="•"/>
            </a:pPr>
            <a:r>
              <a:rPr lang="en-US" sz="2800" dirty="0">
                <a:solidFill>
                  <a:schemeClr val="tx1">
                    <a:lumMod val="75000"/>
                    <a:lumOff val="25000"/>
                  </a:schemeClr>
                </a:solidFill>
              </a:rPr>
              <a:t>Union</a:t>
            </a:r>
          </a:p>
          <a:p>
            <a:pPr marL="914400" lvl="1" indent="-457200">
              <a:buFont typeface="Arial" panose="020B0604020202020204" pitchFamily="34" charset="0"/>
              <a:buChar char="•"/>
            </a:pPr>
            <a:r>
              <a:rPr lang="en-US" sz="2800" dirty="0">
                <a:solidFill>
                  <a:schemeClr val="tx1">
                    <a:lumMod val="75000"/>
                    <a:lumOff val="25000"/>
                  </a:schemeClr>
                </a:solidFill>
              </a:rPr>
              <a:t>Intersection</a:t>
            </a:r>
          </a:p>
          <a:p>
            <a:pPr marL="914400" lvl="1" indent="-457200">
              <a:buFont typeface="Arial" panose="020B0604020202020204" pitchFamily="34" charset="0"/>
              <a:buChar char="•"/>
            </a:pPr>
            <a:r>
              <a:rPr lang="en-US" sz="2800" dirty="0">
                <a:solidFill>
                  <a:schemeClr val="tx1">
                    <a:lumMod val="75000"/>
                    <a:lumOff val="25000"/>
                  </a:schemeClr>
                </a:solidFill>
              </a:rPr>
              <a:t>Difference  </a:t>
            </a:r>
          </a:p>
          <a:p>
            <a:pPr marL="914400" lvl="1" indent="-457200">
              <a:buFont typeface="Arial" panose="020B0604020202020204" pitchFamily="34" charset="0"/>
              <a:buChar char="•"/>
            </a:pPr>
            <a:r>
              <a:rPr lang="en-US" sz="2800" dirty="0">
                <a:solidFill>
                  <a:schemeClr val="tx1">
                    <a:lumMod val="75000"/>
                    <a:lumOff val="25000"/>
                  </a:schemeClr>
                </a:solidFill>
              </a:rPr>
              <a:t>Cartesian product</a:t>
            </a:r>
          </a:p>
          <a:p>
            <a:pPr marL="914400" lvl="1" indent="-457200">
              <a:buFont typeface="Arial" panose="020B0604020202020204" pitchFamily="34" charset="0"/>
              <a:buChar char="•"/>
            </a:pPr>
            <a:r>
              <a:rPr lang="en-US" sz="2800" dirty="0">
                <a:solidFill>
                  <a:schemeClr val="tx1">
                    <a:lumMod val="75000"/>
                    <a:lumOff val="25000"/>
                  </a:schemeClr>
                </a:solidFill>
              </a:rPr>
              <a:t>Join</a:t>
            </a:r>
          </a:p>
          <a:p>
            <a:pPr lvl="1"/>
            <a:endParaRPr lang="en-US" dirty="0"/>
          </a:p>
        </p:txBody>
      </p:sp>
      <p:sp>
        <p:nvSpPr>
          <p:cNvPr id="6" name="Title 4">
            <a:extLst>
              <a:ext uri="{FF2B5EF4-FFF2-40B4-BE49-F238E27FC236}">
                <a16:creationId xmlns:a16="http://schemas.microsoft.com/office/drawing/2014/main" id="{EE81FD2C-36EB-1ED8-72A6-DC0ED58B1701}"/>
              </a:ext>
            </a:extLst>
          </p:cNvPr>
          <p:cNvSpPr txBox="1">
            <a:spLocks noGrp="1"/>
          </p:cNvSpPr>
          <p:nvPr>
            <p:ph type="title" idx="4294967295"/>
          </p:nvPr>
        </p:nvSpPr>
        <p:spPr>
          <a:xfrm>
            <a:off x="457200" y="274638"/>
            <a:ext cx="8229600"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Today's lecture:</a:t>
            </a:r>
          </a:p>
        </p:txBody>
      </p:sp>
    </p:spTree>
    <p:extLst>
      <p:ext uri="{BB962C8B-B14F-4D97-AF65-F5344CB8AC3E}">
        <p14:creationId xmlns:p14="http://schemas.microsoft.com/office/powerpoint/2010/main" val="138449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49DFAC-4AE4-BAEE-6FB1-7B3A2F1D7D25}"/>
              </a:ext>
            </a:extLst>
          </p:cNvPr>
          <p:cNvSpPr>
            <a:spLocks noGrp="1"/>
          </p:cNvSpPr>
          <p:nvPr>
            <p:ph type="sldNum" sz="quarter" idx="12"/>
          </p:nvPr>
        </p:nvSpPr>
        <p:spPr/>
        <p:txBody>
          <a:bodyPr/>
          <a:lstStyle/>
          <a:p>
            <a:fld id="{A96A34F1-7EE3-4CA4-B196-255978C82451}" type="slidenum">
              <a:rPr lang="en-GB" smtClean="0"/>
              <a:t>4</a:t>
            </a:fld>
            <a:endParaRPr lang="en-GB"/>
          </a:p>
        </p:txBody>
      </p:sp>
      <p:sp>
        <p:nvSpPr>
          <p:cNvPr id="4" name="TextBox 3">
            <a:extLst>
              <a:ext uri="{FF2B5EF4-FFF2-40B4-BE49-F238E27FC236}">
                <a16:creationId xmlns:a16="http://schemas.microsoft.com/office/drawing/2014/main" id="{CD0E27BE-4143-332E-E566-F52E451DA921}"/>
              </a:ext>
            </a:extLst>
          </p:cNvPr>
          <p:cNvSpPr txBox="1"/>
          <p:nvPr/>
        </p:nvSpPr>
        <p:spPr>
          <a:xfrm>
            <a:off x="0" y="5721215"/>
            <a:ext cx="9360310" cy="646331"/>
          </a:xfrm>
          <a:prstGeom prst="rect">
            <a:avLst/>
          </a:prstGeom>
          <a:noFill/>
        </p:spPr>
        <p:txBody>
          <a:bodyPr wrap="square">
            <a:spAutoFit/>
          </a:bodyPr>
          <a:lstStyle/>
          <a:p>
            <a:r>
              <a:rPr lang="en-GB" dirty="0">
                <a:hlinkClick r:id="rId3"/>
              </a:rPr>
              <a:t>https://kentuni.display.vevox.com#/present/698147/6G2GAFFWXQMM3JBGLPLD</a:t>
            </a:r>
            <a:r>
              <a:rPr lang="en-GB" dirty="0"/>
              <a:t>  - Q1, 2, 3 &amp; 4</a:t>
            </a:r>
          </a:p>
          <a:p>
            <a:endParaRPr lang="en-GB" dirty="0"/>
          </a:p>
        </p:txBody>
      </p:sp>
      <p:sp>
        <p:nvSpPr>
          <p:cNvPr id="9" name="Title 8">
            <a:extLst>
              <a:ext uri="{FF2B5EF4-FFF2-40B4-BE49-F238E27FC236}">
                <a16:creationId xmlns:a16="http://schemas.microsoft.com/office/drawing/2014/main" id="{0EF8F77C-1714-74EA-E6FE-1866F58804D2}"/>
              </a:ext>
            </a:extLst>
          </p:cNvPr>
          <p:cNvSpPr txBox="1">
            <a:spLocks noGrp="1"/>
          </p:cNvSpPr>
          <p:nvPr>
            <p:ph type="title" idx="4294967295"/>
          </p:nvPr>
        </p:nvSpPr>
        <p:spPr>
          <a:xfrm>
            <a:off x="865239" y="1543665"/>
            <a:ext cx="4704535" cy="255454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solidFill>
                  <a:schemeClr val="tx1"/>
                </a:solidFill>
                <a:effectLst/>
                <a:uLnTx/>
                <a:uFillTx/>
                <a:latin typeface="+mn-lt"/>
                <a:ea typeface="+mn-ea"/>
                <a:cs typeface="+mn-cs"/>
              </a:rPr>
              <a:t>Join at </a:t>
            </a:r>
            <a:r>
              <a:rPr kumimoji="0" lang="en-GB" sz="4000" b="0" i="0" u="none" strike="noStrike" kern="1200" cap="none" spc="0" normalizeH="0" baseline="0" noProof="0" dirty="0" err="1">
                <a:ln>
                  <a:noFill/>
                </a:ln>
                <a:solidFill>
                  <a:schemeClr val="tx1"/>
                </a:solidFill>
                <a:effectLst/>
                <a:uLnTx/>
                <a:uFillTx/>
                <a:latin typeface="+mn-lt"/>
                <a:ea typeface="+mn-ea"/>
                <a:cs typeface="+mn-cs"/>
              </a:rPr>
              <a:t>vevox.app</a:t>
            </a:r>
            <a:endParaRPr kumimoji="0" lang="en-GB" sz="4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4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solidFill>
                  <a:schemeClr val="tx1"/>
                </a:solidFill>
                <a:effectLst/>
                <a:uLnTx/>
                <a:uFillTx/>
                <a:latin typeface="+mn-lt"/>
                <a:ea typeface="+mn-ea"/>
                <a:cs typeface="+mn-cs"/>
              </a:rPr>
              <a:t>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solidFill>
                  <a:schemeClr val="tx1"/>
                </a:solidFill>
                <a:effectLst/>
                <a:uLnTx/>
                <a:uFillTx/>
                <a:latin typeface="+mn-lt"/>
                <a:ea typeface="+mn-ea"/>
                <a:cs typeface="+mn-cs"/>
              </a:rPr>
              <a:t>109-856-825</a:t>
            </a:r>
          </a:p>
        </p:txBody>
      </p:sp>
      <p:pic>
        <p:nvPicPr>
          <p:cNvPr id="5" name="Picture 4" descr="QR code">
            <a:extLst>
              <a:ext uri="{FF2B5EF4-FFF2-40B4-BE49-F238E27FC236}">
                <a16:creationId xmlns:a16="http://schemas.microsoft.com/office/drawing/2014/main" id="{EB633AB5-E15C-FEC7-5DA6-D53F70AAA123}"/>
              </a:ext>
            </a:extLst>
          </p:cNvPr>
          <p:cNvPicPr>
            <a:picLocks noChangeAspect="1"/>
          </p:cNvPicPr>
          <p:nvPr/>
        </p:nvPicPr>
        <p:blipFill>
          <a:blip r:embed="rId4"/>
          <a:stretch>
            <a:fillRect/>
          </a:stretch>
        </p:blipFill>
        <p:spPr>
          <a:xfrm>
            <a:off x="7360060" y="1308100"/>
            <a:ext cx="3577370" cy="3543300"/>
          </a:xfrm>
          <a:prstGeom prst="rect">
            <a:avLst/>
          </a:prstGeom>
        </p:spPr>
      </p:pic>
    </p:spTree>
    <p:extLst>
      <p:ext uri="{BB962C8B-B14F-4D97-AF65-F5344CB8AC3E}">
        <p14:creationId xmlns:p14="http://schemas.microsoft.com/office/powerpoint/2010/main" val="1319351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5E07AA4-272F-4727-9C5E-F06720BC9D9F}"/>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b="7790"/>
          <a:stretch/>
        </p:blipFill>
        <p:spPr>
          <a:xfrm>
            <a:off x="10016836" y="4314201"/>
            <a:ext cx="2175164" cy="2005716"/>
          </a:xfrm>
          <a:prstGeom prst="rect">
            <a:avLst/>
          </a:prstGeom>
        </p:spPr>
      </p:pic>
      <p:sp>
        <p:nvSpPr>
          <p:cNvPr id="4" name="Slide Number Placeholder 3">
            <a:extLst>
              <a:ext uri="{FF2B5EF4-FFF2-40B4-BE49-F238E27FC236}">
                <a16:creationId xmlns:a16="http://schemas.microsoft.com/office/drawing/2014/main" id="{FC757D15-F351-57DA-0266-2B1390D33C59}"/>
              </a:ext>
            </a:extLst>
          </p:cNvPr>
          <p:cNvSpPr>
            <a:spLocks noGrp="1"/>
          </p:cNvSpPr>
          <p:nvPr>
            <p:ph type="sldNum" sz="quarter" idx="12"/>
          </p:nvPr>
        </p:nvSpPr>
        <p:spPr/>
        <p:txBody>
          <a:bodyPr/>
          <a:lstStyle/>
          <a:p>
            <a:fld id="{A96A34F1-7EE3-4CA4-B196-255978C82451}" type="slidenum">
              <a:rPr lang="en-GB" smtClean="0"/>
              <a:t>5</a:t>
            </a:fld>
            <a:endParaRPr lang="en-GB"/>
          </a:p>
        </p:txBody>
      </p:sp>
      <p:sp>
        <p:nvSpPr>
          <p:cNvPr id="2" name="Title 1">
            <a:extLst>
              <a:ext uri="{FF2B5EF4-FFF2-40B4-BE49-F238E27FC236}">
                <a16:creationId xmlns:a16="http://schemas.microsoft.com/office/drawing/2014/main" id="{ABD781A1-0762-8422-1E3B-ADF7679FF819}"/>
              </a:ext>
            </a:extLst>
          </p:cNvPr>
          <p:cNvSpPr>
            <a:spLocks noGrp="1"/>
          </p:cNvSpPr>
          <p:nvPr>
            <p:ph type="title" idx="4294967295"/>
          </p:nvPr>
        </p:nvSpPr>
        <p:spPr>
          <a:xfrm>
            <a:off x="577969" y="657957"/>
            <a:ext cx="10058400" cy="1449387"/>
          </a:xfrm>
        </p:spPr>
        <p:txBody>
          <a:bodyPr>
            <a:normAutofit/>
          </a:bodyPr>
          <a:lstStyle/>
          <a:p>
            <a:pPr algn="ctr"/>
            <a:r>
              <a:rPr lang="en-GB" dirty="0"/>
              <a:t>Why bother with the theory?</a:t>
            </a:r>
            <a:br>
              <a:rPr lang="en-GB" dirty="0"/>
            </a:br>
            <a:endParaRPr lang="en-GB" dirty="0"/>
          </a:p>
        </p:txBody>
      </p:sp>
      <p:sp>
        <p:nvSpPr>
          <p:cNvPr id="6" name="Slide Number Placeholder 3">
            <a:extLst>
              <a:ext uri="{FF2B5EF4-FFF2-40B4-BE49-F238E27FC236}">
                <a16:creationId xmlns:a16="http://schemas.microsoft.com/office/drawing/2014/main" id="{03AB2BB1-162C-449E-8513-626AB433F24D}"/>
              </a:ext>
            </a:extLst>
          </p:cNvPr>
          <p:cNvSpPr txBox="1">
            <a:spLocks/>
          </p:cNvSpPr>
          <p:nvPr/>
        </p:nvSpPr>
        <p:spPr>
          <a:xfrm>
            <a:off x="6673970" y="5925212"/>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C76DAB6-C580-4C3F-B081-73DB154F039F}" type="slidenum">
              <a:rPr lang="en-GB" smtClean="0"/>
              <a:pPr/>
              <a:t>5</a:t>
            </a:fld>
            <a:endParaRPr lang="en-GB" dirty="0"/>
          </a:p>
        </p:txBody>
      </p:sp>
      <p:graphicFrame>
        <p:nvGraphicFramePr>
          <p:cNvPr id="7" name="Group 5">
            <a:extLst>
              <a:ext uri="{FF2B5EF4-FFF2-40B4-BE49-F238E27FC236}">
                <a16:creationId xmlns:a16="http://schemas.microsoft.com/office/drawing/2014/main" id="{9C8B84BE-0FAF-230F-C6F9-FC211DC410DC}"/>
              </a:ext>
            </a:extLst>
          </p:cNvPr>
          <p:cNvGraphicFramePr>
            <a:graphicFrameLocks noGrp="1"/>
          </p:cNvGraphicFramePr>
          <p:nvPr>
            <p:extLst>
              <p:ext uri="{D42A27DB-BD31-4B8C-83A1-F6EECF244321}">
                <p14:modId xmlns:p14="http://schemas.microsoft.com/office/powerpoint/2010/main" val="461610509"/>
              </p:ext>
            </p:extLst>
          </p:nvPr>
        </p:nvGraphicFramePr>
        <p:xfrm>
          <a:off x="1735270" y="2555584"/>
          <a:ext cx="5914999" cy="1800544"/>
        </p:xfrm>
        <a:graphic>
          <a:graphicData uri="http://schemas.openxmlformats.org/drawingml/2006/table">
            <a:tbl>
              <a:tblPr firstRow="1"/>
              <a:tblGrid>
                <a:gridCol w="504056">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224136">
                  <a:extLst>
                    <a:ext uri="{9D8B030D-6E8A-4147-A177-3AD203B41FA5}">
                      <a16:colId xmlns:a16="http://schemas.microsoft.com/office/drawing/2014/main" val="20004"/>
                    </a:ext>
                  </a:extLst>
                </a:gridCol>
                <a:gridCol w="802431">
                  <a:extLst>
                    <a:ext uri="{9D8B030D-6E8A-4147-A177-3AD203B41FA5}">
                      <a16:colId xmlns:a16="http://schemas.microsoft.com/office/drawing/2014/main" val="20005"/>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FirstName</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LastName</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Address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Phone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Adams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1 High 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GB" sz="1400" b="0" i="0" u="none" strike="noStrike" cap="none" normalizeH="0" baseline="0" dirty="0">
                          <a:ln>
                            <a:noFill/>
                          </a:ln>
                          <a:solidFill>
                            <a:schemeClr val="tx1"/>
                          </a:solidFill>
                          <a:effectLst/>
                          <a:latin typeface="Arial" charset="0"/>
                          <a:cs typeface="Arial" charset="0"/>
                        </a:rPr>
                        <a:t>561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Smith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2 Station Rd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US" sz="1400" b="0" i="0" u="none" strike="noStrike" cap="none" normalizeH="0" baseline="0" dirty="0">
                          <a:ln>
                            <a:noFill/>
                          </a:ln>
                          <a:solidFill>
                            <a:schemeClr val="tx1"/>
                          </a:solidFill>
                          <a:effectLst/>
                          <a:latin typeface="Arial" charset="0"/>
                          <a:cs typeface="Arial" charset="0"/>
                        </a:rPr>
                        <a:t>642</a:t>
                      </a:r>
                      <a:endParaRPr kumimoji="0" lang="en-GB" sz="1400" b="0"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 Church Rd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US" sz="1400" b="0" i="0" u="none" strike="noStrike" cap="none" normalizeH="0" baseline="0" dirty="0">
                          <a:ln>
                            <a:noFill/>
                          </a:ln>
                          <a:solidFill>
                            <a:schemeClr val="tx1"/>
                          </a:solidFill>
                          <a:effectLst/>
                          <a:latin typeface="Arial" charset="0"/>
                          <a:cs typeface="Arial" charset="0"/>
                        </a:rPr>
                        <a:t>546</a:t>
                      </a:r>
                      <a:endParaRPr kumimoji="0" lang="en-GB" sz="1400" b="0"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Taylor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10 Park 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US" sz="1400" b="0" i="0" u="none" strike="noStrike" cap="none" normalizeH="0" baseline="0" dirty="0">
                          <a:ln>
                            <a:noFill/>
                          </a:ln>
                          <a:solidFill>
                            <a:schemeClr val="tx1"/>
                          </a:solidFill>
                          <a:effectLst/>
                          <a:latin typeface="Arial" charset="0"/>
                          <a:cs typeface="Arial" charset="0"/>
                        </a:rPr>
                        <a:t>656</a:t>
                      </a:r>
                      <a:endParaRPr kumimoji="0" lang="en-GB" sz="1400" b="0"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863104DE-AB38-328A-A37E-F6BA4A5D06A5}"/>
              </a:ext>
            </a:extLst>
          </p:cNvPr>
          <p:cNvSpPr txBox="1"/>
          <p:nvPr/>
        </p:nvSpPr>
        <p:spPr>
          <a:xfrm>
            <a:off x="1308394" y="1845734"/>
            <a:ext cx="6895799" cy="523220"/>
          </a:xfrm>
          <a:prstGeom prst="rect">
            <a:avLst/>
          </a:prstGeom>
          <a:noFill/>
        </p:spPr>
        <p:txBody>
          <a:bodyPr wrap="none" rtlCol="0">
            <a:spAutoFit/>
          </a:bodyPr>
          <a:lstStyle/>
          <a:p>
            <a:r>
              <a:rPr lang="en-US" sz="2800" dirty="0">
                <a:latin typeface="+mj-lt"/>
              </a:rPr>
              <a:t>Someone</a:t>
            </a:r>
            <a:r>
              <a:rPr lang="en-US" sz="2800" dirty="0"/>
              <a:t> asks: “What is the address of Kate?”</a:t>
            </a:r>
          </a:p>
        </p:txBody>
      </p:sp>
      <p:sp>
        <p:nvSpPr>
          <p:cNvPr id="14" name="TextBox 13">
            <a:extLst>
              <a:ext uri="{FF2B5EF4-FFF2-40B4-BE49-F238E27FC236}">
                <a16:creationId xmlns:a16="http://schemas.microsoft.com/office/drawing/2014/main" id="{7A1F0753-E217-1AAB-927B-DAB1560DD0D4}"/>
              </a:ext>
            </a:extLst>
          </p:cNvPr>
          <p:cNvSpPr txBox="1"/>
          <p:nvPr/>
        </p:nvSpPr>
        <p:spPr>
          <a:xfrm>
            <a:off x="8603908" y="3413270"/>
            <a:ext cx="3218748" cy="830997"/>
          </a:xfrm>
          <a:prstGeom prst="rect">
            <a:avLst/>
          </a:prstGeom>
          <a:noFill/>
        </p:spPr>
        <p:txBody>
          <a:bodyPr wrap="square">
            <a:spAutoFit/>
          </a:bodyPr>
          <a:lstStyle/>
          <a:p>
            <a:r>
              <a:rPr lang="en-US" sz="2400" dirty="0"/>
              <a:t>What was the problem with this question</a:t>
            </a:r>
            <a:r>
              <a:rPr lang="en-US" sz="1800" dirty="0"/>
              <a:t>?  </a:t>
            </a:r>
            <a:endParaRPr lang="en-GB" dirty="0"/>
          </a:p>
        </p:txBody>
      </p:sp>
      <p:sp>
        <p:nvSpPr>
          <p:cNvPr id="3" name="Rectangle 2">
            <a:extLst>
              <a:ext uri="{FF2B5EF4-FFF2-40B4-BE49-F238E27FC236}">
                <a16:creationId xmlns:a16="http://schemas.microsoft.com/office/drawing/2014/main" id="{66607C5E-5044-D56B-C887-A16DF23F16BE}"/>
              </a:ext>
            </a:extLst>
          </p:cNvPr>
          <p:cNvSpPr/>
          <p:nvPr/>
        </p:nvSpPr>
        <p:spPr>
          <a:xfrm>
            <a:off x="832295" y="4594937"/>
            <a:ext cx="3384376" cy="1444245"/>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t>Natural Language is Ambiguous!</a:t>
            </a:r>
          </a:p>
          <a:p>
            <a:pPr algn="ctr"/>
            <a:r>
              <a:rPr lang="en-US" sz="2000" b="1" dirty="0"/>
              <a:t>Need a little more precision</a:t>
            </a:r>
          </a:p>
        </p:txBody>
      </p:sp>
    </p:spTree>
    <p:extLst>
      <p:ext uri="{BB962C8B-B14F-4D97-AF65-F5344CB8AC3E}">
        <p14:creationId xmlns:p14="http://schemas.microsoft.com/office/powerpoint/2010/main" val="3926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0517C2-6B68-D6EA-3873-1A4CF491E607}"/>
              </a:ext>
            </a:extLst>
          </p:cNvPr>
          <p:cNvSpPr>
            <a:spLocks noGrp="1"/>
          </p:cNvSpPr>
          <p:nvPr>
            <p:ph type="sldNum" sz="quarter" idx="12"/>
          </p:nvPr>
        </p:nvSpPr>
        <p:spPr/>
        <p:txBody>
          <a:bodyPr/>
          <a:lstStyle/>
          <a:p>
            <a:fld id="{A96A34F1-7EE3-4CA4-B196-255978C82451}" type="slidenum">
              <a:rPr lang="en-GB" smtClean="0"/>
              <a:t>6</a:t>
            </a:fld>
            <a:endParaRPr lang="en-GB"/>
          </a:p>
        </p:txBody>
      </p:sp>
      <p:sp>
        <p:nvSpPr>
          <p:cNvPr id="3" name="TextBox 2">
            <a:extLst>
              <a:ext uri="{FF2B5EF4-FFF2-40B4-BE49-F238E27FC236}">
                <a16:creationId xmlns:a16="http://schemas.microsoft.com/office/drawing/2014/main" id="{A46F4232-E0B6-DA8A-A5AB-8876B7A49220}"/>
              </a:ext>
            </a:extLst>
          </p:cNvPr>
          <p:cNvSpPr txBox="1"/>
          <p:nvPr/>
        </p:nvSpPr>
        <p:spPr>
          <a:xfrm>
            <a:off x="1019563" y="2107344"/>
            <a:ext cx="10777317" cy="523220"/>
          </a:xfrm>
          <a:prstGeom prst="rect">
            <a:avLst/>
          </a:prstGeom>
          <a:noFill/>
        </p:spPr>
        <p:txBody>
          <a:bodyPr wrap="square" rtlCol="0">
            <a:spAutoFit/>
          </a:bodyPr>
          <a:lstStyle/>
          <a:p>
            <a:r>
              <a:rPr lang="en-GB" sz="2800" dirty="0"/>
              <a:t>SELECT FirstName, Address FROM Students WHERE FirstName = 'Kate';</a:t>
            </a:r>
            <a:endParaRPr lang="en-GB" dirty="0"/>
          </a:p>
        </p:txBody>
      </p:sp>
      <p:sp>
        <p:nvSpPr>
          <p:cNvPr id="4" name="Title 1">
            <a:extLst>
              <a:ext uri="{FF2B5EF4-FFF2-40B4-BE49-F238E27FC236}">
                <a16:creationId xmlns:a16="http://schemas.microsoft.com/office/drawing/2014/main" id="{ABA484AE-A6B6-1E1C-93C8-45A8F392161B}"/>
              </a:ext>
            </a:extLst>
          </p:cNvPr>
          <p:cNvSpPr txBox="1">
            <a:spLocks noGrp="1"/>
          </p:cNvSpPr>
          <p:nvPr>
            <p:ph type="title" idx="4294967295"/>
          </p:nvPr>
        </p:nvSpPr>
        <p:spPr>
          <a:xfrm>
            <a:off x="577969" y="657957"/>
            <a:ext cx="10058400" cy="14493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Looking at SQL</a:t>
            </a:r>
            <a:b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br>
            <a:endPar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endParaRPr>
          </a:p>
        </p:txBody>
      </p:sp>
      <p:graphicFrame>
        <p:nvGraphicFramePr>
          <p:cNvPr id="5" name="Group 5">
            <a:extLst>
              <a:ext uri="{FF2B5EF4-FFF2-40B4-BE49-F238E27FC236}">
                <a16:creationId xmlns:a16="http://schemas.microsoft.com/office/drawing/2014/main" id="{65AA0201-08C2-DBAA-52C4-7C587B7238B9}"/>
              </a:ext>
            </a:extLst>
          </p:cNvPr>
          <p:cNvGraphicFramePr>
            <a:graphicFrameLocks noGrp="1"/>
          </p:cNvGraphicFramePr>
          <p:nvPr>
            <p:extLst>
              <p:ext uri="{D42A27DB-BD31-4B8C-83A1-F6EECF244321}">
                <p14:modId xmlns:p14="http://schemas.microsoft.com/office/powerpoint/2010/main" val="2141819005"/>
              </p:ext>
            </p:extLst>
          </p:nvPr>
        </p:nvGraphicFramePr>
        <p:xfrm>
          <a:off x="5881881" y="3115785"/>
          <a:ext cx="5914999" cy="1800544"/>
        </p:xfrm>
        <a:graphic>
          <a:graphicData uri="http://schemas.openxmlformats.org/drawingml/2006/table">
            <a:tbl>
              <a:tblPr firstRow="1"/>
              <a:tblGrid>
                <a:gridCol w="504056">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224136">
                  <a:extLst>
                    <a:ext uri="{9D8B030D-6E8A-4147-A177-3AD203B41FA5}">
                      <a16:colId xmlns:a16="http://schemas.microsoft.com/office/drawing/2014/main" val="20004"/>
                    </a:ext>
                  </a:extLst>
                </a:gridCol>
                <a:gridCol w="802431">
                  <a:extLst>
                    <a:ext uri="{9D8B030D-6E8A-4147-A177-3AD203B41FA5}">
                      <a16:colId xmlns:a16="http://schemas.microsoft.com/office/drawing/2014/main" val="20005"/>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FirstName</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LastName</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Address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Phone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Adams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1 High 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GB" sz="1400" b="0" i="0" u="none" strike="noStrike" cap="none" normalizeH="0" baseline="0" dirty="0">
                          <a:ln>
                            <a:noFill/>
                          </a:ln>
                          <a:solidFill>
                            <a:schemeClr val="tx1"/>
                          </a:solidFill>
                          <a:effectLst/>
                          <a:latin typeface="Arial" charset="0"/>
                          <a:cs typeface="Arial" charset="0"/>
                        </a:rPr>
                        <a:t>561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Smith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2 Station Rd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US" sz="1400" b="0" i="0" u="none" strike="noStrike" cap="none" normalizeH="0" baseline="0" dirty="0">
                          <a:ln>
                            <a:noFill/>
                          </a:ln>
                          <a:solidFill>
                            <a:schemeClr val="tx1"/>
                          </a:solidFill>
                          <a:effectLst/>
                          <a:latin typeface="Arial" charset="0"/>
                          <a:cs typeface="Arial" charset="0"/>
                        </a:rPr>
                        <a:t>642</a:t>
                      </a:r>
                      <a:endParaRPr kumimoji="0" lang="en-GB" sz="1400" b="0"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 Church Rd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US" sz="1400" b="0" i="0" u="none" strike="noStrike" cap="none" normalizeH="0" baseline="0" dirty="0">
                          <a:ln>
                            <a:noFill/>
                          </a:ln>
                          <a:solidFill>
                            <a:schemeClr val="tx1"/>
                          </a:solidFill>
                          <a:effectLst/>
                          <a:latin typeface="Arial" charset="0"/>
                          <a:cs typeface="Arial" charset="0"/>
                        </a:rPr>
                        <a:t>546</a:t>
                      </a:r>
                      <a:endParaRPr kumimoji="0" lang="en-GB" sz="1400" b="0"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Taylor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10 Park 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US" sz="1400" b="0" i="0" u="none" strike="noStrike" cap="none" normalizeH="0" baseline="0" dirty="0">
                          <a:ln>
                            <a:noFill/>
                          </a:ln>
                          <a:solidFill>
                            <a:schemeClr val="tx1"/>
                          </a:solidFill>
                          <a:effectLst/>
                          <a:latin typeface="Arial" charset="0"/>
                          <a:cs typeface="Arial" charset="0"/>
                        </a:rPr>
                        <a:t>656</a:t>
                      </a:r>
                      <a:endParaRPr kumimoji="0" lang="en-GB" sz="1400" b="0"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1749E4B3-80BD-6531-0FEC-049DCC270BC5}"/>
              </a:ext>
            </a:extLst>
          </p:cNvPr>
          <p:cNvSpPr txBox="1"/>
          <p:nvPr/>
        </p:nvSpPr>
        <p:spPr>
          <a:xfrm>
            <a:off x="5881881" y="2746453"/>
            <a:ext cx="1257300" cy="369332"/>
          </a:xfrm>
          <a:prstGeom prst="rect">
            <a:avLst/>
          </a:prstGeom>
          <a:noFill/>
        </p:spPr>
        <p:txBody>
          <a:bodyPr wrap="square" rtlCol="0">
            <a:spAutoFit/>
          </a:bodyPr>
          <a:lstStyle/>
          <a:p>
            <a:r>
              <a:rPr lang="en-GB" dirty="0"/>
              <a:t>Students</a:t>
            </a:r>
          </a:p>
        </p:txBody>
      </p:sp>
      <p:sp>
        <p:nvSpPr>
          <p:cNvPr id="8" name="TextBox 7">
            <a:extLst>
              <a:ext uri="{FF2B5EF4-FFF2-40B4-BE49-F238E27FC236}">
                <a16:creationId xmlns:a16="http://schemas.microsoft.com/office/drawing/2014/main" id="{6454E705-427E-6EFB-6278-E77C0E8F66EE}"/>
              </a:ext>
            </a:extLst>
          </p:cNvPr>
          <p:cNvSpPr txBox="1"/>
          <p:nvPr/>
        </p:nvSpPr>
        <p:spPr>
          <a:xfrm>
            <a:off x="487001" y="3000394"/>
            <a:ext cx="5300849" cy="2185214"/>
          </a:xfrm>
          <a:prstGeom prst="rect">
            <a:avLst/>
          </a:prstGeom>
          <a:noFill/>
        </p:spPr>
        <p:txBody>
          <a:bodyPr wrap="square" rtlCol="0">
            <a:spAutoFit/>
          </a:bodyPr>
          <a:lstStyle/>
          <a:p>
            <a:r>
              <a:rPr lang="en-GB" sz="2000" dirty="0"/>
              <a:t>Steps:</a:t>
            </a:r>
          </a:p>
          <a:p>
            <a:pPr marL="342900" indent="-342900">
              <a:buAutoNum type="arabicPeriod"/>
            </a:pPr>
            <a:r>
              <a:rPr lang="en-GB" sz="2000" dirty="0"/>
              <a:t>Find all the rows with Kate – RESTRICT operation</a:t>
            </a:r>
          </a:p>
          <a:p>
            <a:pPr marL="342900" indent="-342900">
              <a:buAutoNum type="arabicPeriod"/>
            </a:pPr>
            <a:r>
              <a:rPr lang="en-GB" sz="2000" dirty="0"/>
              <a:t>Only choose the first name and address column – PROJECT operation</a:t>
            </a:r>
          </a:p>
          <a:p>
            <a:pPr marL="342900" indent="-342900">
              <a:buAutoNum type="arabicPeriod"/>
            </a:pPr>
            <a:endParaRPr lang="en-GB" dirty="0"/>
          </a:p>
          <a:p>
            <a:pPr marL="342900" indent="-342900">
              <a:buAutoNum type="arabicPeriod"/>
            </a:pPr>
            <a:endParaRPr lang="en-GB" dirty="0"/>
          </a:p>
        </p:txBody>
      </p:sp>
    </p:spTree>
    <p:extLst>
      <p:ext uri="{BB962C8B-B14F-4D97-AF65-F5344CB8AC3E}">
        <p14:creationId xmlns:p14="http://schemas.microsoft.com/office/powerpoint/2010/main" val="2003554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157D2-FF36-A239-5F4F-9699464CF8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3BDAFE-88E0-4200-A0D7-C460CB31BB9D}"/>
              </a:ext>
            </a:extLst>
          </p:cNvPr>
          <p:cNvSpPr>
            <a:spLocks noGrp="1"/>
          </p:cNvSpPr>
          <p:nvPr>
            <p:ph type="sldNum" sz="quarter" idx="12"/>
          </p:nvPr>
        </p:nvSpPr>
        <p:spPr/>
        <p:txBody>
          <a:bodyPr/>
          <a:lstStyle/>
          <a:p>
            <a:fld id="{A96A34F1-7EE3-4CA4-B196-255978C82451}" type="slidenum">
              <a:rPr lang="en-GB" smtClean="0"/>
              <a:t>7</a:t>
            </a:fld>
            <a:endParaRPr lang="en-GB" dirty="0"/>
          </a:p>
        </p:txBody>
      </p:sp>
      <p:sp>
        <p:nvSpPr>
          <p:cNvPr id="3" name="TextBox 2">
            <a:extLst>
              <a:ext uri="{FF2B5EF4-FFF2-40B4-BE49-F238E27FC236}">
                <a16:creationId xmlns:a16="http://schemas.microsoft.com/office/drawing/2014/main" id="{EFB832FD-FF42-56DA-A6DE-10CCF08A1BA8}"/>
              </a:ext>
            </a:extLst>
          </p:cNvPr>
          <p:cNvSpPr txBox="1"/>
          <p:nvPr/>
        </p:nvSpPr>
        <p:spPr>
          <a:xfrm>
            <a:off x="1019563" y="2107344"/>
            <a:ext cx="10467587" cy="523220"/>
          </a:xfrm>
          <a:prstGeom prst="rect">
            <a:avLst/>
          </a:prstGeom>
          <a:noFill/>
        </p:spPr>
        <p:txBody>
          <a:bodyPr wrap="square" rtlCol="0">
            <a:spAutoFit/>
          </a:bodyPr>
          <a:lstStyle/>
          <a:p>
            <a:r>
              <a:rPr lang="en-GB" sz="2800" dirty="0"/>
              <a:t>SELECT FirstName, Address FROM Students WHERE FirstName = 'Kate';</a:t>
            </a:r>
            <a:endParaRPr lang="en-GB" dirty="0"/>
          </a:p>
        </p:txBody>
      </p:sp>
      <p:sp>
        <p:nvSpPr>
          <p:cNvPr id="4" name="Title 1">
            <a:extLst>
              <a:ext uri="{FF2B5EF4-FFF2-40B4-BE49-F238E27FC236}">
                <a16:creationId xmlns:a16="http://schemas.microsoft.com/office/drawing/2014/main" id="{4631E6D5-7C0A-ECA6-F5CF-B9989190A137}"/>
              </a:ext>
            </a:extLst>
          </p:cNvPr>
          <p:cNvSpPr txBox="1">
            <a:spLocks noGrp="1"/>
          </p:cNvSpPr>
          <p:nvPr>
            <p:ph type="title" idx="4294967295"/>
          </p:nvPr>
        </p:nvSpPr>
        <p:spPr>
          <a:xfrm>
            <a:off x="577969" y="657957"/>
            <a:ext cx="10058400" cy="14493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ctr"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Looking at SQL (2)</a:t>
            </a:r>
            <a:b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br>
            <a:endPar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endParaRPr>
          </a:p>
        </p:txBody>
      </p:sp>
      <p:graphicFrame>
        <p:nvGraphicFramePr>
          <p:cNvPr id="5" name="Group 5">
            <a:extLst>
              <a:ext uri="{FF2B5EF4-FFF2-40B4-BE49-F238E27FC236}">
                <a16:creationId xmlns:a16="http://schemas.microsoft.com/office/drawing/2014/main" id="{706F14A3-FA3D-1944-FCF5-EE0FA317DEEC}"/>
              </a:ext>
            </a:extLst>
          </p:cNvPr>
          <p:cNvGraphicFramePr>
            <a:graphicFrameLocks noGrp="1"/>
          </p:cNvGraphicFramePr>
          <p:nvPr>
            <p:extLst>
              <p:ext uri="{D42A27DB-BD31-4B8C-83A1-F6EECF244321}">
                <p14:modId xmlns:p14="http://schemas.microsoft.com/office/powerpoint/2010/main" val="3620298326"/>
              </p:ext>
            </p:extLst>
          </p:nvPr>
        </p:nvGraphicFramePr>
        <p:xfrm>
          <a:off x="5691381" y="3143584"/>
          <a:ext cx="5914999" cy="1081406"/>
        </p:xfrm>
        <a:graphic>
          <a:graphicData uri="http://schemas.openxmlformats.org/drawingml/2006/table">
            <a:tbl>
              <a:tblPr firstRow="1"/>
              <a:tblGrid>
                <a:gridCol w="504056">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224136">
                  <a:extLst>
                    <a:ext uri="{9D8B030D-6E8A-4147-A177-3AD203B41FA5}">
                      <a16:colId xmlns:a16="http://schemas.microsoft.com/office/drawing/2014/main" val="20002"/>
                    </a:ext>
                  </a:extLst>
                </a:gridCol>
                <a:gridCol w="936104">
                  <a:extLst>
                    <a:ext uri="{9D8B030D-6E8A-4147-A177-3AD203B41FA5}">
                      <a16:colId xmlns:a16="http://schemas.microsoft.com/office/drawing/2014/main" val="20003"/>
                    </a:ext>
                  </a:extLst>
                </a:gridCol>
                <a:gridCol w="1224136">
                  <a:extLst>
                    <a:ext uri="{9D8B030D-6E8A-4147-A177-3AD203B41FA5}">
                      <a16:colId xmlns:a16="http://schemas.microsoft.com/office/drawing/2014/main" val="20004"/>
                    </a:ext>
                  </a:extLst>
                </a:gridCol>
                <a:gridCol w="802431">
                  <a:extLst>
                    <a:ext uri="{9D8B030D-6E8A-4147-A177-3AD203B41FA5}">
                      <a16:colId xmlns:a16="http://schemas.microsoft.com/office/drawing/2014/main" val="20005"/>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FirstName</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LastName</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Address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Phone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Adams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1 High 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GB" sz="1400" b="0" i="0" u="none" strike="noStrike" cap="none" normalizeH="0" baseline="0" dirty="0">
                          <a:ln>
                            <a:noFill/>
                          </a:ln>
                          <a:solidFill>
                            <a:schemeClr val="tx1"/>
                          </a:solidFill>
                          <a:effectLst/>
                          <a:latin typeface="Arial" charset="0"/>
                          <a:cs typeface="Arial" charset="0"/>
                        </a:rPr>
                        <a:t>561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 Church Rd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mr-IN" sz="1400" b="0" i="0" u="none" strike="noStrike" cap="none" normalizeH="0" baseline="0" dirty="0">
                          <a:ln>
                            <a:noFill/>
                          </a:ln>
                          <a:solidFill>
                            <a:schemeClr val="tx1"/>
                          </a:solidFill>
                          <a:effectLst/>
                          <a:latin typeface="Arial" charset="0"/>
                          <a:cs typeface="Arial" charset="0"/>
                        </a:rPr>
                        <a:t>…</a:t>
                      </a:r>
                      <a:r>
                        <a:rPr kumimoji="0" lang="en-US" sz="1400" b="0" i="0" u="none" strike="noStrike" cap="none" normalizeH="0" baseline="0" dirty="0">
                          <a:ln>
                            <a:noFill/>
                          </a:ln>
                          <a:solidFill>
                            <a:schemeClr val="tx1"/>
                          </a:solidFill>
                          <a:effectLst/>
                          <a:latin typeface="Arial" charset="0"/>
                          <a:cs typeface="Arial" charset="0"/>
                        </a:rPr>
                        <a:t>546</a:t>
                      </a:r>
                      <a:endParaRPr kumimoji="0" lang="en-GB" sz="1400" b="0"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E24896E2-2241-9CED-FC3E-B4B1A9A0C28C}"/>
              </a:ext>
            </a:extLst>
          </p:cNvPr>
          <p:cNvSpPr txBox="1"/>
          <p:nvPr/>
        </p:nvSpPr>
        <p:spPr>
          <a:xfrm>
            <a:off x="9158481" y="4497746"/>
            <a:ext cx="1585719" cy="369332"/>
          </a:xfrm>
          <a:prstGeom prst="rect">
            <a:avLst/>
          </a:prstGeom>
          <a:noFill/>
        </p:spPr>
        <p:txBody>
          <a:bodyPr wrap="square" rtlCol="0">
            <a:spAutoFit/>
          </a:bodyPr>
          <a:lstStyle/>
          <a:p>
            <a:r>
              <a:rPr lang="en-GB" dirty="0" err="1"/>
              <a:t>ResultKate</a:t>
            </a:r>
            <a:endParaRPr lang="en-GB" dirty="0"/>
          </a:p>
        </p:txBody>
      </p:sp>
      <p:sp>
        <p:nvSpPr>
          <p:cNvPr id="8" name="TextBox 7">
            <a:extLst>
              <a:ext uri="{FF2B5EF4-FFF2-40B4-BE49-F238E27FC236}">
                <a16:creationId xmlns:a16="http://schemas.microsoft.com/office/drawing/2014/main" id="{B38719C1-62E6-FD86-0688-5E562752727F}"/>
              </a:ext>
            </a:extLst>
          </p:cNvPr>
          <p:cNvSpPr txBox="1"/>
          <p:nvPr/>
        </p:nvSpPr>
        <p:spPr>
          <a:xfrm>
            <a:off x="487001" y="3000394"/>
            <a:ext cx="5300849" cy="2185214"/>
          </a:xfrm>
          <a:prstGeom prst="rect">
            <a:avLst/>
          </a:prstGeom>
          <a:noFill/>
        </p:spPr>
        <p:txBody>
          <a:bodyPr wrap="square" rtlCol="0">
            <a:spAutoFit/>
          </a:bodyPr>
          <a:lstStyle/>
          <a:p>
            <a:r>
              <a:rPr lang="en-GB" sz="2000" dirty="0"/>
              <a:t>Steps:</a:t>
            </a:r>
          </a:p>
          <a:p>
            <a:pPr marL="342900" indent="-342900">
              <a:buAutoNum type="arabicPeriod"/>
            </a:pPr>
            <a:r>
              <a:rPr lang="en-GB" sz="2000" dirty="0"/>
              <a:t>Find all the rows with Kate – RESTRICT operation</a:t>
            </a:r>
          </a:p>
          <a:p>
            <a:pPr marL="342900" indent="-342900">
              <a:buAutoNum type="arabicPeriod"/>
            </a:pPr>
            <a:r>
              <a:rPr lang="en-GB" sz="2000" dirty="0"/>
              <a:t>Only choose the first name  and address columns – PROJECT operation</a:t>
            </a:r>
          </a:p>
          <a:p>
            <a:pPr marL="342900" indent="-342900">
              <a:buAutoNum type="arabicPeriod"/>
            </a:pPr>
            <a:endParaRPr lang="en-GB" dirty="0"/>
          </a:p>
          <a:p>
            <a:pPr marL="342900" indent="-342900">
              <a:buAutoNum type="arabicPeriod"/>
            </a:pPr>
            <a:endParaRPr lang="en-GB" dirty="0"/>
          </a:p>
        </p:txBody>
      </p:sp>
      <p:sp>
        <p:nvSpPr>
          <p:cNvPr id="9" name="TextBox 8">
            <a:extLst>
              <a:ext uri="{FF2B5EF4-FFF2-40B4-BE49-F238E27FC236}">
                <a16:creationId xmlns:a16="http://schemas.microsoft.com/office/drawing/2014/main" id="{94531E25-7631-B601-8ADB-2116B4F515A3}"/>
              </a:ext>
            </a:extLst>
          </p:cNvPr>
          <p:cNvSpPr txBox="1"/>
          <p:nvPr/>
        </p:nvSpPr>
        <p:spPr>
          <a:xfrm>
            <a:off x="487002" y="5219597"/>
            <a:ext cx="5798447" cy="464871"/>
          </a:xfrm>
          <a:prstGeom prst="rect">
            <a:avLst/>
          </a:prstGeom>
          <a:noFill/>
        </p:spPr>
        <p:txBody>
          <a:bodyPr wrap="none" rtlCol="0">
            <a:spAutoFit/>
          </a:bodyPr>
          <a:lstStyle/>
          <a:p>
            <a:pPr>
              <a:lnSpc>
                <a:spcPct val="150000"/>
              </a:lnSpc>
            </a:pPr>
            <a:r>
              <a:rPr lang="en-GB" sz="1800" dirty="0" err="1">
                <a:effectLst/>
              </a:rPr>
              <a:t>StudentKate</a:t>
            </a:r>
            <a:r>
              <a:rPr lang="en-GB" sz="1800" dirty="0">
                <a:effectLst/>
              </a:rPr>
              <a:t> = RESTRICT Student WHERE FirstName = ‘Kate’;</a:t>
            </a:r>
            <a:endParaRPr lang="en-GB" sz="1800" dirty="0">
              <a:effectLst/>
              <a:highlight>
                <a:srgbClr val="D2EFFA"/>
              </a:highlight>
            </a:endParaRPr>
          </a:p>
        </p:txBody>
      </p:sp>
      <p:graphicFrame>
        <p:nvGraphicFramePr>
          <p:cNvPr id="7" name="Group 5">
            <a:extLst>
              <a:ext uri="{FF2B5EF4-FFF2-40B4-BE49-F238E27FC236}">
                <a16:creationId xmlns:a16="http://schemas.microsoft.com/office/drawing/2014/main" id="{30B18151-078E-2208-CBC0-D837B94B8B33}"/>
              </a:ext>
            </a:extLst>
          </p:cNvPr>
          <p:cNvGraphicFramePr>
            <a:graphicFrameLocks noGrp="1"/>
          </p:cNvGraphicFramePr>
          <p:nvPr>
            <p:extLst>
              <p:ext uri="{D42A27DB-BD31-4B8C-83A1-F6EECF244321}">
                <p14:modId xmlns:p14="http://schemas.microsoft.com/office/powerpoint/2010/main" val="1908715350"/>
              </p:ext>
            </p:extLst>
          </p:nvPr>
        </p:nvGraphicFramePr>
        <p:xfrm>
          <a:off x="9145780" y="4893158"/>
          <a:ext cx="2732873" cy="1081406"/>
        </p:xfrm>
        <a:graphic>
          <a:graphicData uri="http://schemas.openxmlformats.org/drawingml/2006/table">
            <a:tbl>
              <a:tblPr firstRow="1"/>
              <a:tblGrid>
                <a:gridCol w="1399730">
                  <a:extLst>
                    <a:ext uri="{9D8B030D-6E8A-4147-A177-3AD203B41FA5}">
                      <a16:colId xmlns:a16="http://schemas.microsoft.com/office/drawing/2014/main" val="20001"/>
                    </a:ext>
                  </a:extLst>
                </a:gridCol>
                <a:gridCol w="1333143">
                  <a:extLst>
                    <a:ext uri="{9D8B030D-6E8A-4147-A177-3AD203B41FA5}">
                      <a16:colId xmlns:a16="http://schemas.microsoft.com/office/drawing/2014/main" val="3987321"/>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FirstName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Address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1 High St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 Church Rd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 name="TextBox 9">
            <a:extLst>
              <a:ext uri="{FF2B5EF4-FFF2-40B4-BE49-F238E27FC236}">
                <a16:creationId xmlns:a16="http://schemas.microsoft.com/office/drawing/2014/main" id="{65B8F381-8EDF-D5B0-749C-AEE3714D55D1}"/>
              </a:ext>
            </a:extLst>
          </p:cNvPr>
          <p:cNvSpPr txBox="1"/>
          <p:nvPr/>
        </p:nvSpPr>
        <p:spPr>
          <a:xfrm>
            <a:off x="5691381" y="2690326"/>
            <a:ext cx="1585719" cy="369332"/>
          </a:xfrm>
          <a:prstGeom prst="rect">
            <a:avLst/>
          </a:prstGeom>
          <a:noFill/>
        </p:spPr>
        <p:txBody>
          <a:bodyPr wrap="square" rtlCol="0">
            <a:spAutoFit/>
          </a:bodyPr>
          <a:lstStyle/>
          <a:p>
            <a:r>
              <a:rPr lang="en-GB" dirty="0" err="1"/>
              <a:t>StudentKate</a:t>
            </a:r>
            <a:endParaRPr lang="en-GB" dirty="0"/>
          </a:p>
        </p:txBody>
      </p:sp>
      <p:sp>
        <p:nvSpPr>
          <p:cNvPr id="11" name="TextBox 10">
            <a:extLst>
              <a:ext uri="{FF2B5EF4-FFF2-40B4-BE49-F238E27FC236}">
                <a16:creationId xmlns:a16="http://schemas.microsoft.com/office/drawing/2014/main" id="{D155A2E7-D337-EC98-01D9-0AD466FDB435}"/>
              </a:ext>
            </a:extLst>
          </p:cNvPr>
          <p:cNvSpPr txBox="1"/>
          <p:nvPr/>
        </p:nvSpPr>
        <p:spPr>
          <a:xfrm>
            <a:off x="487001" y="5576877"/>
            <a:ext cx="5919634" cy="464871"/>
          </a:xfrm>
          <a:prstGeom prst="rect">
            <a:avLst/>
          </a:prstGeom>
          <a:noFill/>
        </p:spPr>
        <p:txBody>
          <a:bodyPr wrap="none" rtlCol="0">
            <a:spAutoFit/>
          </a:bodyPr>
          <a:lstStyle/>
          <a:p>
            <a:pPr>
              <a:lnSpc>
                <a:spcPct val="150000"/>
              </a:lnSpc>
            </a:pPr>
            <a:r>
              <a:rPr lang="en-GB" sz="1800" dirty="0" err="1">
                <a:effectLst/>
                <a:highlight>
                  <a:srgbClr val="D2EFFA"/>
                </a:highlight>
              </a:rPr>
              <a:t>ResultKate</a:t>
            </a:r>
            <a:r>
              <a:rPr lang="en-GB" sz="1800" dirty="0">
                <a:effectLst/>
                <a:highlight>
                  <a:srgbClr val="D2EFFA"/>
                </a:highlight>
              </a:rPr>
              <a:t> = PROJECT </a:t>
            </a:r>
            <a:r>
              <a:rPr lang="en-GB" sz="1800" dirty="0" err="1">
                <a:effectLst/>
                <a:highlight>
                  <a:srgbClr val="D2EFFA"/>
                </a:highlight>
              </a:rPr>
              <a:t>StudentKate</a:t>
            </a:r>
            <a:r>
              <a:rPr lang="en-GB" sz="1800" dirty="0">
                <a:effectLst/>
                <a:highlight>
                  <a:srgbClr val="D2EFFA"/>
                </a:highlight>
              </a:rPr>
              <a:t> OVER FirstName, Address;</a:t>
            </a:r>
          </a:p>
        </p:txBody>
      </p:sp>
    </p:spTree>
    <p:extLst>
      <p:ext uri="{BB962C8B-B14F-4D97-AF65-F5344CB8AC3E}">
        <p14:creationId xmlns:p14="http://schemas.microsoft.com/office/powerpoint/2010/main" val="13457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8</a:t>
            </a:fld>
            <a:endParaRPr lang="en-GB"/>
          </a:p>
        </p:txBody>
      </p:sp>
      <p:sp>
        <p:nvSpPr>
          <p:cNvPr id="5" name="Title 4">
            <a:extLst>
              <a:ext uri="{FF2B5EF4-FFF2-40B4-BE49-F238E27FC236}">
                <a16:creationId xmlns:a16="http://schemas.microsoft.com/office/drawing/2014/main" id="{A04BA1FB-D76C-84FB-3DB1-429BEC055076}"/>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Queries in relational algebra(1)</a:t>
            </a:r>
          </a:p>
        </p:txBody>
      </p:sp>
      <p:sp>
        <p:nvSpPr>
          <p:cNvPr id="7" name="TextBox 6">
            <a:extLst>
              <a:ext uri="{FF2B5EF4-FFF2-40B4-BE49-F238E27FC236}">
                <a16:creationId xmlns:a16="http://schemas.microsoft.com/office/drawing/2014/main" id="{DACBF553-3123-665A-765A-C651C0E4B105}"/>
              </a:ext>
            </a:extLst>
          </p:cNvPr>
          <p:cNvSpPr txBox="1"/>
          <p:nvPr/>
        </p:nvSpPr>
        <p:spPr>
          <a:xfrm>
            <a:off x="716756" y="1874728"/>
            <a:ext cx="10987564" cy="954107"/>
          </a:xfrm>
          <a:prstGeom prst="rect">
            <a:avLst/>
          </a:prstGeom>
          <a:noFill/>
        </p:spPr>
        <p:txBody>
          <a:bodyPr wrap="square">
            <a:spAutoFit/>
          </a:bodyPr>
          <a:lstStyle/>
          <a:p>
            <a:pPr marL="457200" indent="-457200">
              <a:buFont typeface="Arial" panose="020B0604020202020204" pitchFamily="34" charset="0"/>
              <a:buChar char="•"/>
            </a:pPr>
            <a:r>
              <a:rPr lang="en-US" sz="2800" dirty="0"/>
              <a:t>Query languages allows manipulation and retrieval of data from a database</a:t>
            </a:r>
          </a:p>
        </p:txBody>
      </p:sp>
      <p:sp>
        <p:nvSpPr>
          <p:cNvPr id="9" name="TextBox 8">
            <a:extLst>
              <a:ext uri="{FF2B5EF4-FFF2-40B4-BE49-F238E27FC236}">
                <a16:creationId xmlns:a16="http://schemas.microsoft.com/office/drawing/2014/main" id="{E3C855A5-3B20-1841-2678-3DB47FA5E5B4}"/>
              </a:ext>
            </a:extLst>
          </p:cNvPr>
          <p:cNvSpPr txBox="1"/>
          <p:nvPr/>
        </p:nvSpPr>
        <p:spPr>
          <a:xfrm>
            <a:off x="716756" y="2966157"/>
            <a:ext cx="10987564" cy="1815882"/>
          </a:xfrm>
          <a:prstGeom prst="rect">
            <a:avLst/>
          </a:prstGeom>
          <a:noFill/>
        </p:spPr>
        <p:txBody>
          <a:bodyPr wrap="square">
            <a:spAutoFit/>
          </a:bodyPr>
          <a:lstStyle/>
          <a:p>
            <a:pPr marL="457200" indent="-457200">
              <a:buFont typeface="Arial" panose="020B0604020202020204" pitchFamily="34" charset="0"/>
              <a:buChar char="•"/>
            </a:pPr>
            <a:r>
              <a:rPr lang="en-US" sz="2800" dirty="0"/>
              <a:t>Relational model supports simple, powerful queries</a:t>
            </a:r>
          </a:p>
          <a:p>
            <a:pPr marL="914400" lvl="1" indent="-457200">
              <a:buFont typeface="Arial" panose="020B0604020202020204" pitchFamily="34" charset="0"/>
              <a:buChar char="•"/>
            </a:pPr>
            <a:r>
              <a:rPr lang="en-US" sz="2800" dirty="0"/>
              <a:t>Strong formal foundation </a:t>
            </a:r>
            <a:r>
              <a:rPr lang="en-US" sz="2800" b="1" dirty="0"/>
              <a:t>based on logic</a:t>
            </a:r>
          </a:p>
          <a:p>
            <a:pPr marL="914400" lvl="1" indent="-457200">
              <a:buFont typeface="Arial" panose="020B0604020202020204" pitchFamily="34" charset="0"/>
              <a:buChar char="•"/>
            </a:pPr>
            <a:r>
              <a:rPr lang="en-US" sz="2800" dirty="0"/>
              <a:t>Allows for much </a:t>
            </a:r>
            <a:r>
              <a:rPr lang="en-GB" sz="2800" b="1" dirty="0"/>
              <a:t>optimisation</a:t>
            </a:r>
          </a:p>
          <a:p>
            <a:pPr marL="914400" lvl="1" indent="-457200">
              <a:buFont typeface="Arial" panose="020B0604020202020204" pitchFamily="34" charset="0"/>
              <a:buChar char="•"/>
            </a:pPr>
            <a:r>
              <a:rPr lang="en-GB" sz="2800" dirty="0"/>
              <a:t>Very useful for </a:t>
            </a:r>
            <a:r>
              <a:rPr lang="en-GB" sz="2800" b="1" dirty="0"/>
              <a:t>representing execution </a:t>
            </a:r>
            <a:r>
              <a:rPr lang="en-US" sz="2800" b="1" dirty="0"/>
              <a:t>plans</a:t>
            </a:r>
          </a:p>
        </p:txBody>
      </p:sp>
    </p:spTree>
    <p:extLst>
      <p:ext uri="{BB962C8B-B14F-4D97-AF65-F5344CB8AC3E}">
        <p14:creationId xmlns:p14="http://schemas.microsoft.com/office/powerpoint/2010/main" val="11012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9</a:t>
            </a:fld>
            <a:endParaRPr lang="en-GB"/>
          </a:p>
        </p:txBody>
      </p:sp>
      <p:sp>
        <p:nvSpPr>
          <p:cNvPr id="5" name="Title 4">
            <a:extLst>
              <a:ext uri="{FF2B5EF4-FFF2-40B4-BE49-F238E27FC236}">
                <a16:creationId xmlns:a16="http://schemas.microsoft.com/office/drawing/2014/main" id="{A04BA1FB-D76C-84FB-3DB1-429BEC055076}"/>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Queries in relational algebra(2)</a:t>
            </a:r>
          </a:p>
        </p:txBody>
      </p:sp>
      <p:sp>
        <p:nvSpPr>
          <p:cNvPr id="7" name="TextBox 6">
            <a:extLst>
              <a:ext uri="{FF2B5EF4-FFF2-40B4-BE49-F238E27FC236}">
                <a16:creationId xmlns:a16="http://schemas.microsoft.com/office/drawing/2014/main" id="{DACBF553-3123-665A-765A-C651C0E4B105}"/>
              </a:ext>
            </a:extLst>
          </p:cNvPr>
          <p:cNvSpPr txBox="1"/>
          <p:nvPr/>
        </p:nvSpPr>
        <p:spPr>
          <a:xfrm>
            <a:off x="716756" y="1874728"/>
            <a:ext cx="10987564" cy="954107"/>
          </a:xfrm>
          <a:prstGeom prst="rect">
            <a:avLst/>
          </a:prstGeom>
          <a:noFill/>
        </p:spPr>
        <p:txBody>
          <a:bodyPr wrap="square">
            <a:spAutoFit/>
          </a:bodyPr>
          <a:lstStyle/>
          <a:p>
            <a:pPr marL="457200" indent="-457200">
              <a:buFont typeface="Arial" panose="020B0604020202020204" pitchFamily="34" charset="0"/>
              <a:buChar char="•"/>
            </a:pPr>
            <a:r>
              <a:rPr lang="en-US" sz="2800" dirty="0"/>
              <a:t>To respond to a user query, several operations may have to be performed, the example used </a:t>
            </a:r>
            <a:r>
              <a:rPr lang="en-US" sz="2800" b="1" dirty="0"/>
              <a:t>Restrict</a:t>
            </a:r>
            <a:r>
              <a:rPr lang="en-US" sz="2800" dirty="0"/>
              <a:t> and </a:t>
            </a:r>
            <a:r>
              <a:rPr lang="en-US" sz="2800" b="1" dirty="0"/>
              <a:t>Project</a:t>
            </a:r>
            <a:r>
              <a:rPr lang="en-US" sz="2800" dirty="0"/>
              <a:t> – in a few slides</a:t>
            </a:r>
          </a:p>
        </p:txBody>
      </p:sp>
      <p:sp>
        <p:nvSpPr>
          <p:cNvPr id="8" name="TextBox 7">
            <a:extLst>
              <a:ext uri="{FF2B5EF4-FFF2-40B4-BE49-F238E27FC236}">
                <a16:creationId xmlns:a16="http://schemas.microsoft.com/office/drawing/2014/main" id="{07E4E8CE-B252-394F-4E24-955DBCF91589}"/>
              </a:ext>
            </a:extLst>
          </p:cNvPr>
          <p:cNvSpPr txBox="1"/>
          <p:nvPr/>
        </p:nvSpPr>
        <p:spPr>
          <a:xfrm>
            <a:off x="602218" y="4322044"/>
            <a:ext cx="10987564" cy="1384995"/>
          </a:xfrm>
          <a:prstGeom prst="rect">
            <a:avLst/>
          </a:prstGeom>
          <a:noFill/>
        </p:spPr>
        <p:txBody>
          <a:bodyPr wrap="square">
            <a:spAutoFit/>
          </a:bodyPr>
          <a:lstStyle/>
          <a:p>
            <a:pPr marL="457200" indent="-457200">
              <a:buFont typeface="Arial" panose="020B0604020202020204" pitchFamily="34" charset="0"/>
              <a:buChar char="•"/>
            </a:pPr>
            <a:r>
              <a:rPr lang="en-US" sz="2800" dirty="0"/>
              <a:t>Complex queries are evaluated by </a:t>
            </a:r>
          </a:p>
          <a:p>
            <a:pPr marL="914400" lvl="1" indent="-457200">
              <a:buFont typeface="Arial" panose="020B0604020202020204" pitchFamily="34" charset="0"/>
              <a:buChar char="•"/>
            </a:pPr>
            <a:r>
              <a:rPr lang="en-US" sz="2800" b="1" dirty="0">
                <a:highlight>
                  <a:srgbClr val="D2EFFA"/>
                </a:highlight>
              </a:rPr>
              <a:t>Nesting</a:t>
            </a:r>
            <a:r>
              <a:rPr lang="en-US" sz="2800" dirty="0">
                <a:highlight>
                  <a:srgbClr val="D2EFFA"/>
                </a:highlight>
              </a:rPr>
              <a:t> operations </a:t>
            </a:r>
            <a:r>
              <a:rPr lang="en-US" sz="2800" dirty="0"/>
              <a:t>to create a relational expression, or</a:t>
            </a:r>
          </a:p>
          <a:p>
            <a:pPr marL="914400" lvl="1" indent="-457200">
              <a:buFont typeface="Arial" panose="020B0604020202020204" pitchFamily="34" charset="0"/>
              <a:buChar char="•"/>
            </a:pPr>
            <a:r>
              <a:rPr lang="en-US" sz="2800" dirty="0"/>
              <a:t>Applying operations one at a time and </a:t>
            </a:r>
            <a:r>
              <a:rPr lang="en-US" sz="2800" dirty="0">
                <a:highlight>
                  <a:srgbClr val="D2EFFA"/>
                </a:highlight>
              </a:rPr>
              <a:t>creating </a:t>
            </a:r>
            <a:r>
              <a:rPr lang="en-US" sz="2800" b="1" dirty="0">
                <a:highlight>
                  <a:srgbClr val="D2EFFA"/>
                </a:highlight>
              </a:rPr>
              <a:t>temporary tables</a:t>
            </a:r>
            <a:endParaRPr lang="en-GB" sz="2800" b="1" dirty="0">
              <a:highlight>
                <a:srgbClr val="D2EFFA"/>
              </a:highlight>
            </a:endParaRPr>
          </a:p>
        </p:txBody>
      </p:sp>
      <p:sp>
        <p:nvSpPr>
          <p:cNvPr id="9" name="TextBox 8">
            <a:extLst>
              <a:ext uri="{FF2B5EF4-FFF2-40B4-BE49-F238E27FC236}">
                <a16:creationId xmlns:a16="http://schemas.microsoft.com/office/drawing/2014/main" id="{E3C855A5-3B20-1841-2678-3DB47FA5E5B4}"/>
              </a:ext>
            </a:extLst>
          </p:cNvPr>
          <p:cNvSpPr txBox="1"/>
          <p:nvPr/>
        </p:nvSpPr>
        <p:spPr>
          <a:xfrm>
            <a:off x="716756" y="3098386"/>
            <a:ext cx="10987564" cy="954107"/>
          </a:xfrm>
          <a:prstGeom prst="rect">
            <a:avLst/>
          </a:prstGeom>
          <a:noFill/>
        </p:spPr>
        <p:txBody>
          <a:bodyPr wrap="square">
            <a:spAutoFit/>
          </a:bodyPr>
          <a:lstStyle/>
          <a:p>
            <a:pPr marL="457200" indent="-457200">
              <a:buFont typeface="Arial" panose="020B0604020202020204" pitchFamily="34" charset="0"/>
              <a:buChar char="•"/>
            </a:pPr>
            <a:r>
              <a:rPr lang="en-US" sz="2800" dirty="0"/>
              <a:t>Relational algebra is a procedural language</a:t>
            </a:r>
          </a:p>
          <a:p>
            <a:pPr marL="914400" lvl="1" indent="-457200">
              <a:buFont typeface="Arial" panose="020B0604020202020204" pitchFamily="34" charset="0"/>
              <a:buChar char="•"/>
            </a:pPr>
            <a:r>
              <a:rPr lang="en-US" sz="2800" dirty="0"/>
              <a:t>query is evaluated in the </a:t>
            </a:r>
            <a:r>
              <a:rPr lang="en-US" sz="2800" b="1" dirty="0"/>
              <a:t>order specified</a:t>
            </a:r>
          </a:p>
        </p:txBody>
      </p:sp>
    </p:spTree>
    <p:extLst>
      <p:ext uri="{BB962C8B-B14F-4D97-AF65-F5344CB8AC3E}">
        <p14:creationId xmlns:p14="http://schemas.microsoft.com/office/powerpoint/2010/main" val="340201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10</a:t>
            </a:fld>
            <a:endParaRPr lang="en-GB"/>
          </a:p>
        </p:txBody>
      </p:sp>
      <p:sp>
        <p:nvSpPr>
          <p:cNvPr id="5" name="Title 4">
            <a:extLst>
              <a:ext uri="{FF2B5EF4-FFF2-40B4-BE49-F238E27FC236}">
                <a16:creationId xmlns:a16="http://schemas.microsoft.com/office/drawing/2014/main" id="{A04BA1FB-D76C-84FB-3DB1-429BEC055076}"/>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Queries in relational algebra(3)</a:t>
            </a:r>
          </a:p>
        </p:txBody>
      </p:sp>
      <p:sp>
        <p:nvSpPr>
          <p:cNvPr id="7" name="TextBox 6">
            <a:extLst>
              <a:ext uri="{FF2B5EF4-FFF2-40B4-BE49-F238E27FC236}">
                <a16:creationId xmlns:a16="http://schemas.microsoft.com/office/drawing/2014/main" id="{DACBF553-3123-665A-765A-C651C0E4B105}"/>
              </a:ext>
            </a:extLst>
          </p:cNvPr>
          <p:cNvSpPr txBox="1"/>
          <p:nvPr/>
        </p:nvSpPr>
        <p:spPr>
          <a:xfrm>
            <a:off x="716756" y="1874728"/>
            <a:ext cx="10987564" cy="954107"/>
          </a:xfrm>
          <a:prstGeom prst="rect">
            <a:avLst/>
          </a:prstGeom>
          <a:noFill/>
        </p:spPr>
        <p:txBody>
          <a:bodyPr wrap="square">
            <a:spAutoFit/>
          </a:bodyPr>
          <a:lstStyle/>
          <a:p>
            <a:pPr marL="457200" indent="-457200">
              <a:buFont typeface="Arial" panose="020B0604020202020204" pitchFamily="34" charset="0"/>
              <a:buChar char="•"/>
            </a:pPr>
            <a:r>
              <a:rPr lang="en-US" sz="2800" dirty="0"/>
              <a:t>There may be </a:t>
            </a:r>
            <a:r>
              <a:rPr lang="en-US" sz="2800" b="1" dirty="0"/>
              <a:t>more</a:t>
            </a:r>
            <a:r>
              <a:rPr lang="en-US" sz="2800" dirty="0"/>
              <a:t> than one way to process a </a:t>
            </a:r>
            <a:r>
              <a:rPr lang="en-US" sz="2800" b="1" dirty="0"/>
              <a:t>complex query</a:t>
            </a:r>
          </a:p>
          <a:p>
            <a:endParaRPr lang="en-US" sz="2800" dirty="0"/>
          </a:p>
        </p:txBody>
      </p:sp>
      <p:sp>
        <p:nvSpPr>
          <p:cNvPr id="9" name="TextBox 8">
            <a:extLst>
              <a:ext uri="{FF2B5EF4-FFF2-40B4-BE49-F238E27FC236}">
                <a16:creationId xmlns:a16="http://schemas.microsoft.com/office/drawing/2014/main" id="{E3C855A5-3B20-1841-2678-3DB47FA5E5B4}"/>
              </a:ext>
            </a:extLst>
          </p:cNvPr>
          <p:cNvSpPr txBox="1"/>
          <p:nvPr/>
        </p:nvSpPr>
        <p:spPr>
          <a:xfrm>
            <a:off x="716756" y="2966157"/>
            <a:ext cx="10987564" cy="1384995"/>
          </a:xfrm>
          <a:prstGeom prst="rect">
            <a:avLst/>
          </a:prstGeom>
          <a:noFill/>
        </p:spPr>
        <p:txBody>
          <a:bodyPr wrap="square">
            <a:spAutoFit/>
          </a:bodyPr>
          <a:lstStyle/>
          <a:p>
            <a:pPr marL="457200" indent="-457200">
              <a:buFont typeface="Arial" panose="020B0604020202020204" pitchFamily="34" charset="0"/>
              <a:buChar char="•"/>
            </a:pPr>
            <a:r>
              <a:rPr lang="en-US" sz="2800" dirty="0"/>
              <a:t>The most </a:t>
            </a:r>
            <a:r>
              <a:rPr lang="en-US" sz="2800" b="1" dirty="0"/>
              <a:t>efficient one </a:t>
            </a:r>
            <a:r>
              <a:rPr lang="en-US" sz="2800" dirty="0"/>
              <a:t>is preferable</a:t>
            </a:r>
          </a:p>
          <a:p>
            <a:pPr marL="914400" lvl="1" indent="-457200">
              <a:buFont typeface="Arial" panose="020B0604020202020204" pitchFamily="34" charset="0"/>
              <a:buChar char="•"/>
            </a:pPr>
            <a:r>
              <a:rPr lang="en-US" sz="2800" dirty="0"/>
              <a:t>query optimization it to be covered later</a:t>
            </a:r>
          </a:p>
          <a:p>
            <a:pPr marL="914400" lvl="1" indent="-457200">
              <a:buFont typeface="Arial" panose="020B0604020202020204" pitchFamily="34" charset="0"/>
              <a:buChar char="•"/>
            </a:pPr>
            <a:r>
              <a:rPr lang="en-US" sz="2800" dirty="0"/>
              <a:t>SQL is essentially built on relational algebra</a:t>
            </a:r>
          </a:p>
        </p:txBody>
      </p:sp>
    </p:spTree>
    <p:extLst>
      <p:ext uri="{BB962C8B-B14F-4D97-AF65-F5344CB8AC3E}">
        <p14:creationId xmlns:p14="http://schemas.microsoft.com/office/powerpoint/2010/main" val="368256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Relational Languages</a:t>
            </a:r>
          </a:p>
        </p:txBody>
      </p:sp>
      <p:sp>
        <p:nvSpPr>
          <p:cNvPr id="6" name="Text Placeholder 5"/>
          <p:cNvSpPr>
            <a:spLocks noGrp="1"/>
          </p:cNvSpPr>
          <p:nvPr>
            <p:ph type="body" idx="1"/>
          </p:nvPr>
        </p:nvSpPr>
        <p:spPr/>
        <p:txBody>
          <a:bodyPr/>
          <a:lstStyle/>
          <a:p>
            <a:r>
              <a:rPr lang="en-US" dirty="0"/>
              <a:t>Relational algebra</a:t>
            </a:r>
          </a:p>
          <a:p>
            <a:r>
              <a:rPr lang="en-US" dirty="0"/>
              <a:t>Relational Calculus</a:t>
            </a:r>
          </a:p>
        </p:txBody>
      </p:sp>
      <p:sp>
        <p:nvSpPr>
          <p:cNvPr id="4" name="Slide Number Placeholder 3"/>
          <p:cNvSpPr>
            <a:spLocks noGrp="1"/>
          </p:cNvSpPr>
          <p:nvPr>
            <p:ph type="sldNum" sz="quarter" idx="12"/>
          </p:nvPr>
        </p:nvSpPr>
        <p:spPr/>
        <p:txBody>
          <a:bodyPr/>
          <a:lstStyle/>
          <a:p>
            <a:fld id="{8C76DAB6-C580-4C3F-B081-73DB154F039F}" type="slidenum">
              <a:rPr lang="en-GB" smtClean="0"/>
              <a:pPr/>
              <a:t>11</a:t>
            </a:fld>
            <a:endParaRPr lang="en-GB" dirty="0"/>
          </a:p>
        </p:txBody>
      </p:sp>
    </p:spTree>
    <p:extLst>
      <p:ext uri="{BB962C8B-B14F-4D97-AF65-F5344CB8AC3E}">
        <p14:creationId xmlns:p14="http://schemas.microsoft.com/office/powerpoint/2010/main" val="631340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12</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200" y="274638"/>
            <a:ext cx="8229600"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Relational Languages:</a:t>
            </a:r>
          </a:p>
        </p:txBody>
      </p:sp>
      <p:sp>
        <p:nvSpPr>
          <p:cNvPr id="5" name="TextBox 4">
            <a:extLst>
              <a:ext uri="{FF2B5EF4-FFF2-40B4-BE49-F238E27FC236}">
                <a16:creationId xmlns:a16="http://schemas.microsoft.com/office/drawing/2014/main" id="{0FF62CF5-8865-5387-7D02-72BDA888DE87}"/>
              </a:ext>
            </a:extLst>
          </p:cNvPr>
          <p:cNvSpPr txBox="1"/>
          <p:nvPr/>
        </p:nvSpPr>
        <p:spPr>
          <a:xfrm>
            <a:off x="993097" y="1417638"/>
            <a:ext cx="9559977" cy="2154436"/>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65000"/>
                    <a:lumOff val="35000"/>
                  </a:schemeClr>
                </a:solidFill>
              </a:rPr>
              <a:t>The table model comprises of:</a:t>
            </a:r>
          </a:p>
          <a:p>
            <a:pPr marL="914400" lvl="1" indent="-457200">
              <a:buFont typeface="Arial" panose="020B0604020202020204" pitchFamily="34" charset="0"/>
              <a:buChar char="•"/>
            </a:pPr>
            <a:r>
              <a:rPr lang="en-US" sz="2800" dirty="0">
                <a:solidFill>
                  <a:schemeClr val="tx1">
                    <a:lumMod val="65000"/>
                    <a:lumOff val="35000"/>
                  </a:schemeClr>
                </a:solidFill>
              </a:rPr>
              <a:t>Structural definitions</a:t>
            </a:r>
          </a:p>
          <a:p>
            <a:pPr marL="914400" lvl="1" indent="-457200">
              <a:buFont typeface="Arial" panose="020B0604020202020204" pitchFamily="34" charset="0"/>
              <a:buChar char="•"/>
            </a:pPr>
            <a:r>
              <a:rPr lang="en-US" sz="2800" dirty="0">
                <a:solidFill>
                  <a:schemeClr val="tx1">
                    <a:lumMod val="65000"/>
                    <a:lumOff val="35000"/>
                  </a:schemeClr>
                </a:solidFill>
              </a:rPr>
              <a:t>Integrity rules</a:t>
            </a:r>
          </a:p>
          <a:p>
            <a:pPr marL="914400" lvl="1" indent="-457200">
              <a:buFont typeface="Arial" panose="020B0604020202020204" pitchFamily="34" charset="0"/>
              <a:buChar char="•"/>
            </a:pPr>
            <a:r>
              <a:rPr lang="en-US" sz="2800" b="1" dirty="0">
                <a:solidFill>
                  <a:schemeClr val="tx1">
                    <a:lumMod val="75000"/>
                    <a:lumOff val="25000"/>
                  </a:schemeClr>
                </a:solidFill>
              </a:rPr>
              <a:t>Data manipulation</a:t>
            </a:r>
          </a:p>
          <a:p>
            <a:pPr lvl="1"/>
            <a:endParaRPr lang="en-US" dirty="0"/>
          </a:p>
        </p:txBody>
      </p:sp>
      <p:sp>
        <p:nvSpPr>
          <p:cNvPr id="6" name="TextBox 5">
            <a:extLst>
              <a:ext uri="{FF2B5EF4-FFF2-40B4-BE49-F238E27FC236}">
                <a16:creationId xmlns:a16="http://schemas.microsoft.com/office/drawing/2014/main" id="{5E5734D6-A26E-56B5-40DC-FE506D5A165D}"/>
              </a:ext>
            </a:extLst>
          </p:cNvPr>
          <p:cNvSpPr txBox="1"/>
          <p:nvPr/>
        </p:nvSpPr>
        <p:spPr>
          <a:xfrm>
            <a:off x="993096" y="3306072"/>
            <a:ext cx="9559977" cy="2339102"/>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Two major languages proposed by Codd to deal with data manipulation</a:t>
            </a:r>
          </a:p>
          <a:p>
            <a:pPr marL="914400" lvl="1" indent="-457200">
              <a:buFont typeface="Arial" panose="020B0604020202020204" pitchFamily="34" charset="0"/>
              <a:buChar char="•"/>
            </a:pPr>
            <a:r>
              <a:rPr lang="en-US" sz="3200" dirty="0">
                <a:solidFill>
                  <a:schemeClr val="tx1">
                    <a:lumMod val="75000"/>
                    <a:lumOff val="25000"/>
                  </a:schemeClr>
                </a:solidFill>
              </a:rPr>
              <a:t>Relational algebra</a:t>
            </a:r>
          </a:p>
          <a:p>
            <a:pPr marL="914400" lvl="1" indent="-457200">
              <a:buFont typeface="Arial" panose="020B0604020202020204" pitchFamily="34" charset="0"/>
              <a:buChar char="•"/>
            </a:pPr>
            <a:r>
              <a:rPr lang="en-US" sz="3200" dirty="0">
                <a:solidFill>
                  <a:schemeClr val="tx1">
                    <a:lumMod val="75000"/>
                    <a:lumOff val="25000"/>
                  </a:schemeClr>
                </a:solidFill>
              </a:rPr>
              <a:t>Relational calculus (not covered in this module)</a:t>
            </a:r>
          </a:p>
          <a:p>
            <a:pPr lvl="1"/>
            <a:endParaRPr lang="en-US" dirty="0"/>
          </a:p>
        </p:txBody>
      </p:sp>
    </p:spTree>
    <p:extLst>
      <p:ext uri="{BB962C8B-B14F-4D97-AF65-F5344CB8AC3E}">
        <p14:creationId xmlns:p14="http://schemas.microsoft.com/office/powerpoint/2010/main" val="313543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13</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11371941"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Relational Algebra vs.</a:t>
            </a:r>
          </a:p>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Relational Calculus</a:t>
            </a:r>
            <a:endParaRPr kumimoji="0" lang="en-GB" sz="3200" b="1" i="0" u="none" strike="noStrike" kern="1200" cap="none" spc="-50" normalizeH="0" baseline="0" noProof="0" dirty="0">
              <a:ln>
                <a:noFill/>
              </a:ln>
              <a:solidFill>
                <a:srgbClr val="C00000"/>
              </a:solidFill>
              <a:effectLst/>
              <a:uLnTx/>
              <a:uFillTx/>
              <a:latin typeface="+mj-lt"/>
              <a:ea typeface="+mj-ea"/>
              <a:cs typeface="+mj-cs"/>
            </a:endParaRPr>
          </a:p>
          <a:p>
            <a:pPr marL="0" marR="0" lvl="0" indent="0" algn="l" defTabSz="914400" rtl="0" eaLnBrk="1" fontAlgn="auto" latinLnBrk="0" hangingPunct="1">
              <a:lnSpc>
                <a:spcPct val="85000"/>
              </a:lnSpc>
              <a:spcBef>
                <a:spcPct val="0"/>
              </a:spcBef>
              <a:spcAft>
                <a:spcPts val="0"/>
              </a:spcAft>
              <a:buClrTx/>
              <a:buSzTx/>
              <a:buFontTx/>
              <a:buNone/>
              <a:tabLst/>
              <a:defRPr/>
            </a:pPr>
            <a:endPar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endParaRPr>
          </a:p>
        </p:txBody>
      </p:sp>
      <p:graphicFrame>
        <p:nvGraphicFramePr>
          <p:cNvPr id="6" name="Table 6">
            <a:extLst>
              <a:ext uri="{FF2B5EF4-FFF2-40B4-BE49-F238E27FC236}">
                <a16:creationId xmlns:a16="http://schemas.microsoft.com/office/drawing/2014/main" id="{8F555936-2084-7C6A-FD37-5DFA7F2557CD}"/>
              </a:ext>
            </a:extLst>
          </p:cNvPr>
          <p:cNvGraphicFramePr>
            <a:graphicFrameLocks noGrp="1"/>
          </p:cNvGraphicFramePr>
          <p:nvPr>
            <p:extLst>
              <p:ext uri="{D42A27DB-BD31-4B8C-83A1-F6EECF244321}">
                <p14:modId xmlns:p14="http://schemas.microsoft.com/office/powerpoint/2010/main" val="4117628421"/>
              </p:ext>
            </p:extLst>
          </p:nvPr>
        </p:nvGraphicFramePr>
        <p:xfrm>
          <a:off x="578498" y="1902616"/>
          <a:ext cx="4994988" cy="4114800"/>
        </p:xfrm>
        <a:graphic>
          <a:graphicData uri="http://schemas.openxmlformats.org/drawingml/2006/table">
            <a:tbl>
              <a:tblPr firstRow="1" bandRow="1">
                <a:tableStyleId>{5C22544A-7EE6-4342-B048-85BDC9FD1C3A}</a:tableStyleId>
              </a:tblPr>
              <a:tblGrid>
                <a:gridCol w="4719216">
                  <a:extLst>
                    <a:ext uri="{9D8B030D-6E8A-4147-A177-3AD203B41FA5}">
                      <a16:colId xmlns:a16="http://schemas.microsoft.com/office/drawing/2014/main" val="486305244"/>
                    </a:ext>
                  </a:extLst>
                </a:gridCol>
                <a:gridCol w="275772">
                  <a:extLst>
                    <a:ext uri="{9D8B030D-6E8A-4147-A177-3AD203B41FA5}">
                      <a16:colId xmlns:a16="http://schemas.microsoft.com/office/drawing/2014/main" val="2411108715"/>
                    </a:ext>
                  </a:extLst>
                </a:gridCol>
              </a:tblGrid>
              <a:tr h="370840">
                <a:tc>
                  <a:txBody>
                    <a:bodyPr/>
                    <a:lstStyle/>
                    <a:p>
                      <a:r>
                        <a:rPr lang="en-GB" sz="2400" dirty="0">
                          <a:solidFill>
                            <a:schemeClr val="tx1">
                              <a:lumMod val="75000"/>
                              <a:lumOff val="25000"/>
                            </a:schemeClr>
                          </a:solidFill>
                        </a:rPr>
                        <a:t>SIMILARITIES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328226"/>
                  </a:ext>
                </a:extLst>
              </a:tr>
              <a:tr h="370840">
                <a:tc rowSpan="2">
                  <a:txBody>
                    <a:bodyPr/>
                    <a:lstStyle/>
                    <a:p>
                      <a:r>
                        <a:rPr lang="en-GB" sz="2400" dirty="0">
                          <a:solidFill>
                            <a:schemeClr val="tx1">
                              <a:lumMod val="75000"/>
                              <a:lumOff val="25000"/>
                            </a:schemeClr>
                          </a:solidFill>
                        </a:rPr>
                        <a:t>Formal, </a:t>
                      </a:r>
                      <a:r>
                        <a:rPr lang="en-GB" sz="2400" b="1" dirty="0">
                          <a:solidFill>
                            <a:schemeClr val="tx1">
                              <a:lumMod val="75000"/>
                              <a:lumOff val="25000"/>
                            </a:schemeClr>
                          </a:solidFill>
                        </a:rPr>
                        <a:t>theoretical based on mathematical principles</a:t>
                      </a:r>
                      <a:r>
                        <a:rPr lang="en-GB" sz="2400" dirty="0">
                          <a:solidFill>
                            <a:schemeClr val="tx1">
                              <a:lumMod val="75000"/>
                              <a:lumOff val="25000"/>
                            </a:schemeClr>
                          </a:solidFill>
                        </a:rPr>
                        <a:t>, non-user-friendly languages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239947"/>
                  </a:ext>
                </a:extLst>
              </a:tr>
              <a:tr h="370840">
                <a:tc vMerge="1">
                  <a:txBody>
                    <a:bodyPr/>
                    <a:lstStyle/>
                    <a:p>
                      <a:r>
                        <a:rPr lang="en-GB" sz="2400" dirty="0">
                          <a:solidFill>
                            <a:schemeClr val="tx1">
                              <a:lumMod val="75000"/>
                              <a:lumOff val="25000"/>
                            </a:schemeClr>
                          </a:solidFill>
                        </a:rPr>
                        <a:t>Formal, theoretical (BASE ON MATH PRINCPLES), non-user-friendly languages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355035"/>
                  </a:ext>
                </a:extLst>
              </a:tr>
              <a:tr h="370840">
                <a:tc>
                  <a:txBody>
                    <a:bodyPr/>
                    <a:lstStyle/>
                    <a:p>
                      <a:r>
                        <a:rPr lang="en-GB" sz="2400" dirty="0">
                          <a:solidFill>
                            <a:schemeClr val="tx1">
                              <a:lumMod val="75000"/>
                              <a:lumOff val="25000"/>
                            </a:schemeClr>
                          </a:solidFill>
                        </a:rPr>
                        <a:t>Used as basis for Data Manipulation Languages for relational database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0304744"/>
                  </a:ext>
                </a:extLst>
              </a:tr>
              <a:tr h="370840">
                <a:tc>
                  <a:txBody>
                    <a:bodyPr/>
                    <a:lstStyle/>
                    <a:p>
                      <a:r>
                        <a:rPr lang="en-GB" sz="2400" dirty="0">
                          <a:solidFill>
                            <a:schemeClr val="tx1">
                              <a:lumMod val="75000"/>
                              <a:lumOff val="25000"/>
                            </a:schemeClr>
                          </a:solidFill>
                        </a:rPr>
                        <a:t>Used to define operations to manipulate tables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9390064"/>
                  </a:ext>
                </a:extLst>
              </a:tr>
              <a:tr h="370840">
                <a:tc>
                  <a:txBody>
                    <a:bodyPr/>
                    <a:lstStyle/>
                    <a:p>
                      <a:r>
                        <a:rPr lang="en-GB" sz="2400" dirty="0">
                          <a:solidFill>
                            <a:schemeClr val="tx1">
                              <a:lumMod val="75000"/>
                              <a:lumOff val="25000"/>
                            </a:schemeClr>
                          </a:solidFill>
                        </a:rPr>
                        <a:t>Equivalent in terms of expressive power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4281207"/>
                  </a:ext>
                </a:extLst>
              </a:tr>
            </a:tbl>
          </a:graphicData>
        </a:graphic>
      </p:graphicFrame>
      <p:graphicFrame>
        <p:nvGraphicFramePr>
          <p:cNvPr id="7" name="Table 6">
            <a:extLst>
              <a:ext uri="{FF2B5EF4-FFF2-40B4-BE49-F238E27FC236}">
                <a16:creationId xmlns:a16="http://schemas.microsoft.com/office/drawing/2014/main" id="{8A2EB449-85B9-94B9-61D4-1C03D596EBC4}"/>
              </a:ext>
            </a:extLst>
          </p:cNvPr>
          <p:cNvGraphicFramePr>
            <a:graphicFrameLocks noGrp="1"/>
          </p:cNvGraphicFramePr>
          <p:nvPr>
            <p:extLst>
              <p:ext uri="{D42A27DB-BD31-4B8C-83A1-F6EECF244321}">
                <p14:modId xmlns:p14="http://schemas.microsoft.com/office/powerpoint/2010/main" val="3305347805"/>
              </p:ext>
            </p:extLst>
          </p:nvPr>
        </p:nvGraphicFramePr>
        <p:xfrm>
          <a:off x="5573486" y="1902616"/>
          <a:ext cx="6255657" cy="1371600"/>
        </p:xfrm>
        <a:graphic>
          <a:graphicData uri="http://schemas.openxmlformats.org/drawingml/2006/table">
            <a:tbl>
              <a:tblPr firstRow="1" bandRow="1">
                <a:tableStyleId>{5C22544A-7EE6-4342-B048-85BDC9FD1C3A}</a:tableStyleId>
              </a:tblPr>
              <a:tblGrid>
                <a:gridCol w="3135085">
                  <a:extLst>
                    <a:ext uri="{9D8B030D-6E8A-4147-A177-3AD203B41FA5}">
                      <a16:colId xmlns:a16="http://schemas.microsoft.com/office/drawing/2014/main" val="128988411"/>
                    </a:ext>
                  </a:extLst>
                </a:gridCol>
                <a:gridCol w="3120572">
                  <a:extLst>
                    <a:ext uri="{9D8B030D-6E8A-4147-A177-3AD203B41FA5}">
                      <a16:colId xmlns:a16="http://schemas.microsoft.com/office/drawing/2014/main" val="1257016662"/>
                    </a:ext>
                  </a:extLst>
                </a:gridCol>
              </a:tblGrid>
              <a:tr h="370840">
                <a:tc gridSpan="2">
                  <a:txBody>
                    <a:bodyPr/>
                    <a:lstStyle/>
                    <a:p>
                      <a:r>
                        <a:rPr lang="en-GB" sz="2400" dirty="0">
                          <a:solidFill>
                            <a:schemeClr val="tx1">
                              <a:lumMod val="75000"/>
                              <a:lumOff val="25000"/>
                            </a:schemeClr>
                          </a:solidFill>
                        </a:rPr>
                        <a:t>DIFFERENCES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75328226"/>
                  </a:ext>
                </a:extLst>
              </a:tr>
              <a:tr h="370840">
                <a:tc>
                  <a:txBody>
                    <a:bodyPr/>
                    <a:lstStyle/>
                    <a:p>
                      <a:r>
                        <a:rPr lang="en-GB" sz="2400" b="1" dirty="0">
                          <a:solidFill>
                            <a:schemeClr val="tx1">
                              <a:lumMod val="75000"/>
                              <a:lumOff val="25000"/>
                            </a:schemeClr>
                          </a:solidFill>
                        </a:rPr>
                        <a:t>Relational Algebra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1" dirty="0">
                          <a:solidFill>
                            <a:schemeClr val="tx1">
                              <a:lumMod val="75000"/>
                              <a:lumOff val="25000"/>
                            </a:schemeClr>
                          </a:solidFill>
                        </a:rPr>
                        <a:t>Relational calculus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239947"/>
                  </a:ext>
                </a:extLst>
              </a:tr>
              <a:tr h="370840">
                <a:tc>
                  <a:txBody>
                    <a:bodyPr/>
                    <a:lstStyle/>
                    <a:p>
                      <a:r>
                        <a:rPr lang="en-GB" sz="2400" dirty="0">
                          <a:solidFill>
                            <a:schemeClr val="tx1">
                              <a:lumMod val="75000"/>
                              <a:lumOff val="25000"/>
                            </a:schemeClr>
                          </a:solidFill>
                        </a:rPr>
                        <a:t>Is procedural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dirty="0">
                          <a:solidFill>
                            <a:schemeClr val="tx1">
                              <a:lumMod val="75000"/>
                              <a:lumOff val="25000"/>
                            </a:schemeClr>
                          </a:solidFill>
                        </a:rPr>
                        <a:t>Is declarative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1355035"/>
                  </a:ext>
                </a:extLst>
              </a:tr>
            </a:tbl>
          </a:graphicData>
        </a:graphic>
      </p:graphicFrame>
      <p:graphicFrame>
        <p:nvGraphicFramePr>
          <p:cNvPr id="8" name="Table 7">
            <a:extLst>
              <a:ext uri="{FF2B5EF4-FFF2-40B4-BE49-F238E27FC236}">
                <a16:creationId xmlns:a16="http://schemas.microsoft.com/office/drawing/2014/main" id="{0CD2165E-8707-1117-682D-DC66D22FCF45}"/>
              </a:ext>
            </a:extLst>
          </p:cNvPr>
          <p:cNvGraphicFramePr>
            <a:graphicFrameLocks noGrp="1"/>
          </p:cNvGraphicFramePr>
          <p:nvPr>
            <p:extLst>
              <p:ext uri="{D42A27DB-BD31-4B8C-83A1-F6EECF244321}">
                <p14:modId xmlns:p14="http://schemas.microsoft.com/office/powerpoint/2010/main" val="3783324694"/>
              </p:ext>
            </p:extLst>
          </p:nvPr>
        </p:nvGraphicFramePr>
        <p:xfrm>
          <a:off x="5573483" y="3274216"/>
          <a:ext cx="6255657" cy="1463040"/>
        </p:xfrm>
        <a:graphic>
          <a:graphicData uri="http://schemas.openxmlformats.org/drawingml/2006/table">
            <a:tbl>
              <a:tblPr firstRow="1" bandRow="1">
                <a:tableStyleId>{5C22544A-7EE6-4342-B048-85BDC9FD1C3A}</a:tableStyleId>
              </a:tblPr>
              <a:tblGrid>
                <a:gridCol w="3135085">
                  <a:extLst>
                    <a:ext uri="{9D8B030D-6E8A-4147-A177-3AD203B41FA5}">
                      <a16:colId xmlns:a16="http://schemas.microsoft.com/office/drawing/2014/main" val="128988411"/>
                    </a:ext>
                  </a:extLst>
                </a:gridCol>
                <a:gridCol w="3120572">
                  <a:extLst>
                    <a:ext uri="{9D8B030D-6E8A-4147-A177-3AD203B41FA5}">
                      <a16:colId xmlns:a16="http://schemas.microsoft.com/office/drawing/2014/main" val="1257016662"/>
                    </a:ext>
                  </a:extLst>
                </a:gridCol>
              </a:tblGrid>
              <a:tr h="1005840">
                <a:tc>
                  <a:txBody>
                    <a:bodyPr/>
                    <a:lstStyle/>
                    <a:p>
                      <a:r>
                        <a:rPr lang="en-GB" sz="2400" b="0" dirty="0">
                          <a:solidFill>
                            <a:schemeClr val="tx1">
                              <a:lumMod val="75000"/>
                              <a:lumOff val="25000"/>
                            </a:schemeClr>
                          </a:solidFill>
                        </a:rPr>
                        <a:t>Specifies how to achieve results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2400" b="0" dirty="0">
                          <a:solidFill>
                            <a:schemeClr val="tx1">
                              <a:lumMod val="75000"/>
                              <a:lumOff val="25000"/>
                            </a:schemeClr>
                          </a:solidFill>
                        </a:rPr>
                        <a:t>Specifies what is to be achieved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0304744"/>
                  </a:ext>
                </a:extLst>
              </a:tr>
              <a:tr h="370840">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4281207"/>
                  </a:ext>
                </a:extLst>
              </a:tr>
            </a:tbl>
          </a:graphicData>
        </a:graphic>
      </p:graphicFrame>
      <p:graphicFrame>
        <p:nvGraphicFramePr>
          <p:cNvPr id="5" name="Table 4">
            <a:extLst>
              <a:ext uri="{FF2B5EF4-FFF2-40B4-BE49-F238E27FC236}">
                <a16:creationId xmlns:a16="http://schemas.microsoft.com/office/drawing/2014/main" id="{E7B24015-514D-9742-AC91-0E7DE656AD06}"/>
              </a:ext>
            </a:extLst>
          </p:cNvPr>
          <p:cNvGraphicFramePr>
            <a:graphicFrameLocks noGrp="1"/>
          </p:cNvGraphicFramePr>
          <p:nvPr>
            <p:extLst>
              <p:ext uri="{D42A27DB-BD31-4B8C-83A1-F6EECF244321}">
                <p14:modId xmlns:p14="http://schemas.microsoft.com/office/powerpoint/2010/main" val="61528945"/>
              </p:ext>
            </p:extLst>
          </p:nvPr>
        </p:nvGraphicFramePr>
        <p:xfrm>
          <a:off x="5573483" y="4283322"/>
          <a:ext cx="6255657" cy="2487168"/>
        </p:xfrm>
        <a:graphic>
          <a:graphicData uri="http://schemas.openxmlformats.org/drawingml/2006/table">
            <a:tbl>
              <a:tblPr firstRow="1" bandRow="1">
                <a:tableStyleId>{5C22544A-7EE6-4342-B048-85BDC9FD1C3A}</a:tableStyleId>
              </a:tblPr>
              <a:tblGrid>
                <a:gridCol w="3135085">
                  <a:extLst>
                    <a:ext uri="{9D8B030D-6E8A-4147-A177-3AD203B41FA5}">
                      <a16:colId xmlns:a16="http://schemas.microsoft.com/office/drawing/2014/main" val="128988411"/>
                    </a:ext>
                  </a:extLst>
                </a:gridCol>
                <a:gridCol w="3120572">
                  <a:extLst>
                    <a:ext uri="{9D8B030D-6E8A-4147-A177-3AD203B41FA5}">
                      <a16:colId xmlns:a16="http://schemas.microsoft.com/office/drawing/2014/main" val="1257016662"/>
                    </a:ext>
                  </a:extLst>
                </a:gridCol>
              </a:tblGrid>
              <a:tr h="370840">
                <a:tc>
                  <a:txBody>
                    <a:bodyPr/>
                    <a:lstStyle/>
                    <a:p>
                      <a:pPr eaLnBrk="1" hangingPunct="1"/>
                      <a:r>
                        <a:rPr lang="en-GB" altLang="en-US" sz="2400" b="0" dirty="0">
                          <a:solidFill>
                            <a:schemeClr val="tx1">
                              <a:lumMod val="65000"/>
                              <a:lumOff val="35000"/>
                            </a:schemeClr>
                          </a:solidFill>
                          <a:latin typeface="+mn-lt"/>
                        </a:rPr>
                        <a:t>List all staff with a salary greater than £10,000.</a:t>
                      </a:r>
                    </a:p>
                    <a:p>
                      <a:pPr lvl="1" eaLnBrk="1" hangingPunct="1">
                        <a:lnSpc>
                          <a:spcPct val="30000"/>
                        </a:lnSpc>
                      </a:pPr>
                      <a:endParaRPr lang="en-GB" altLang="en-US" sz="2400" b="0" dirty="0">
                        <a:solidFill>
                          <a:schemeClr val="tx1">
                            <a:lumMod val="65000"/>
                            <a:lumOff val="35000"/>
                          </a:schemeClr>
                        </a:solidFill>
                        <a:latin typeface="+mn-lt"/>
                      </a:endParaRPr>
                    </a:p>
                    <a:p>
                      <a:pPr lvl="1" eaLnBrk="1" hangingPunct="1">
                        <a:buFontTx/>
                        <a:buNone/>
                      </a:pPr>
                      <a:r>
                        <a:rPr lang="en-GB" altLang="en-US" sz="2400" b="1" dirty="0">
                          <a:solidFill>
                            <a:schemeClr val="tx1">
                              <a:lumMod val="65000"/>
                              <a:lumOff val="35000"/>
                            </a:schemeClr>
                          </a:solidFill>
                          <a:latin typeface="+mn-lt"/>
                          <a:sym typeface="Symbol" panose="05050102010706020507" pitchFamily="18" charset="2"/>
                        </a:rPr>
                        <a:t></a:t>
                      </a:r>
                      <a:r>
                        <a:rPr lang="en-GB" altLang="en-US" sz="2400" b="1" baseline="-25000" dirty="0">
                          <a:solidFill>
                            <a:schemeClr val="tx1">
                              <a:lumMod val="65000"/>
                              <a:lumOff val="35000"/>
                            </a:schemeClr>
                          </a:solidFill>
                          <a:latin typeface="+mn-lt"/>
                        </a:rPr>
                        <a:t>salary &gt; 10000</a:t>
                      </a:r>
                      <a:r>
                        <a:rPr lang="en-GB" altLang="en-US" sz="2400" b="1" dirty="0">
                          <a:solidFill>
                            <a:schemeClr val="tx1">
                              <a:lumMod val="65000"/>
                              <a:lumOff val="35000"/>
                            </a:schemeClr>
                          </a:solidFill>
                          <a:latin typeface="+mn-lt"/>
                        </a:rPr>
                        <a:t> </a:t>
                      </a:r>
                      <a:r>
                        <a:rPr lang="en-GB" altLang="en-US" sz="1800" b="1" dirty="0">
                          <a:solidFill>
                            <a:schemeClr val="tx1">
                              <a:lumMod val="65000"/>
                              <a:lumOff val="35000"/>
                            </a:schemeClr>
                          </a:solidFill>
                          <a:latin typeface="+mn-lt"/>
                        </a:rPr>
                        <a:t>(Staff)</a:t>
                      </a:r>
                    </a:p>
                    <a:p>
                      <a:endParaRPr lang="en-GB" sz="2400" dirty="0">
                        <a:solidFill>
                          <a:schemeClr val="tx1">
                            <a:lumMod val="65000"/>
                            <a:lumOff val="35000"/>
                          </a:schemeClr>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eaLnBrk="1" hangingPunct="1"/>
                      <a:r>
                        <a:rPr lang="en-GB" altLang="en-US" sz="2400" b="0" dirty="0">
                          <a:solidFill>
                            <a:schemeClr val="tx1">
                              <a:lumMod val="65000"/>
                              <a:lumOff val="35000"/>
                            </a:schemeClr>
                          </a:solidFill>
                          <a:latin typeface="+mn-lt"/>
                        </a:rPr>
                        <a:t>To find details of all staff earning more than £10,000:</a:t>
                      </a:r>
                    </a:p>
                    <a:p>
                      <a:pPr algn="just" eaLnBrk="1" hangingPunct="1"/>
                      <a:endParaRPr lang="en-GB" altLang="en-US" sz="1600" b="0" dirty="0">
                        <a:solidFill>
                          <a:schemeClr val="tx1">
                            <a:lumMod val="65000"/>
                            <a:lumOff val="35000"/>
                          </a:schemeClr>
                        </a:solidFill>
                        <a:latin typeface="+mn-lt"/>
                      </a:endParaRPr>
                    </a:p>
                    <a:p>
                      <a:pPr lvl="1" eaLnBrk="1" hangingPunct="1">
                        <a:buFontTx/>
                        <a:buNone/>
                      </a:pPr>
                      <a:r>
                        <a:rPr lang="en-GB" altLang="en-US" sz="1400" b="1" noProof="1">
                          <a:solidFill>
                            <a:schemeClr val="tx1">
                              <a:lumMod val="65000"/>
                              <a:lumOff val="35000"/>
                            </a:schemeClr>
                          </a:solidFill>
                          <a:latin typeface="+mn-lt"/>
                        </a:rPr>
                        <a:t>{S | </a:t>
                      </a:r>
                      <a:r>
                        <a:rPr lang="en-GB" altLang="en-US" sz="1400" b="1" dirty="0">
                          <a:solidFill>
                            <a:schemeClr val="tx1">
                              <a:lumMod val="65000"/>
                              <a:lumOff val="35000"/>
                            </a:schemeClr>
                          </a:solidFill>
                          <a:latin typeface="+mn-lt"/>
                        </a:rPr>
                        <a:t>Staff(S) </a:t>
                      </a:r>
                      <a:r>
                        <a:rPr lang="en-GB" altLang="en-US" sz="1400" b="1" dirty="0">
                          <a:solidFill>
                            <a:schemeClr val="tx1">
                              <a:lumMod val="65000"/>
                              <a:lumOff val="35000"/>
                            </a:schemeClr>
                          </a:solidFill>
                          <a:latin typeface="+mn-lt"/>
                          <a:sym typeface="Symbol" panose="05050102010706020507" pitchFamily="18" charset="2"/>
                        </a:rPr>
                        <a:t></a:t>
                      </a:r>
                      <a:r>
                        <a:rPr lang="en-GB" altLang="en-US" sz="1400" b="1" dirty="0">
                          <a:solidFill>
                            <a:schemeClr val="tx1">
                              <a:lumMod val="65000"/>
                              <a:lumOff val="35000"/>
                            </a:schemeClr>
                          </a:solidFill>
                          <a:latin typeface="+mn-lt"/>
                        </a:rPr>
                        <a:t> </a:t>
                      </a:r>
                      <a:r>
                        <a:rPr lang="en-GB" altLang="en-US" sz="1400" b="1" noProof="1">
                          <a:solidFill>
                            <a:schemeClr val="tx1">
                              <a:lumMod val="65000"/>
                              <a:lumOff val="35000"/>
                            </a:schemeClr>
                          </a:solidFill>
                          <a:latin typeface="+mn-lt"/>
                        </a:rPr>
                        <a:t>S.salary &gt; 10000}</a:t>
                      </a:r>
                      <a:endParaRPr lang="en-GB" altLang="en-US" sz="1400" b="1" dirty="0">
                        <a:solidFill>
                          <a:schemeClr val="tx1">
                            <a:lumMod val="65000"/>
                            <a:lumOff val="35000"/>
                          </a:schemeClr>
                        </a:solidFill>
                        <a:latin typeface="+mn-lt"/>
                      </a:endParaRPr>
                    </a:p>
                    <a:p>
                      <a:endParaRPr lang="en-GB" sz="2400" dirty="0">
                        <a:solidFill>
                          <a:schemeClr val="tx1">
                            <a:lumMod val="65000"/>
                            <a:lumOff val="3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9390064"/>
                  </a:ext>
                </a:extLst>
              </a:tr>
              <a:tr h="370840">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2400" dirty="0">
                        <a:solidFill>
                          <a:schemeClr val="tx1">
                            <a:lumMod val="75000"/>
                            <a:lumOff val="2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4281207"/>
                  </a:ext>
                </a:extLst>
              </a:tr>
            </a:tbl>
          </a:graphicData>
        </a:graphic>
      </p:graphicFrame>
    </p:spTree>
    <p:extLst>
      <p:ext uri="{BB962C8B-B14F-4D97-AF65-F5344CB8AC3E}">
        <p14:creationId xmlns:p14="http://schemas.microsoft.com/office/powerpoint/2010/main" val="202990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14</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200" y="274638"/>
            <a:ext cx="8229600"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Relational Algebra (1) revision</a:t>
            </a:r>
          </a:p>
        </p:txBody>
      </p:sp>
      <p:sp>
        <p:nvSpPr>
          <p:cNvPr id="5" name="TextBox 4">
            <a:extLst>
              <a:ext uri="{FF2B5EF4-FFF2-40B4-BE49-F238E27FC236}">
                <a16:creationId xmlns:a16="http://schemas.microsoft.com/office/drawing/2014/main" id="{0FF62CF5-8865-5387-7D02-72BDA888DE87}"/>
              </a:ext>
            </a:extLst>
          </p:cNvPr>
          <p:cNvSpPr txBox="1"/>
          <p:nvPr/>
        </p:nvSpPr>
        <p:spPr>
          <a:xfrm>
            <a:off x="979517" y="1548236"/>
            <a:ext cx="9559977" cy="1077218"/>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Is a theoretical language</a:t>
            </a:r>
          </a:p>
          <a:p>
            <a:endParaRPr lang="en-US" sz="3200" dirty="0">
              <a:solidFill>
                <a:schemeClr val="tx1">
                  <a:lumMod val="75000"/>
                  <a:lumOff val="25000"/>
                </a:schemeClr>
              </a:solidFill>
            </a:endParaRPr>
          </a:p>
        </p:txBody>
      </p:sp>
      <p:sp>
        <p:nvSpPr>
          <p:cNvPr id="6" name="Rectangle 5">
            <a:extLst>
              <a:ext uri="{FF2B5EF4-FFF2-40B4-BE49-F238E27FC236}">
                <a16:creationId xmlns:a16="http://schemas.microsoft.com/office/drawing/2014/main" id="{256FECB8-65EF-1F1E-5E5F-D1C32A6A2202}"/>
              </a:ext>
            </a:extLst>
          </p:cNvPr>
          <p:cNvSpPr/>
          <p:nvPr/>
        </p:nvSpPr>
        <p:spPr>
          <a:xfrm>
            <a:off x="8076349" y="3828129"/>
            <a:ext cx="3648218" cy="1612233"/>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It’s a very basic programming language!</a:t>
            </a:r>
          </a:p>
        </p:txBody>
      </p:sp>
      <p:sp>
        <p:nvSpPr>
          <p:cNvPr id="8" name="TextBox 7">
            <a:extLst>
              <a:ext uri="{FF2B5EF4-FFF2-40B4-BE49-F238E27FC236}">
                <a16:creationId xmlns:a16="http://schemas.microsoft.com/office/drawing/2014/main" id="{F513988E-4731-970C-0AC5-3845F11B4C7D}"/>
              </a:ext>
            </a:extLst>
          </p:cNvPr>
          <p:cNvSpPr txBox="1"/>
          <p:nvPr/>
        </p:nvSpPr>
        <p:spPr>
          <a:xfrm>
            <a:off x="979517" y="2028746"/>
            <a:ext cx="10983004" cy="584775"/>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Provides a collection of operations used to manipulate tables</a:t>
            </a:r>
          </a:p>
        </p:txBody>
      </p:sp>
      <p:sp>
        <p:nvSpPr>
          <p:cNvPr id="10" name="TextBox 9">
            <a:extLst>
              <a:ext uri="{FF2B5EF4-FFF2-40B4-BE49-F238E27FC236}">
                <a16:creationId xmlns:a16="http://schemas.microsoft.com/office/drawing/2014/main" id="{3737D678-DD6C-8A7C-60C7-32A3D0DD685B}"/>
              </a:ext>
            </a:extLst>
          </p:cNvPr>
          <p:cNvSpPr txBox="1"/>
          <p:nvPr/>
        </p:nvSpPr>
        <p:spPr>
          <a:xfrm>
            <a:off x="979517" y="2579287"/>
            <a:ext cx="6096000" cy="584775"/>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Is implementable</a:t>
            </a:r>
          </a:p>
        </p:txBody>
      </p:sp>
      <p:sp>
        <p:nvSpPr>
          <p:cNvPr id="12" name="TextBox 11">
            <a:extLst>
              <a:ext uri="{FF2B5EF4-FFF2-40B4-BE49-F238E27FC236}">
                <a16:creationId xmlns:a16="http://schemas.microsoft.com/office/drawing/2014/main" id="{FEB256F4-0889-7E18-E198-5AB068589B19}"/>
              </a:ext>
            </a:extLst>
          </p:cNvPr>
          <p:cNvSpPr txBox="1"/>
          <p:nvPr/>
        </p:nvSpPr>
        <p:spPr>
          <a:xfrm>
            <a:off x="979517" y="3174277"/>
            <a:ext cx="6096000" cy="584775"/>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Basis for SQL query execution</a:t>
            </a:r>
          </a:p>
        </p:txBody>
      </p:sp>
      <p:sp>
        <p:nvSpPr>
          <p:cNvPr id="14" name="TextBox 13">
            <a:extLst>
              <a:ext uri="{FF2B5EF4-FFF2-40B4-BE49-F238E27FC236}">
                <a16:creationId xmlns:a16="http://schemas.microsoft.com/office/drawing/2014/main" id="{E6169425-A408-784D-DC4C-DB8AAE6271FC}"/>
              </a:ext>
            </a:extLst>
          </p:cNvPr>
          <p:cNvSpPr txBox="1"/>
          <p:nvPr/>
        </p:nvSpPr>
        <p:spPr>
          <a:xfrm>
            <a:off x="979517" y="3785385"/>
            <a:ext cx="8447314" cy="1569660"/>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Operations may be </a:t>
            </a:r>
          </a:p>
          <a:p>
            <a:pPr marL="914400" lvl="1" indent="-457200">
              <a:buFont typeface="Arial" panose="020B0604020202020204" pitchFamily="34" charset="0"/>
              <a:buChar char="•"/>
            </a:pPr>
            <a:r>
              <a:rPr lang="en-US" sz="3200" b="1" dirty="0">
                <a:solidFill>
                  <a:schemeClr val="tx1">
                    <a:lumMod val="75000"/>
                    <a:lumOff val="25000"/>
                  </a:schemeClr>
                </a:solidFill>
              </a:rPr>
              <a:t>Unary – </a:t>
            </a:r>
            <a:r>
              <a:rPr lang="en-US" sz="3200" dirty="0">
                <a:solidFill>
                  <a:schemeClr val="tx1">
                    <a:lumMod val="75000"/>
                    <a:lumOff val="25000"/>
                  </a:schemeClr>
                </a:solidFill>
              </a:rPr>
              <a:t>One table</a:t>
            </a:r>
          </a:p>
          <a:p>
            <a:pPr marL="914400" lvl="1" indent="-457200">
              <a:buFont typeface="Arial" panose="020B0604020202020204" pitchFamily="34" charset="0"/>
              <a:buChar char="•"/>
            </a:pPr>
            <a:r>
              <a:rPr lang="en-US" sz="3200" b="1" dirty="0">
                <a:solidFill>
                  <a:schemeClr val="tx1">
                    <a:lumMod val="75000"/>
                    <a:lumOff val="25000"/>
                  </a:schemeClr>
                </a:solidFill>
              </a:rPr>
              <a:t>Binary </a:t>
            </a:r>
            <a:r>
              <a:rPr lang="en-US" sz="3200" dirty="0">
                <a:solidFill>
                  <a:schemeClr val="tx1">
                    <a:lumMod val="75000"/>
                    <a:lumOff val="25000"/>
                  </a:schemeClr>
                </a:solidFill>
              </a:rPr>
              <a:t>– Two tables</a:t>
            </a:r>
          </a:p>
        </p:txBody>
      </p:sp>
    </p:spTree>
    <p:extLst>
      <p:ext uri="{BB962C8B-B14F-4D97-AF65-F5344CB8AC3E}">
        <p14:creationId xmlns:p14="http://schemas.microsoft.com/office/powerpoint/2010/main" val="201100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2"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15</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200" y="274638"/>
            <a:ext cx="8229600"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Relational Algebra (2) facts</a:t>
            </a:r>
          </a:p>
        </p:txBody>
      </p:sp>
      <p:sp>
        <p:nvSpPr>
          <p:cNvPr id="5" name="TextBox 4">
            <a:extLst>
              <a:ext uri="{FF2B5EF4-FFF2-40B4-BE49-F238E27FC236}">
                <a16:creationId xmlns:a16="http://schemas.microsoft.com/office/drawing/2014/main" id="{0FF62CF5-8865-5387-7D02-72BDA888DE87}"/>
              </a:ext>
            </a:extLst>
          </p:cNvPr>
          <p:cNvSpPr txBox="1"/>
          <p:nvPr/>
        </p:nvSpPr>
        <p:spPr>
          <a:xfrm>
            <a:off x="993097" y="1417638"/>
            <a:ext cx="10489369" cy="4031873"/>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Relational algebra operations work on one(</a:t>
            </a:r>
            <a:r>
              <a:rPr lang="en-US" sz="3200" i="1" dirty="0">
                <a:solidFill>
                  <a:schemeClr val="tx1">
                    <a:lumMod val="75000"/>
                    <a:lumOff val="25000"/>
                  </a:schemeClr>
                </a:solidFill>
              </a:rPr>
              <a:t>unary</a:t>
            </a:r>
            <a:r>
              <a:rPr lang="en-US" sz="3200" dirty="0">
                <a:solidFill>
                  <a:schemeClr val="tx1">
                    <a:lumMod val="75000"/>
                    <a:lumOff val="25000"/>
                  </a:schemeClr>
                </a:solidFill>
              </a:rPr>
              <a:t>) or more tables(</a:t>
            </a:r>
            <a:r>
              <a:rPr lang="en-US" sz="3200" i="1" dirty="0">
                <a:solidFill>
                  <a:schemeClr val="tx1">
                    <a:lumMod val="75000"/>
                    <a:lumOff val="25000"/>
                  </a:schemeClr>
                </a:solidFill>
              </a:rPr>
              <a:t>binary</a:t>
            </a:r>
            <a:r>
              <a:rPr lang="en-US" sz="3200" dirty="0">
                <a:solidFill>
                  <a:schemeClr val="tx1">
                    <a:lumMod val="75000"/>
                    <a:lumOff val="25000"/>
                  </a:schemeClr>
                </a:solidFill>
              </a:rPr>
              <a:t>), to define another table without changing the </a:t>
            </a:r>
            <a:r>
              <a:rPr lang="en-US" sz="3200" b="1" dirty="0">
                <a:solidFill>
                  <a:schemeClr val="tx1">
                    <a:lumMod val="75000"/>
                    <a:lumOff val="25000"/>
                  </a:schemeClr>
                </a:solidFill>
              </a:rPr>
              <a:t>original tables</a:t>
            </a:r>
          </a:p>
          <a:p>
            <a:pPr marL="457200" indent="-457200">
              <a:buFont typeface="Arial" panose="020B0604020202020204" pitchFamily="34" charset="0"/>
              <a:buChar char="•"/>
            </a:pPr>
            <a:r>
              <a:rPr lang="en-US" sz="3200" dirty="0">
                <a:solidFill>
                  <a:schemeClr val="tx1">
                    <a:lumMod val="75000"/>
                    <a:lumOff val="25000"/>
                  </a:schemeClr>
                </a:solidFill>
              </a:rPr>
              <a:t>Both operands and results are tables, so output from one operation become input to another operation.</a:t>
            </a:r>
          </a:p>
          <a:p>
            <a:pPr marL="457200" indent="-457200">
              <a:buFont typeface="Arial" panose="020B0604020202020204" pitchFamily="34" charset="0"/>
              <a:buChar char="•"/>
            </a:pPr>
            <a:r>
              <a:rPr lang="en-US" sz="3200" dirty="0">
                <a:solidFill>
                  <a:schemeClr val="tx1">
                    <a:lumMod val="75000"/>
                    <a:lumOff val="25000"/>
                  </a:schemeClr>
                </a:solidFill>
              </a:rPr>
              <a:t>Allows </a:t>
            </a:r>
            <a:r>
              <a:rPr lang="en-US" sz="3200" b="1" dirty="0">
                <a:solidFill>
                  <a:schemeClr val="tx1">
                    <a:lumMod val="75000"/>
                    <a:lumOff val="25000"/>
                  </a:schemeClr>
                </a:solidFill>
              </a:rPr>
              <a:t>expressions to be nested</a:t>
            </a:r>
            <a:r>
              <a:rPr lang="en-US" sz="3200" dirty="0">
                <a:solidFill>
                  <a:schemeClr val="tx1">
                    <a:lumMod val="75000"/>
                    <a:lumOff val="25000"/>
                  </a:schemeClr>
                </a:solidFill>
              </a:rPr>
              <a:t>, just as in arithmetic. </a:t>
            </a:r>
          </a:p>
          <a:p>
            <a:pPr marL="457200" indent="-457200">
              <a:buFont typeface="Arial" panose="020B0604020202020204" pitchFamily="34" charset="0"/>
              <a:buChar char="•"/>
            </a:pPr>
            <a:r>
              <a:rPr lang="en-US" sz="3200" dirty="0">
                <a:solidFill>
                  <a:schemeClr val="tx1">
                    <a:lumMod val="75000"/>
                    <a:lumOff val="25000"/>
                  </a:schemeClr>
                </a:solidFill>
              </a:rPr>
              <a:t>Operations produce only tables based on elements of the input tables, this property is called closure</a:t>
            </a:r>
            <a:endParaRPr lang="en-US" sz="3200" dirty="0"/>
          </a:p>
        </p:txBody>
      </p:sp>
    </p:spTree>
    <p:extLst>
      <p:ext uri="{BB962C8B-B14F-4D97-AF65-F5344CB8AC3E}">
        <p14:creationId xmlns:p14="http://schemas.microsoft.com/office/powerpoint/2010/main" val="1203364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16</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1075528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Relational Algebra (3) operations 5 + 2</a:t>
            </a:r>
          </a:p>
        </p:txBody>
      </p:sp>
      <p:sp>
        <p:nvSpPr>
          <p:cNvPr id="5" name="TextBox 4">
            <a:extLst>
              <a:ext uri="{FF2B5EF4-FFF2-40B4-BE49-F238E27FC236}">
                <a16:creationId xmlns:a16="http://schemas.microsoft.com/office/drawing/2014/main" id="{0FF62CF5-8865-5387-7D02-72BDA888DE87}"/>
              </a:ext>
            </a:extLst>
          </p:cNvPr>
          <p:cNvSpPr txBox="1"/>
          <p:nvPr/>
        </p:nvSpPr>
        <p:spPr>
          <a:xfrm>
            <a:off x="993097" y="1417638"/>
            <a:ext cx="9559977" cy="2923877"/>
          </a:xfrm>
          <a:prstGeom prst="rect">
            <a:avLst/>
          </a:prstGeom>
          <a:noFill/>
        </p:spPr>
        <p:txBody>
          <a:bodyPr wrap="square">
            <a:spAutoFit/>
          </a:bodyPr>
          <a:lstStyle/>
          <a:p>
            <a:pPr marL="457200" indent="-457200">
              <a:buFont typeface="Arial" panose="020B0604020202020204" pitchFamily="34" charset="0"/>
              <a:buChar char="•"/>
            </a:pPr>
            <a:r>
              <a:rPr lang="en-US" sz="3200" dirty="0">
                <a:solidFill>
                  <a:schemeClr val="tx1">
                    <a:lumMod val="75000"/>
                    <a:lumOff val="25000"/>
                  </a:schemeClr>
                </a:solidFill>
              </a:rPr>
              <a:t>Five basic operations which perform most of the data retrieval operation:	</a:t>
            </a:r>
          </a:p>
          <a:p>
            <a:pPr marL="914400" lvl="1" indent="-457200">
              <a:buFont typeface="Arial" panose="020B0604020202020204" pitchFamily="34" charset="0"/>
              <a:buChar char="•"/>
            </a:pPr>
            <a:r>
              <a:rPr lang="en-US" sz="2400" dirty="0">
                <a:solidFill>
                  <a:schemeClr val="tx1">
                    <a:lumMod val="75000"/>
                    <a:lumOff val="25000"/>
                  </a:schemeClr>
                </a:solidFill>
              </a:rPr>
              <a:t>Restrict (Unary operator)</a:t>
            </a:r>
          </a:p>
          <a:p>
            <a:pPr marL="914400" lvl="1" indent="-457200">
              <a:buFont typeface="Arial" panose="020B0604020202020204" pitchFamily="34" charset="0"/>
              <a:buChar char="•"/>
            </a:pPr>
            <a:r>
              <a:rPr lang="en-US" sz="2400" dirty="0">
                <a:solidFill>
                  <a:schemeClr val="tx1">
                    <a:lumMod val="75000"/>
                    <a:lumOff val="25000"/>
                  </a:schemeClr>
                </a:solidFill>
              </a:rPr>
              <a:t>Projection (Unary operator)</a:t>
            </a:r>
          </a:p>
          <a:p>
            <a:pPr marL="914400" lvl="1" indent="-457200">
              <a:buFont typeface="Arial" panose="020B0604020202020204" pitchFamily="34" charset="0"/>
              <a:buChar char="•"/>
            </a:pPr>
            <a:r>
              <a:rPr lang="en-US" sz="2400" dirty="0">
                <a:solidFill>
                  <a:schemeClr val="tx1">
                    <a:lumMod val="75000"/>
                    <a:lumOff val="25000"/>
                  </a:schemeClr>
                </a:solidFill>
              </a:rPr>
              <a:t>Cartesian product</a:t>
            </a:r>
          </a:p>
          <a:p>
            <a:pPr marL="914400" lvl="1" indent="-457200">
              <a:buFont typeface="Arial" panose="020B0604020202020204" pitchFamily="34" charset="0"/>
              <a:buChar char="•"/>
            </a:pPr>
            <a:r>
              <a:rPr lang="en-US" sz="2400" dirty="0">
                <a:solidFill>
                  <a:schemeClr val="tx1">
                    <a:lumMod val="75000"/>
                    <a:lumOff val="25000"/>
                  </a:schemeClr>
                </a:solidFill>
              </a:rPr>
              <a:t>Union </a:t>
            </a:r>
          </a:p>
          <a:p>
            <a:pPr marL="914400" lvl="1" indent="-457200">
              <a:buFont typeface="Arial" panose="020B0604020202020204" pitchFamily="34" charset="0"/>
              <a:buChar char="•"/>
            </a:pPr>
            <a:r>
              <a:rPr lang="en-US" sz="2400" dirty="0">
                <a:solidFill>
                  <a:schemeClr val="tx1">
                    <a:lumMod val="75000"/>
                    <a:lumOff val="25000"/>
                  </a:schemeClr>
                </a:solidFill>
              </a:rPr>
              <a:t>Set Difference</a:t>
            </a:r>
          </a:p>
        </p:txBody>
      </p:sp>
      <p:sp>
        <p:nvSpPr>
          <p:cNvPr id="6" name="TextBox 5">
            <a:extLst>
              <a:ext uri="{FF2B5EF4-FFF2-40B4-BE49-F238E27FC236}">
                <a16:creationId xmlns:a16="http://schemas.microsoft.com/office/drawing/2014/main" id="{19D35128-1ADF-4E2F-9CB3-4ACC0A287352}"/>
              </a:ext>
            </a:extLst>
          </p:cNvPr>
          <p:cNvSpPr txBox="1"/>
          <p:nvPr/>
        </p:nvSpPr>
        <p:spPr>
          <a:xfrm>
            <a:off x="993096" y="4218405"/>
            <a:ext cx="9559977" cy="1692771"/>
          </a:xfrm>
          <a:prstGeom prst="rect">
            <a:avLst/>
          </a:prstGeom>
          <a:noFill/>
        </p:spPr>
        <p:txBody>
          <a:bodyPr wrap="square">
            <a:spAutoFit/>
          </a:bodyPr>
          <a:lstStyle/>
          <a:p>
            <a:pPr marL="457200" indent="-457200">
              <a:buFont typeface="Arial" panose="020B0604020202020204" pitchFamily="34" charset="0"/>
              <a:buChar char="•"/>
            </a:pPr>
            <a:r>
              <a:rPr lang="en-US" sz="2800" dirty="0">
                <a:solidFill>
                  <a:schemeClr val="tx1">
                    <a:lumMod val="75000"/>
                    <a:lumOff val="25000"/>
                  </a:schemeClr>
                </a:solidFill>
              </a:rPr>
              <a:t>Another two operations which can be expressed in terms of the basic operations:	</a:t>
            </a:r>
          </a:p>
          <a:p>
            <a:pPr marL="914400" lvl="1" indent="-457200">
              <a:buFont typeface="Arial" panose="020B0604020202020204" pitchFamily="34" charset="0"/>
              <a:buChar char="•"/>
            </a:pPr>
            <a:r>
              <a:rPr lang="en-US" sz="2400" dirty="0">
                <a:solidFill>
                  <a:schemeClr val="tx1">
                    <a:lumMod val="75000"/>
                    <a:lumOff val="25000"/>
                  </a:schemeClr>
                </a:solidFill>
              </a:rPr>
              <a:t>Join</a:t>
            </a:r>
          </a:p>
          <a:p>
            <a:pPr marL="914400" lvl="1" indent="-457200">
              <a:buFont typeface="Arial" panose="020B0604020202020204" pitchFamily="34" charset="0"/>
              <a:buChar char="•"/>
            </a:pPr>
            <a:r>
              <a:rPr lang="en-US" sz="2400" dirty="0">
                <a:solidFill>
                  <a:schemeClr val="tx1">
                    <a:lumMod val="75000"/>
                    <a:lumOff val="25000"/>
                  </a:schemeClr>
                </a:solidFill>
              </a:rPr>
              <a:t>Intersection</a:t>
            </a:r>
          </a:p>
        </p:txBody>
      </p:sp>
    </p:spTree>
    <p:extLst>
      <p:ext uri="{BB962C8B-B14F-4D97-AF65-F5344CB8AC3E}">
        <p14:creationId xmlns:p14="http://schemas.microsoft.com/office/powerpoint/2010/main" val="136002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17</a:t>
            </a:fld>
            <a:endParaRPr lang="en-GB"/>
          </a:p>
        </p:txBody>
      </p:sp>
      <p:sp>
        <p:nvSpPr>
          <p:cNvPr id="4" name="Title 4">
            <a:extLst>
              <a:ext uri="{FF2B5EF4-FFF2-40B4-BE49-F238E27FC236}">
                <a16:creationId xmlns:a16="http://schemas.microsoft.com/office/drawing/2014/main" id="{630E30E7-E805-987B-6BE3-FA4CC3C6B35F}"/>
              </a:ext>
            </a:extLst>
          </p:cNvPr>
          <p:cNvSpPr txBox="1">
            <a:spLocks/>
          </p:cNvSpPr>
          <p:nvPr/>
        </p:nvSpPr>
        <p:spPr>
          <a:xfrm>
            <a:off x="457199" y="274638"/>
            <a:ext cx="9233453" cy="11430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dirty="0"/>
              <a:t>Relational Algebra symbols</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19786" y="1268730"/>
            <a:ext cx="8229600"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solidFill>
                  <a:schemeClr val="tx1">
                    <a:lumMod val="85000"/>
                    <a:lumOff val="15000"/>
                  </a:schemeClr>
                </a:solidFill>
              </a:rPr>
              <a:t>Relational algebra operations symbols we use:</a:t>
            </a:r>
          </a:p>
          <a:p>
            <a:pPr lvl="1">
              <a:tabLst>
                <a:tab pos="3676650" algn="l"/>
              </a:tabLst>
            </a:pPr>
            <a:r>
              <a:rPr lang="en-US" sz="3000" dirty="0">
                <a:solidFill>
                  <a:schemeClr val="tx1">
                    <a:lumMod val="85000"/>
                    <a:lumOff val="15000"/>
                  </a:schemeClr>
                </a:solidFill>
              </a:rPr>
              <a:t>Restrict 	</a:t>
            </a:r>
            <a:r>
              <a:rPr lang="en-US" sz="5400" dirty="0">
                <a:solidFill>
                  <a:schemeClr val="tx1">
                    <a:lumMod val="85000"/>
                    <a:lumOff val="15000"/>
                  </a:schemeClr>
                </a:solidFill>
                <a:sym typeface="Symbol" pitchFamily="18" charset="2"/>
              </a:rPr>
              <a:t></a:t>
            </a:r>
            <a:r>
              <a:rPr lang="en-US" sz="3000" dirty="0">
                <a:solidFill>
                  <a:schemeClr val="tx1">
                    <a:lumMod val="85000"/>
                    <a:lumOff val="15000"/>
                  </a:schemeClr>
                </a:solidFill>
                <a:sym typeface="Symbol" pitchFamily="18" charset="2"/>
              </a:rPr>
              <a:t>   </a:t>
            </a:r>
          </a:p>
          <a:p>
            <a:pPr lvl="1">
              <a:tabLst>
                <a:tab pos="3676650" algn="l"/>
              </a:tabLst>
            </a:pPr>
            <a:r>
              <a:rPr lang="en-US" sz="3000" dirty="0">
                <a:solidFill>
                  <a:schemeClr val="tx1">
                    <a:lumMod val="85000"/>
                    <a:lumOff val="15000"/>
                  </a:schemeClr>
                </a:solidFill>
              </a:rPr>
              <a:t>Project 	</a:t>
            </a:r>
            <a:r>
              <a:rPr lang="en-US" sz="4000" dirty="0">
                <a:solidFill>
                  <a:schemeClr val="tx1">
                    <a:lumMod val="85000"/>
                    <a:lumOff val="15000"/>
                  </a:schemeClr>
                </a:solidFill>
                <a:sym typeface="Symbol" pitchFamily="18" charset="2"/>
              </a:rPr>
              <a:t>	</a:t>
            </a:r>
            <a:endParaRPr lang="en-US" sz="3000" dirty="0">
              <a:solidFill>
                <a:schemeClr val="tx1">
                  <a:lumMod val="85000"/>
                  <a:lumOff val="15000"/>
                </a:schemeClr>
              </a:solidFill>
              <a:sym typeface="Symbol" pitchFamily="18" charset="2"/>
            </a:endParaRPr>
          </a:p>
          <a:p>
            <a:pPr lvl="1">
              <a:tabLst>
                <a:tab pos="3676650" algn="l"/>
              </a:tabLst>
            </a:pPr>
            <a:r>
              <a:rPr lang="en-US" sz="3000" dirty="0">
                <a:solidFill>
                  <a:schemeClr val="tx1">
                    <a:lumMod val="85000"/>
                    <a:lumOff val="15000"/>
                  </a:schemeClr>
                </a:solidFill>
              </a:rPr>
              <a:t>Union	</a:t>
            </a:r>
            <a:r>
              <a:rPr lang="en-US" sz="3600" b="1" dirty="0">
                <a:solidFill>
                  <a:schemeClr val="tx1">
                    <a:lumMod val="85000"/>
                    <a:lumOff val="15000"/>
                  </a:schemeClr>
                </a:solidFill>
                <a:sym typeface="Symbol" pitchFamily="18" charset="2"/>
              </a:rPr>
              <a:t></a:t>
            </a:r>
            <a:endParaRPr lang="en-US" sz="3000" b="1" dirty="0">
              <a:solidFill>
                <a:schemeClr val="tx1">
                  <a:lumMod val="85000"/>
                  <a:lumOff val="15000"/>
                </a:schemeClr>
              </a:solidFill>
              <a:sym typeface="Symbol" pitchFamily="18" charset="2"/>
            </a:endParaRPr>
          </a:p>
          <a:p>
            <a:pPr lvl="1">
              <a:tabLst>
                <a:tab pos="3676650" algn="l"/>
              </a:tabLst>
            </a:pPr>
            <a:r>
              <a:rPr lang="en-US" sz="3000" dirty="0">
                <a:solidFill>
                  <a:schemeClr val="tx1">
                    <a:lumMod val="85000"/>
                    <a:lumOff val="15000"/>
                  </a:schemeClr>
                </a:solidFill>
              </a:rPr>
              <a:t>Intersection	</a:t>
            </a:r>
            <a:r>
              <a:rPr lang="en-US" sz="4400" b="1" dirty="0">
                <a:solidFill>
                  <a:schemeClr val="tx1">
                    <a:lumMod val="85000"/>
                    <a:lumOff val="15000"/>
                  </a:schemeClr>
                </a:solidFill>
                <a:sym typeface="Symbol" pitchFamily="18" charset="2"/>
              </a:rPr>
              <a:t></a:t>
            </a:r>
            <a:endParaRPr lang="en-US" sz="3000" b="1" dirty="0">
              <a:solidFill>
                <a:schemeClr val="tx1">
                  <a:lumMod val="85000"/>
                  <a:lumOff val="15000"/>
                </a:schemeClr>
              </a:solidFill>
              <a:sym typeface="Symbol" pitchFamily="18" charset="2"/>
            </a:endParaRPr>
          </a:p>
          <a:p>
            <a:pPr lvl="1">
              <a:tabLst>
                <a:tab pos="3676650" algn="l"/>
              </a:tabLst>
            </a:pPr>
            <a:r>
              <a:rPr lang="en-US" sz="3000" dirty="0">
                <a:solidFill>
                  <a:schemeClr val="tx1">
                    <a:lumMod val="85000"/>
                    <a:lumOff val="15000"/>
                  </a:schemeClr>
                </a:solidFill>
              </a:rPr>
              <a:t>Difference	</a:t>
            </a:r>
            <a:r>
              <a:rPr lang="en-US" sz="4000" b="1" dirty="0">
                <a:solidFill>
                  <a:schemeClr val="tx1">
                    <a:lumMod val="85000"/>
                    <a:lumOff val="15000"/>
                  </a:schemeClr>
                </a:solidFill>
              </a:rPr>
              <a:t>–</a:t>
            </a:r>
            <a:endParaRPr lang="en-US" sz="3000" b="1" dirty="0">
              <a:solidFill>
                <a:schemeClr val="tx1">
                  <a:lumMod val="85000"/>
                  <a:lumOff val="15000"/>
                </a:schemeClr>
              </a:solidFill>
            </a:endParaRPr>
          </a:p>
          <a:p>
            <a:pPr lvl="1">
              <a:tabLst>
                <a:tab pos="3676650" algn="l"/>
              </a:tabLst>
            </a:pPr>
            <a:r>
              <a:rPr lang="en-US" sz="3000" dirty="0">
                <a:solidFill>
                  <a:schemeClr val="tx1">
                    <a:lumMod val="85000"/>
                    <a:lumOff val="15000"/>
                  </a:schemeClr>
                </a:solidFill>
              </a:rPr>
              <a:t>Cartesian product	</a:t>
            </a:r>
            <a:r>
              <a:rPr lang="en-US" sz="4000" b="1" dirty="0">
                <a:solidFill>
                  <a:schemeClr val="tx1">
                    <a:lumMod val="85000"/>
                    <a:lumOff val="15000"/>
                  </a:schemeClr>
                </a:solidFill>
              </a:rPr>
              <a:t>X</a:t>
            </a:r>
          </a:p>
          <a:p>
            <a:pPr marL="201168" lvl="1" indent="0">
              <a:buNone/>
              <a:tabLst>
                <a:tab pos="3676650" algn="l"/>
              </a:tabLst>
            </a:pPr>
            <a:endParaRPr lang="en-US" sz="3000" b="1" dirty="0">
              <a:solidFill>
                <a:schemeClr val="tx1">
                  <a:lumMod val="85000"/>
                  <a:lumOff val="15000"/>
                </a:schemeClr>
              </a:solidFill>
            </a:endParaRPr>
          </a:p>
        </p:txBody>
      </p:sp>
      <p:sp>
        <p:nvSpPr>
          <p:cNvPr id="8" name="Rectangular Callout 1">
            <a:extLst>
              <a:ext uri="{FF2B5EF4-FFF2-40B4-BE49-F238E27FC236}">
                <a16:creationId xmlns:a16="http://schemas.microsoft.com/office/drawing/2014/main" id="{FFBE9A0D-8DB9-D91A-BB37-3842293CDA34}"/>
              </a:ext>
            </a:extLst>
          </p:cNvPr>
          <p:cNvSpPr/>
          <p:nvPr/>
        </p:nvSpPr>
        <p:spPr>
          <a:xfrm>
            <a:off x="8401185" y="1632684"/>
            <a:ext cx="3528392" cy="784536"/>
          </a:xfrm>
          <a:prstGeom prst="wedgeRectCallout">
            <a:avLst>
              <a:gd name="adj1" fmla="val -20712"/>
              <a:gd name="adj2" fmla="val 134352"/>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The “bowtie” character in Unicode.</a:t>
            </a:r>
            <a:br>
              <a:rPr lang="en-US" b="1" dirty="0"/>
            </a:br>
            <a:r>
              <a:rPr lang="en-US" b="1" dirty="0"/>
              <a:t>(useful for assessments and notes)</a:t>
            </a:r>
          </a:p>
        </p:txBody>
      </p:sp>
      <p:sp>
        <p:nvSpPr>
          <p:cNvPr id="5" name="Title 4">
            <a:extLst>
              <a:ext uri="{FF2B5EF4-FFF2-40B4-BE49-F238E27FC236}">
                <a16:creationId xmlns:a16="http://schemas.microsoft.com/office/drawing/2014/main" id="{FB3348F5-BF21-336D-ACE3-C9E5BF9E2DB5}"/>
              </a:ext>
            </a:extLst>
          </p:cNvPr>
          <p:cNvSpPr txBox="1">
            <a:spLocks noGrp="1"/>
          </p:cNvSpPr>
          <p:nvPr>
            <p:ph type="title" idx="4294967295"/>
          </p:nvPr>
        </p:nvSpPr>
        <p:spPr>
          <a:xfrm>
            <a:off x="5745721" y="2819281"/>
            <a:ext cx="4339650" cy="276998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chemeClr val="tx1">
                    <a:lumMod val="85000"/>
                    <a:lumOff val="15000"/>
                  </a:schemeClr>
                </a:solidFill>
                <a:effectLst/>
                <a:uLnTx/>
                <a:uFillTx/>
                <a:latin typeface="+mn-lt"/>
                <a:ea typeface="+mn-ea"/>
                <a:cs typeface="+mn-cs"/>
              </a:rPr>
              <a:t>Join</a:t>
            </a:r>
            <a:r>
              <a:rPr kumimoji="0" lang="en-US" sz="2400" b="0" i="0" u="none" strike="noStrike" kern="1200" cap="none" spc="0" normalizeH="0" baseline="0" noProof="0" dirty="0">
                <a:ln>
                  <a:noFill/>
                </a:ln>
                <a:solidFill>
                  <a:schemeClr val="tx1">
                    <a:lumMod val="85000"/>
                    <a:lumOff val="15000"/>
                  </a:schemeClr>
                </a:solidFill>
                <a:effectLst/>
                <a:uLnTx/>
                <a:uFillTx/>
                <a:latin typeface="+mn-lt"/>
                <a:ea typeface="+mn-ea"/>
                <a:cs typeface="+mn-cs"/>
              </a:rPr>
              <a:t>	</a:t>
            </a:r>
            <a:r>
              <a:rPr kumimoji="0" lang="en-GB" sz="2400" b="0" i="0" u="none" strike="noStrike" kern="1200" cap="none" spc="0" normalizeH="0" baseline="0" noProof="0" dirty="0">
                <a:ln>
                  <a:noFill/>
                </a:ln>
                <a:solidFill>
                  <a:schemeClr val="tx1">
                    <a:lumMod val="85000"/>
                    <a:lumOff val="15000"/>
                  </a:schemeClr>
                </a:solidFill>
                <a:effectLst/>
                <a:uLnTx/>
                <a:uFillTx/>
                <a:latin typeface="+mn-lt"/>
                <a:ea typeface="+mn-ea"/>
                <a:cs typeface="+mn-cs"/>
              </a:rPr>
              <a:t>                           </a:t>
            </a:r>
            <a:r>
              <a:rPr kumimoji="0" lang="en-GB" sz="7200" b="0" i="0" u="none" strike="noStrike" kern="1200" cap="none" spc="0" normalizeH="0" baseline="0" noProof="0" dirty="0">
                <a:ln>
                  <a:noFill/>
                </a:ln>
                <a:solidFill>
                  <a:schemeClr val="tx1">
                    <a:lumMod val="85000"/>
                    <a:lumOff val="15000"/>
                  </a:schemeClr>
                </a:solidFill>
                <a:effectLst/>
                <a:uLnTx/>
                <a:uFillTx/>
                <a:latin typeface="+mn-lt"/>
                <a:ea typeface="+mn-ea"/>
                <a:cs typeface="+mn-cs"/>
              </a:rPr>
              <a:t>⋈</a:t>
            </a:r>
            <a:endParaRPr kumimoji="0" lang="en-US" sz="2400" b="0" i="0" u="none" strike="noStrike" kern="1200" cap="none" spc="0" normalizeH="0" baseline="0" noProof="0" dirty="0">
              <a:ln>
                <a:noFill/>
              </a:ln>
              <a:solidFill>
                <a:schemeClr val="tx1">
                  <a:lumMod val="85000"/>
                  <a:lumOff val="15000"/>
                </a:schemeClr>
              </a:solidFill>
              <a:effectLst/>
              <a:uLnTx/>
              <a:uFillTx/>
              <a:latin typeface="+mn-lt"/>
              <a:ea typeface="+mn-ea"/>
              <a:cs typeface="+mn-cs"/>
            </a:endParaRP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chemeClr val="tx1">
                    <a:lumMod val="85000"/>
                    <a:lumOff val="15000"/>
                  </a:schemeClr>
                </a:solidFill>
                <a:effectLst/>
                <a:uLnTx/>
                <a:uFillTx/>
                <a:latin typeface="+mn-lt"/>
                <a:ea typeface="+mn-ea"/>
                <a:cs typeface="+mn-cs"/>
              </a:rPr>
              <a:t>Equi-Join</a:t>
            </a: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chemeClr val="tx1">
                    <a:lumMod val="85000"/>
                    <a:lumOff val="15000"/>
                  </a:schemeClr>
                </a:solidFill>
                <a:effectLst/>
                <a:uLnTx/>
                <a:uFillTx/>
                <a:latin typeface="+mn-lt"/>
                <a:ea typeface="+mn-ea"/>
                <a:cs typeface="+mn-cs"/>
              </a:rPr>
              <a:t>Natural Join          		</a:t>
            </a:r>
          </a:p>
          <a:p>
            <a:pPr marL="914400" marR="0" lvl="2" indent="0" algn="l" defTabSz="4572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chemeClr val="tx1">
                    <a:lumMod val="85000"/>
                    <a:lumOff val="15000"/>
                  </a:schemeClr>
                </a:solidFill>
                <a:effectLst/>
                <a:uLnTx/>
                <a:uFillTx/>
                <a:latin typeface="+mn-lt"/>
                <a:ea typeface="+mn-ea"/>
                <a:cs typeface="+mn-cs"/>
              </a:rPr>
              <a:t>Outer Join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54372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Relational Algebra</a:t>
            </a:r>
          </a:p>
        </p:txBody>
      </p:sp>
      <p:sp>
        <p:nvSpPr>
          <p:cNvPr id="6" name="Text Placeholder 5"/>
          <p:cNvSpPr>
            <a:spLocks noGrp="1"/>
          </p:cNvSpPr>
          <p:nvPr>
            <p:ph type="body" idx="1"/>
          </p:nvPr>
        </p:nvSpPr>
        <p:spPr/>
        <p:txBody>
          <a:bodyPr/>
          <a:lstStyle/>
          <a:p>
            <a:r>
              <a:rPr lang="en-US" dirty="0"/>
              <a:t>The Basic relational algebra operations</a:t>
            </a:r>
          </a:p>
        </p:txBody>
      </p:sp>
      <p:sp>
        <p:nvSpPr>
          <p:cNvPr id="4" name="Slide Number Placeholder 3"/>
          <p:cNvSpPr>
            <a:spLocks noGrp="1"/>
          </p:cNvSpPr>
          <p:nvPr>
            <p:ph type="sldNum" sz="quarter" idx="12"/>
          </p:nvPr>
        </p:nvSpPr>
        <p:spPr/>
        <p:txBody>
          <a:bodyPr/>
          <a:lstStyle/>
          <a:p>
            <a:fld id="{8C76DAB6-C580-4C3F-B081-73DB154F039F}" type="slidenum">
              <a:rPr lang="en-GB" smtClean="0"/>
              <a:pPr/>
              <a:t>18</a:t>
            </a:fld>
            <a:endParaRPr lang="en-GB" dirty="0"/>
          </a:p>
        </p:txBody>
      </p:sp>
    </p:spTree>
    <p:extLst>
      <p:ext uri="{BB962C8B-B14F-4D97-AF65-F5344CB8AC3E}">
        <p14:creationId xmlns:p14="http://schemas.microsoft.com/office/powerpoint/2010/main" val="106676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19</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200" y="274638"/>
            <a:ext cx="8229600"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A visual interpretation summary</a:t>
            </a:r>
          </a:p>
        </p:txBody>
      </p:sp>
      <p:sp>
        <p:nvSpPr>
          <p:cNvPr id="10" name="TextBox 9">
            <a:extLst>
              <a:ext uri="{FF2B5EF4-FFF2-40B4-BE49-F238E27FC236}">
                <a16:creationId xmlns:a16="http://schemas.microsoft.com/office/drawing/2014/main" id="{CF0D7CA1-6FC7-007A-EA87-4FC17D2AFC24}"/>
              </a:ext>
            </a:extLst>
          </p:cNvPr>
          <p:cNvSpPr txBox="1"/>
          <p:nvPr/>
        </p:nvSpPr>
        <p:spPr>
          <a:xfrm>
            <a:off x="0" y="6455578"/>
            <a:ext cx="12192000" cy="276999"/>
          </a:xfrm>
          <a:prstGeom prst="rect">
            <a:avLst/>
          </a:prstGeom>
          <a:noFill/>
        </p:spPr>
        <p:txBody>
          <a:bodyPr wrap="square">
            <a:spAutoFit/>
          </a:bodyPr>
          <a:lstStyle/>
          <a:p>
            <a:pPr marR="0" algn="l" rtl="0"/>
            <a:r>
              <a:rPr lang="en-GB" sz="1200" dirty="0">
                <a:solidFill>
                  <a:schemeClr val="bg1"/>
                </a:solidFill>
              </a:rPr>
              <a:t>Connolly, T. and </a:t>
            </a:r>
            <a:r>
              <a:rPr lang="en-GB" sz="1200" dirty="0" err="1">
                <a:solidFill>
                  <a:schemeClr val="bg1"/>
                </a:solidFill>
              </a:rPr>
              <a:t>Begg</a:t>
            </a:r>
            <a:r>
              <a:rPr lang="en-GB" sz="1200" dirty="0">
                <a:solidFill>
                  <a:schemeClr val="bg1"/>
                </a:solidFill>
              </a:rPr>
              <a:t>, C. (2014). Database Systems: </a:t>
            </a:r>
            <a:r>
              <a:rPr lang="en-GB" sz="1200" i="1" dirty="0">
                <a:solidFill>
                  <a:schemeClr val="bg1"/>
                </a:solidFill>
              </a:rPr>
              <a:t>A Practical Approach to Design, Implementation, and Management</a:t>
            </a:r>
            <a:r>
              <a:rPr lang="en-GB" sz="1200" dirty="0">
                <a:solidFill>
                  <a:schemeClr val="bg1"/>
                </a:solidFill>
              </a:rPr>
              <a:t>, 6th Edition </a:t>
            </a:r>
            <a:r>
              <a:rPr lang="en-GB" sz="1200" b="0" i="0" u="none" strike="noStrike" dirty="0">
                <a:solidFill>
                  <a:schemeClr val="bg1"/>
                </a:solidFill>
              </a:rPr>
              <a:t>Pearson Education © 2014</a:t>
            </a:r>
          </a:p>
        </p:txBody>
      </p:sp>
      <p:grpSp>
        <p:nvGrpSpPr>
          <p:cNvPr id="5" name="Group 4">
            <a:extLst>
              <a:ext uri="{FF2B5EF4-FFF2-40B4-BE49-F238E27FC236}">
                <a16:creationId xmlns:a16="http://schemas.microsoft.com/office/drawing/2014/main" id="{19F50973-8F00-4FBE-7A5C-3A72B0E47F50}"/>
              </a:ext>
              <a:ext uri="{C183D7F6-B498-43B3-948B-1728B52AA6E4}">
                <adec:decorative xmlns:adec="http://schemas.microsoft.com/office/drawing/2017/decorative" val="1"/>
              </a:ext>
            </a:extLst>
          </p:cNvPr>
          <p:cNvGrpSpPr/>
          <p:nvPr/>
        </p:nvGrpSpPr>
        <p:grpSpPr>
          <a:xfrm>
            <a:off x="2351639" y="941330"/>
            <a:ext cx="7488722" cy="4975340"/>
            <a:chOff x="2351639" y="941330"/>
            <a:chExt cx="7488722" cy="4975340"/>
          </a:xfrm>
        </p:grpSpPr>
        <p:pic>
          <p:nvPicPr>
            <p:cNvPr id="8" name="Picture 7">
              <a:extLst>
                <a:ext uri="{FF2B5EF4-FFF2-40B4-BE49-F238E27FC236}">
                  <a16:creationId xmlns:a16="http://schemas.microsoft.com/office/drawing/2014/main" id="{2D58C005-7751-A38A-0AAD-47DBC37888CF}"/>
                </a:ext>
              </a:extLst>
            </p:cNvPr>
            <p:cNvPicPr>
              <a:picLocks noChangeAspect="1"/>
            </p:cNvPicPr>
            <p:nvPr/>
          </p:nvPicPr>
          <p:blipFill>
            <a:blip r:embed="rId3"/>
            <a:stretch>
              <a:fillRect/>
            </a:stretch>
          </p:blipFill>
          <p:spPr>
            <a:xfrm>
              <a:off x="2351639" y="941330"/>
              <a:ext cx="7488722" cy="4975340"/>
            </a:xfrm>
            <a:prstGeom prst="rect">
              <a:avLst/>
            </a:prstGeom>
          </p:spPr>
        </p:pic>
        <p:sp>
          <p:nvSpPr>
            <p:cNvPr id="3" name="TextBox 2">
              <a:extLst>
                <a:ext uri="{FF2B5EF4-FFF2-40B4-BE49-F238E27FC236}">
                  <a16:creationId xmlns:a16="http://schemas.microsoft.com/office/drawing/2014/main" id="{A67ADC51-3195-5FC4-A3DD-F4ABF54D3503}"/>
                </a:ext>
              </a:extLst>
            </p:cNvPr>
            <p:cNvSpPr txBox="1"/>
            <p:nvPr/>
          </p:nvSpPr>
          <p:spPr>
            <a:xfrm>
              <a:off x="2870200" y="2895600"/>
              <a:ext cx="1041400" cy="307777"/>
            </a:xfrm>
            <a:prstGeom prst="rect">
              <a:avLst/>
            </a:prstGeom>
            <a:solidFill>
              <a:schemeClr val="bg1"/>
            </a:solidFill>
          </p:spPr>
          <p:txBody>
            <a:bodyPr wrap="square" rtlCol="0">
              <a:spAutoFit/>
            </a:bodyPr>
            <a:lstStyle/>
            <a:p>
              <a:r>
                <a:rPr lang="en-GB" sz="1400" dirty="0"/>
                <a:t>Restrict</a:t>
              </a:r>
            </a:p>
          </p:txBody>
        </p:sp>
      </p:grpSp>
    </p:spTree>
    <p:extLst>
      <p:ext uri="{BB962C8B-B14F-4D97-AF65-F5344CB8AC3E}">
        <p14:creationId xmlns:p14="http://schemas.microsoft.com/office/powerpoint/2010/main" val="647794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buNone/>
            </a:pPr>
            <a:r>
              <a:rPr lang="en-US" sz="3000" dirty="0"/>
              <a:t>Two tables: Student and Registration in a university student database</a:t>
            </a:r>
            <a:endParaRPr lang="en-GB" sz="3000" dirty="0"/>
          </a:p>
        </p:txBody>
      </p:sp>
      <p:sp>
        <p:nvSpPr>
          <p:cNvPr id="12" name="Slide Number Placeholder 11"/>
          <p:cNvSpPr>
            <a:spLocks noGrp="1"/>
          </p:cNvSpPr>
          <p:nvPr>
            <p:ph type="sldNum" sz="quarter" idx="12"/>
          </p:nvPr>
        </p:nvSpPr>
        <p:spPr/>
        <p:txBody>
          <a:bodyPr/>
          <a:lstStyle/>
          <a:p>
            <a:fld id="{8C76DAB6-C580-4C3F-B081-73DB154F039F}" type="slidenum">
              <a:rPr lang="en-GB" smtClean="0"/>
              <a:pPr/>
              <a:t>20</a:t>
            </a:fld>
            <a:endParaRPr lang="en-GB" dirty="0"/>
          </a:p>
        </p:txBody>
      </p:sp>
      <p:graphicFrame>
        <p:nvGraphicFramePr>
          <p:cNvPr id="18" name="Group 5"/>
          <p:cNvGraphicFramePr>
            <a:graphicFrameLocks noGrp="1"/>
          </p:cNvGraphicFramePr>
          <p:nvPr>
            <p:extLst>
              <p:ext uri="{D42A27DB-BD31-4B8C-83A1-F6EECF244321}">
                <p14:modId xmlns:p14="http://schemas.microsoft.com/office/powerpoint/2010/main" val="1634048498"/>
              </p:ext>
            </p:extLst>
          </p:nvPr>
        </p:nvGraphicFramePr>
        <p:xfrm>
          <a:off x="3936230" y="4508776"/>
          <a:ext cx="2663827" cy="180054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0" name="Text Box 31"/>
          <p:cNvSpPr txBox="1">
            <a:spLocks noChangeArrowheads="1"/>
          </p:cNvSpPr>
          <p:nvPr/>
        </p:nvSpPr>
        <p:spPr bwMode="auto">
          <a:xfrm>
            <a:off x="3853676" y="4167696"/>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graphicFrame>
        <p:nvGraphicFramePr>
          <p:cNvPr id="21" name="Group 32"/>
          <p:cNvGraphicFramePr>
            <a:graphicFrameLocks noGrp="1"/>
          </p:cNvGraphicFramePr>
          <p:nvPr>
            <p:extLst>
              <p:ext uri="{D42A27DB-BD31-4B8C-83A1-F6EECF244321}">
                <p14:modId xmlns:p14="http://schemas.microsoft.com/office/powerpoint/2010/main" val="1091387511"/>
              </p:ext>
            </p:extLst>
          </p:nvPr>
        </p:nvGraphicFramePr>
        <p:xfrm>
          <a:off x="7176590" y="3411652"/>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2" name="Text Box 70"/>
          <p:cNvSpPr txBox="1">
            <a:spLocks noChangeArrowheads="1"/>
          </p:cNvSpPr>
          <p:nvPr/>
        </p:nvSpPr>
        <p:spPr bwMode="auto">
          <a:xfrm>
            <a:off x="7062785" y="2943423"/>
            <a:ext cx="1531188" cy="369332"/>
          </a:xfrm>
          <a:prstGeom prst="rect">
            <a:avLst/>
          </a:prstGeom>
          <a:noFill/>
          <a:ln w="9525" algn="ctr">
            <a:noFill/>
            <a:prstDash val="dash"/>
            <a:miter lim="800000"/>
            <a:headEnd/>
            <a:tailEnd/>
          </a:ln>
        </p:spPr>
        <p:txBody>
          <a:bodyPr wrap="none">
            <a:spAutoFit/>
          </a:bodyPr>
          <a:lstStyle/>
          <a:p>
            <a:pPr algn="l"/>
            <a:r>
              <a:rPr lang="en-GB" b="1" dirty="0">
                <a:latin typeface="Arial" charset="0"/>
              </a:rPr>
              <a:t>Registration</a:t>
            </a:r>
          </a:p>
        </p:txBody>
      </p:sp>
      <p:grpSp>
        <p:nvGrpSpPr>
          <p:cNvPr id="13" name="Group 12">
            <a:extLst>
              <a:ext uri="{C183D7F6-B498-43B3-948B-1728B52AA6E4}">
                <adec:decorative xmlns:adec="http://schemas.microsoft.com/office/drawing/2017/decorative" val="1"/>
              </a:ext>
            </a:extLst>
          </p:cNvPr>
          <p:cNvGrpSpPr/>
          <p:nvPr/>
        </p:nvGrpSpPr>
        <p:grpSpPr>
          <a:xfrm>
            <a:off x="7846996" y="2510946"/>
            <a:ext cx="2769304" cy="917044"/>
            <a:chOff x="6156176" y="2524124"/>
            <a:chExt cx="1584595" cy="917044"/>
          </a:xfrm>
        </p:grpSpPr>
        <p:sp>
          <p:nvSpPr>
            <p:cNvPr id="3" name="TextBox 2"/>
            <p:cNvSpPr txBox="1"/>
            <p:nvPr/>
          </p:nvSpPr>
          <p:spPr>
            <a:xfrm>
              <a:off x="7168231" y="2524124"/>
              <a:ext cx="572540" cy="369332"/>
            </a:xfrm>
            <a:prstGeom prst="rect">
              <a:avLst/>
            </a:prstGeom>
            <a:noFill/>
          </p:spPr>
          <p:txBody>
            <a:bodyPr wrap="none" rtlCol="0">
              <a:spAutoFit/>
            </a:bodyPr>
            <a:lstStyle/>
            <a:p>
              <a:r>
                <a:rPr lang="en-US" dirty="0">
                  <a:solidFill>
                    <a:schemeClr val="accent2"/>
                  </a:solidFill>
                </a:rPr>
                <a:t>Columns</a:t>
              </a:r>
            </a:p>
          </p:txBody>
        </p:sp>
        <p:cxnSp>
          <p:nvCxnSpPr>
            <p:cNvPr id="11" name="Straight Arrow Connector 10"/>
            <p:cNvCxnSpPr>
              <a:cxnSpLocks/>
            </p:cNvCxnSpPr>
            <p:nvPr/>
          </p:nvCxnSpPr>
          <p:spPr>
            <a:xfrm flipH="1">
              <a:off x="6156176" y="2836882"/>
              <a:ext cx="1254660" cy="574769"/>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cxnSpLocks/>
              <a:endCxn id="21" idx="0"/>
            </p:cNvCxnSpPr>
            <p:nvPr/>
          </p:nvCxnSpPr>
          <p:spPr>
            <a:xfrm flipH="1">
              <a:off x="6534691" y="2834706"/>
              <a:ext cx="886797" cy="590124"/>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a:cxnSpLocks/>
            </p:cNvCxnSpPr>
            <p:nvPr/>
          </p:nvCxnSpPr>
          <p:spPr>
            <a:xfrm flipH="1">
              <a:off x="7061014" y="2847885"/>
              <a:ext cx="349822" cy="593283"/>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grpSp>
      <p:grpSp>
        <p:nvGrpSpPr>
          <p:cNvPr id="23" name="Group 22">
            <a:extLst>
              <a:ext uri="{C183D7F6-B498-43B3-948B-1728B52AA6E4}">
                <adec:decorative xmlns:adec="http://schemas.microsoft.com/office/drawing/2017/decorative" val="1"/>
              </a:ext>
            </a:extLst>
          </p:cNvPr>
          <p:cNvGrpSpPr/>
          <p:nvPr/>
        </p:nvGrpSpPr>
        <p:grpSpPr>
          <a:xfrm>
            <a:off x="1282297" y="4943945"/>
            <a:ext cx="2663830" cy="800219"/>
            <a:chOff x="6750319" y="2464677"/>
            <a:chExt cx="1690687" cy="800219"/>
          </a:xfrm>
        </p:grpSpPr>
        <p:sp>
          <p:nvSpPr>
            <p:cNvPr id="25" name="TextBox 24"/>
            <p:cNvSpPr txBox="1"/>
            <p:nvPr/>
          </p:nvSpPr>
          <p:spPr>
            <a:xfrm>
              <a:off x="6750319" y="2464677"/>
              <a:ext cx="661432" cy="800219"/>
            </a:xfrm>
            <a:prstGeom prst="rect">
              <a:avLst/>
            </a:prstGeom>
            <a:noFill/>
          </p:spPr>
          <p:txBody>
            <a:bodyPr wrap="none" rtlCol="0">
              <a:spAutoFit/>
            </a:bodyPr>
            <a:lstStyle/>
            <a:p>
              <a:r>
                <a:rPr lang="en-US" dirty="0">
                  <a:solidFill>
                    <a:schemeClr val="accent2"/>
                  </a:solidFill>
                </a:rPr>
                <a:t>Rows</a:t>
              </a:r>
            </a:p>
            <a:p>
              <a:r>
                <a:rPr lang="en-US" sz="1400" dirty="0"/>
                <a:t>(S1, Kate, F)</a:t>
              </a:r>
              <a:br>
                <a:rPr lang="en-US" sz="1400" dirty="0"/>
              </a:br>
              <a:r>
                <a:rPr lang="en-US" sz="1400" dirty="0"/>
                <a:t>…</a:t>
              </a:r>
            </a:p>
          </p:txBody>
        </p:sp>
        <p:cxnSp>
          <p:nvCxnSpPr>
            <p:cNvPr id="26" name="Straight Arrow Connector 25"/>
            <p:cNvCxnSpPr>
              <a:cxnSpLocks/>
              <a:stCxn id="25" idx="3"/>
            </p:cNvCxnSpPr>
            <p:nvPr/>
          </p:nvCxnSpPr>
          <p:spPr>
            <a:xfrm>
              <a:off x="7411751" y="2864787"/>
              <a:ext cx="1029255" cy="400109"/>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25" idx="3"/>
              <a:endCxn id="18" idx="1"/>
            </p:cNvCxnSpPr>
            <p:nvPr/>
          </p:nvCxnSpPr>
          <p:spPr>
            <a:xfrm>
              <a:off x="7411751" y="2864787"/>
              <a:ext cx="1022975" cy="64993"/>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cxnSpLocks/>
              <a:stCxn id="25" idx="3"/>
            </p:cNvCxnSpPr>
            <p:nvPr/>
          </p:nvCxnSpPr>
          <p:spPr>
            <a:xfrm flipV="1">
              <a:off x="7411751" y="2605220"/>
              <a:ext cx="1029254" cy="259567"/>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C183D7F6-B498-43B3-948B-1728B52AA6E4}">
                <adec:decorative xmlns:adec="http://schemas.microsoft.com/office/drawing/2017/decorative" val="1"/>
              </a:ext>
            </a:extLst>
          </p:cNvPr>
          <p:cNvGrpSpPr/>
          <p:nvPr/>
        </p:nvGrpSpPr>
        <p:grpSpPr>
          <a:xfrm>
            <a:off x="5462357" y="3425331"/>
            <a:ext cx="2304731" cy="646331"/>
            <a:chOff x="3879713" y="3392654"/>
            <a:chExt cx="2304731" cy="646331"/>
          </a:xfrm>
        </p:grpSpPr>
        <p:grpSp>
          <p:nvGrpSpPr>
            <p:cNvPr id="34" name="Group 33"/>
            <p:cNvGrpSpPr/>
            <p:nvPr/>
          </p:nvGrpSpPr>
          <p:grpSpPr>
            <a:xfrm>
              <a:off x="3879713" y="3392654"/>
              <a:ext cx="1829079" cy="646331"/>
              <a:chOff x="6654787" y="2004953"/>
              <a:chExt cx="1829079" cy="646331"/>
            </a:xfrm>
          </p:grpSpPr>
          <p:sp>
            <p:nvSpPr>
              <p:cNvPr id="35" name="TextBox 34"/>
              <p:cNvSpPr txBox="1"/>
              <p:nvPr/>
            </p:nvSpPr>
            <p:spPr>
              <a:xfrm>
                <a:off x="6654787" y="2004953"/>
                <a:ext cx="1490986" cy="646331"/>
              </a:xfrm>
              <a:prstGeom prst="rect">
                <a:avLst/>
              </a:prstGeom>
              <a:noFill/>
            </p:spPr>
            <p:txBody>
              <a:bodyPr wrap="none" rtlCol="0">
                <a:spAutoFit/>
              </a:bodyPr>
              <a:lstStyle/>
              <a:p>
                <a:r>
                  <a:rPr lang="en-US" dirty="0">
                    <a:solidFill>
                      <a:schemeClr val="accent2"/>
                    </a:solidFill>
                  </a:rPr>
                  <a:t>Relationship</a:t>
                </a:r>
              </a:p>
              <a:p>
                <a:r>
                  <a:rPr lang="en-US" b="1" dirty="0"/>
                  <a:t>Registered on</a:t>
                </a:r>
              </a:p>
            </p:txBody>
          </p:sp>
          <p:cxnSp>
            <p:nvCxnSpPr>
              <p:cNvPr id="38" name="Straight Arrow Connector 37"/>
              <p:cNvCxnSpPr>
                <a:cxnSpLocks/>
              </p:cNvCxnSpPr>
              <p:nvPr/>
            </p:nvCxnSpPr>
            <p:spPr>
              <a:xfrm>
                <a:off x="7921033" y="2228271"/>
                <a:ext cx="562833" cy="0"/>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grpSp>
        <p:sp>
          <p:nvSpPr>
            <p:cNvPr id="40" name="Oval 39"/>
            <p:cNvSpPr/>
            <p:nvPr/>
          </p:nvSpPr>
          <p:spPr>
            <a:xfrm>
              <a:off x="5767869" y="3454390"/>
              <a:ext cx="416575" cy="258244"/>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4" name="Text Box 31">
            <a:extLst>
              <a:ext uri="{FF2B5EF4-FFF2-40B4-BE49-F238E27FC236}">
                <a16:creationId xmlns:a16="http://schemas.microsoft.com/office/drawing/2014/main" id="{08EC18C2-6CED-A1FC-D628-46EEC617D8B5}"/>
              </a:ext>
            </a:extLst>
          </p:cNvPr>
          <p:cNvSpPr txBox="1">
            <a:spLocks noChangeArrowheads="1"/>
          </p:cNvSpPr>
          <p:nvPr/>
        </p:nvSpPr>
        <p:spPr bwMode="auto">
          <a:xfrm>
            <a:off x="3606317" y="2837555"/>
            <a:ext cx="679610" cy="369332"/>
          </a:xfrm>
          <a:prstGeom prst="rect">
            <a:avLst/>
          </a:prstGeom>
          <a:noFill/>
          <a:ln w="9525" algn="ctr">
            <a:noFill/>
            <a:prstDash val="dash"/>
            <a:miter lim="800000"/>
            <a:headEnd/>
            <a:tailEnd/>
          </a:ln>
        </p:spPr>
        <p:txBody>
          <a:bodyPr wrap="none">
            <a:spAutoFit/>
          </a:bodyPr>
          <a:lstStyle/>
          <a:p>
            <a:r>
              <a:rPr lang="en-GB" dirty="0">
                <a:solidFill>
                  <a:schemeClr val="accent2">
                    <a:lumMod val="75000"/>
                  </a:schemeClr>
                </a:solidFill>
              </a:rPr>
              <a:t>Table</a:t>
            </a:r>
          </a:p>
        </p:txBody>
      </p:sp>
      <p:cxnSp>
        <p:nvCxnSpPr>
          <p:cNvPr id="7" name="Straight Arrow Connector 6">
            <a:extLst>
              <a:ext uri="{FF2B5EF4-FFF2-40B4-BE49-F238E27FC236}">
                <a16:creationId xmlns:a16="http://schemas.microsoft.com/office/drawing/2014/main" id="{2161697F-6756-5281-46F8-CBF039694030}"/>
              </a:ext>
              <a:ext uri="{C183D7F6-B498-43B3-948B-1728B52AA6E4}">
                <adec:decorative xmlns:adec="http://schemas.microsoft.com/office/drawing/2017/decorative" val="1"/>
              </a:ext>
            </a:extLst>
          </p:cNvPr>
          <p:cNvCxnSpPr>
            <a:cxnSpLocks/>
          </p:cNvCxnSpPr>
          <p:nvPr/>
        </p:nvCxnSpPr>
        <p:spPr>
          <a:xfrm>
            <a:off x="4299080" y="3100492"/>
            <a:ext cx="2717781" cy="27597"/>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148D32BB-89FB-D797-E79F-F3E6748F9159}"/>
              </a:ext>
              <a:ext uri="{C183D7F6-B498-43B3-948B-1728B52AA6E4}">
                <adec:decorative xmlns:adec="http://schemas.microsoft.com/office/drawing/2017/decorative" val="1"/>
              </a:ext>
            </a:extLst>
          </p:cNvPr>
          <p:cNvCxnSpPr>
            <a:cxnSpLocks/>
            <a:stCxn id="4" idx="2"/>
          </p:cNvCxnSpPr>
          <p:nvPr/>
        </p:nvCxnSpPr>
        <p:spPr>
          <a:xfrm>
            <a:off x="3946122" y="3206887"/>
            <a:ext cx="118496" cy="912034"/>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E3927B1E-94B0-9558-7785-EF6F5D730955}"/>
              </a:ext>
              <a:ext uri="{C183D7F6-B498-43B3-948B-1728B52AA6E4}">
                <adec:decorative xmlns:adec="http://schemas.microsoft.com/office/drawing/2017/decorative" val="1"/>
              </a:ext>
            </a:extLst>
          </p:cNvPr>
          <p:cNvSpPr/>
          <p:nvPr/>
        </p:nvSpPr>
        <p:spPr>
          <a:xfrm>
            <a:off x="4074904" y="4553524"/>
            <a:ext cx="416575" cy="258244"/>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C2C083D1-1CF2-4F03-5810-4F1D4601CEB6}"/>
              </a:ext>
              <a:ext uri="{C183D7F6-B498-43B3-948B-1728B52AA6E4}">
                <adec:decorative xmlns:adec="http://schemas.microsoft.com/office/drawing/2017/decorative" val="1"/>
              </a:ext>
            </a:extLst>
          </p:cNvPr>
          <p:cNvCxnSpPr>
            <a:cxnSpLocks/>
          </p:cNvCxnSpPr>
          <p:nvPr/>
        </p:nvCxnSpPr>
        <p:spPr>
          <a:xfrm flipH="1">
            <a:off x="4607680" y="3729912"/>
            <a:ext cx="863313" cy="879460"/>
          </a:xfrm>
          <a:prstGeom prst="straightConnector1">
            <a:avLst/>
          </a:prstGeom>
          <a:ln>
            <a:solidFill>
              <a:schemeClr val="tx1"/>
            </a:solidFill>
            <a:headEnd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31" name="Title 4">
            <a:extLst>
              <a:ext uri="{FF2B5EF4-FFF2-40B4-BE49-F238E27FC236}">
                <a16:creationId xmlns:a16="http://schemas.microsoft.com/office/drawing/2014/main" id="{ECA59123-3815-160A-7973-019B11CE7ED8}"/>
              </a:ext>
            </a:extLst>
          </p:cNvPr>
          <p:cNvSpPr txBox="1">
            <a:spLocks/>
          </p:cNvSpPr>
          <p:nvPr/>
        </p:nvSpPr>
        <p:spPr>
          <a:xfrm>
            <a:off x="457199" y="274638"/>
            <a:ext cx="9233453" cy="11430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dirty="0"/>
              <a:t>Example from lecture 1:</a:t>
            </a:r>
          </a:p>
        </p:txBody>
      </p:sp>
      <p:sp>
        <p:nvSpPr>
          <p:cNvPr id="33" name="Title 32">
            <a:extLst>
              <a:ext uri="{FF2B5EF4-FFF2-40B4-BE49-F238E27FC236}">
                <a16:creationId xmlns:a16="http://schemas.microsoft.com/office/drawing/2014/main" id="{57E6161F-5EE4-193E-4173-74B0E5F0AA5F}"/>
              </a:ext>
            </a:extLst>
          </p:cNvPr>
          <p:cNvSpPr txBox="1">
            <a:spLocks noGrp="1"/>
          </p:cNvSpPr>
          <p:nvPr>
            <p:ph type="title" idx="4294967295"/>
          </p:nvPr>
        </p:nvSpPr>
        <p:spPr>
          <a:xfrm>
            <a:off x="7136209" y="364086"/>
            <a:ext cx="3948558" cy="64633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chemeClr val="tx1"/>
                </a:solidFill>
                <a:effectLst/>
                <a:uLnTx/>
                <a:uFillTx/>
                <a:latin typeface="Arial" charset="0"/>
                <a:ea typeface="+mn-ea"/>
                <a:cs typeface="+mn-cs"/>
              </a:rPr>
              <a:t>Student</a:t>
            </a:r>
            <a:r>
              <a:rPr kumimoji="0" lang="en-GB" sz="1800" b="0" i="0" u="none" strike="noStrike" kern="1200" cap="none" spc="0" normalizeH="0" baseline="0" noProof="0" dirty="0">
                <a:ln>
                  <a:noFill/>
                </a:ln>
                <a:solidFill>
                  <a:schemeClr val="tx1"/>
                </a:solidFill>
                <a:effectLst/>
                <a:uLnTx/>
                <a:uFillTx/>
                <a:latin typeface="Arial" charset="0"/>
                <a:ea typeface="+mn-ea"/>
                <a:cs typeface="+mn-cs"/>
              </a:rPr>
              <a:t> ( </a:t>
            </a:r>
            <a:r>
              <a:rPr kumimoji="0" lang="en-GB" sz="1800" b="0" i="0" u="sng" strike="noStrike" kern="1200" cap="none" spc="0" normalizeH="0" baseline="0" noProof="0" dirty="0" err="1">
                <a:ln>
                  <a:noFill/>
                </a:ln>
                <a:solidFill>
                  <a:schemeClr val="tx1"/>
                </a:solidFill>
                <a:effectLst/>
                <a:uLnTx/>
                <a:uFillTx/>
                <a:latin typeface="Arial" charset="0"/>
                <a:ea typeface="+mn-ea"/>
                <a:cs typeface="+mn-cs"/>
              </a:rPr>
              <a:t>sid</a:t>
            </a:r>
            <a:r>
              <a:rPr kumimoji="0" lang="en-GB" sz="1800" b="0" i="0" u="none" strike="noStrike" kern="1200" cap="none" spc="0" normalizeH="0" baseline="0" noProof="0" dirty="0">
                <a:ln>
                  <a:noFill/>
                </a:ln>
                <a:solidFill>
                  <a:schemeClr val="tx1"/>
                </a:solidFill>
                <a:effectLst/>
                <a:uLnTx/>
                <a:uFillTx/>
                <a:latin typeface="Arial" charset="0"/>
                <a:ea typeface="+mn-ea"/>
                <a:cs typeface="+mn-cs"/>
              </a:rPr>
              <a:t>, name, gender )</a:t>
            </a:r>
          </a:p>
          <a:p>
            <a:pPr marL="0" marR="0" lvl="2"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chemeClr val="tx1"/>
                </a:solidFill>
                <a:effectLst/>
                <a:uLnTx/>
                <a:uFillTx/>
                <a:latin typeface="Arial" charset="0"/>
                <a:ea typeface="+mn-ea"/>
                <a:cs typeface="+mn-cs"/>
              </a:rPr>
              <a:t>Registration</a:t>
            </a:r>
            <a:r>
              <a:rPr kumimoji="0" lang="en-GB" sz="1800" b="0" i="0" u="none" strike="noStrike" kern="1200" cap="none" spc="0" normalizeH="0" baseline="0" noProof="0" dirty="0">
                <a:ln>
                  <a:noFill/>
                </a:ln>
                <a:solidFill>
                  <a:schemeClr val="tx1"/>
                </a:solidFill>
                <a:effectLst/>
                <a:uLnTx/>
                <a:uFillTx/>
                <a:latin typeface="Arial" charset="0"/>
                <a:ea typeface="+mn-ea"/>
                <a:cs typeface="+mn-cs"/>
              </a:rPr>
              <a:t> (</a:t>
            </a:r>
            <a:r>
              <a:rPr kumimoji="0" lang="en-GB" sz="1800" b="0" i="1" u="none" strike="noStrike" kern="1200" cap="none" spc="0" normalizeH="0" baseline="0" noProof="0" dirty="0">
                <a:ln>
                  <a:noFill/>
                </a:ln>
                <a:solidFill>
                  <a:schemeClr val="tx1"/>
                </a:solidFill>
                <a:effectLst/>
                <a:uLnTx/>
                <a:uFillTx/>
                <a:latin typeface="Arial" charset="0"/>
                <a:ea typeface="+mn-ea"/>
                <a:cs typeface="+mn-cs"/>
              </a:rPr>
              <a:t> </a:t>
            </a:r>
            <a:r>
              <a:rPr kumimoji="0" lang="en-GB" sz="1800" b="0" i="1" u="sng" strike="noStrike" kern="1200" cap="none" spc="0" normalizeH="0" baseline="0" noProof="0" dirty="0" err="1">
                <a:ln>
                  <a:noFill/>
                </a:ln>
                <a:solidFill>
                  <a:schemeClr val="tx1"/>
                </a:solidFill>
                <a:effectLst/>
                <a:uLnTx/>
                <a:uFillTx/>
                <a:latin typeface="Arial" charset="0"/>
                <a:ea typeface="+mn-ea"/>
                <a:cs typeface="+mn-cs"/>
              </a:rPr>
              <a:t>sid</a:t>
            </a:r>
            <a:r>
              <a:rPr kumimoji="0" lang="en-GB" sz="1800" b="0" i="0" u="none" strike="noStrike" kern="1200" cap="none" spc="0" normalizeH="0" baseline="0" noProof="0" dirty="0">
                <a:ln>
                  <a:noFill/>
                </a:ln>
                <a:solidFill>
                  <a:schemeClr val="tx1"/>
                </a:solidFill>
                <a:effectLst/>
                <a:uLnTx/>
                <a:uFillTx/>
                <a:latin typeface="Arial" charset="0"/>
                <a:ea typeface="+mn-ea"/>
                <a:cs typeface="+mn-cs"/>
              </a:rPr>
              <a:t>, </a:t>
            </a:r>
            <a:r>
              <a:rPr kumimoji="0" lang="en-GB" sz="1800" b="0" i="1" u="sng" strike="noStrike" kern="1200" cap="none" spc="0" normalizeH="0" baseline="0" noProof="0" dirty="0" err="1">
                <a:ln>
                  <a:noFill/>
                </a:ln>
                <a:solidFill>
                  <a:schemeClr val="tx1"/>
                </a:solidFill>
                <a:effectLst/>
                <a:uLnTx/>
                <a:uFillTx/>
                <a:latin typeface="Arial" charset="0"/>
                <a:ea typeface="+mn-ea"/>
                <a:cs typeface="+mn-cs"/>
              </a:rPr>
              <a:t>cid</a:t>
            </a:r>
            <a:r>
              <a:rPr kumimoji="0" lang="en-GB" sz="1800" b="0" i="0" u="none" strike="noStrike" kern="1200" cap="none" spc="0" normalizeH="0" baseline="0" noProof="0" dirty="0">
                <a:ln>
                  <a:noFill/>
                </a:ln>
                <a:solidFill>
                  <a:schemeClr val="tx1"/>
                </a:solidFill>
                <a:effectLst/>
                <a:uLnTx/>
                <a:uFillTx/>
                <a:latin typeface="Arial" charset="0"/>
                <a:ea typeface="+mn-ea"/>
                <a:cs typeface="+mn-cs"/>
              </a:rPr>
              <a:t>, mark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2733"/>
    </mc:Choice>
    <mc:Fallback xmlns="">
      <p:transition spd="slow" advTm="1327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21</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operation (1)</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2692853"/>
            <a:ext cx="11047446" cy="336271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tabLst>
                <a:tab pos="3676650" algn="l"/>
              </a:tabLst>
            </a:pPr>
            <a:endParaRPr lang="en-US" sz="2800" dirty="0">
              <a:sym typeface="Symbol" pitchFamily="18" charset="2"/>
            </a:endParaRPr>
          </a:p>
          <a:p>
            <a:pPr>
              <a:lnSpc>
                <a:spcPct val="120000"/>
              </a:lnSpc>
              <a:tabLst>
                <a:tab pos="3676650" algn="l"/>
              </a:tabLst>
            </a:pPr>
            <a:r>
              <a:rPr lang="en-US" sz="3100" dirty="0">
                <a:sym typeface="Symbol" pitchFamily="18" charset="2"/>
              </a:rPr>
              <a:t>Defines a table, </a:t>
            </a:r>
            <a:r>
              <a:rPr lang="en-US" sz="3100" b="1" dirty="0">
                <a:sym typeface="Symbol" pitchFamily="18" charset="2"/>
              </a:rPr>
              <a:t>T2</a:t>
            </a:r>
            <a:r>
              <a:rPr lang="en-US" sz="3100" dirty="0">
                <a:sym typeface="Symbol" pitchFamily="18" charset="2"/>
              </a:rPr>
              <a:t> (</a:t>
            </a:r>
            <a:r>
              <a:rPr lang="en-US" sz="3100" dirty="0" err="1">
                <a:sym typeface="Symbol" pitchFamily="18" charset="2"/>
              </a:rPr>
              <a:t>MaleStudent</a:t>
            </a:r>
            <a:r>
              <a:rPr lang="en-US" sz="3100" dirty="0">
                <a:sym typeface="Symbol" pitchFamily="18" charset="2"/>
              </a:rPr>
              <a:t>), that contains only those rows from the Student table, </a:t>
            </a:r>
            <a:r>
              <a:rPr lang="en-US" sz="3100" b="1" dirty="0">
                <a:sym typeface="Symbol" pitchFamily="18" charset="2"/>
              </a:rPr>
              <a:t>T1</a:t>
            </a:r>
            <a:r>
              <a:rPr lang="en-US" sz="3100" dirty="0">
                <a:sym typeface="Symbol" pitchFamily="18" charset="2"/>
              </a:rPr>
              <a:t>, where the column Gender is ‘M’</a:t>
            </a:r>
          </a:p>
          <a:p>
            <a:pPr>
              <a:lnSpc>
                <a:spcPct val="120000"/>
              </a:lnSpc>
              <a:tabLst>
                <a:tab pos="3676650" algn="l"/>
              </a:tabLst>
            </a:pPr>
            <a:endParaRPr lang="en-US" sz="3100" dirty="0">
              <a:sym typeface="Symbol" pitchFamily="18" charset="2"/>
            </a:endParaRPr>
          </a:p>
        </p:txBody>
      </p:sp>
      <p:sp>
        <p:nvSpPr>
          <p:cNvPr id="27" name="TextBox 26">
            <a:extLst>
              <a:ext uri="{FF2B5EF4-FFF2-40B4-BE49-F238E27FC236}">
                <a16:creationId xmlns:a16="http://schemas.microsoft.com/office/drawing/2014/main" id="{9CF0E62C-DD87-8505-6E5E-868A7B6F3753}"/>
              </a:ext>
            </a:extLst>
          </p:cNvPr>
          <p:cNvSpPr txBox="1"/>
          <p:nvPr/>
        </p:nvSpPr>
        <p:spPr>
          <a:xfrm>
            <a:off x="1498322" y="1607128"/>
            <a:ext cx="8044326" cy="584775"/>
          </a:xfrm>
          <a:prstGeom prst="rect">
            <a:avLst/>
          </a:prstGeom>
          <a:noFill/>
        </p:spPr>
        <p:txBody>
          <a:bodyPr wrap="square">
            <a:spAutoFit/>
          </a:bodyPr>
          <a:lstStyle/>
          <a:p>
            <a:r>
              <a:rPr lang="en-US" sz="3200" dirty="0" err="1">
                <a:latin typeface="Arial" pitchFamily="34" charset="0"/>
                <a:cs typeface="Arial" pitchFamily="34" charset="0"/>
              </a:rPr>
              <a:t>MaleStudent</a:t>
            </a:r>
            <a:r>
              <a:rPr lang="en-US" sz="3200" dirty="0">
                <a:latin typeface="Arial" pitchFamily="34" charset="0"/>
                <a:cs typeface="Arial" pitchFamily="34" charset="0"/>
              </a:rPr>
              <a:t>  </a:t>
            </a:r>
            <a:r>
              <a:rPr lang="en-US" sz="3200" b="1" dirty="0">
                <a:latin typeface="Arial" pitchFamily="34" charset="0"/>
                <a:cs typeface="Arial" pitchFamily="34" charset="0"/>
                <a:sym typeface="Symbol" pitchFamily="18" charset="2"/>
              </a:rPr>
              <a:t>  </a:t>
            </a:r>
            <a:r>
              <a:rPr lang="en-US" sz="3200" dirty="0">
                <a:latin typeface="Arial" pitchFamily="34" charset="0"/>
                <a:cs typeface="Arial" pitchFamily="34" charset="0"/>
                <a:sym typeface="Symbol" pitchFamily="18" charset="2"/>
              </a:rPr>
              <a:t> </a:t>
            </a:r>
            <a:r>
              <a:rPr lang="en-US" sz="3200" baseline="-25000" dirty="0">
                <a:latin typeface="Arial" pitchFamily="34" charset="0"/>
                <a:cs typeface="Arial" pitchFamily="34" charset="0"/>
                <a:sym typeface="Symbol" pitchFamily="18" charset="2"/>
              </a:rPr>
              <a:t>(Gender=‘M’)</a:t>
            </a:r>
            <a:r>
              <a:rPr lang="en-US" sz="3200" dirty="0">
                <a:latin typeface="Arial" pitchFamily="34" charset="0"/>
                <a:cs typeface="Arial" pitchFamily="34" charset="0"/>
                <a:sym typeface="Symbol" pitchFamily="18" charset="2"/>
              </a:rPr>
              <a:t> ( Student ) </a:t>
            </a:r>
            <a:endParaRPr lang="en-GB" sz="3200" dirty="0">
              <a:latin typeface="Arial" pitchFamily="34" charset="0"/>
              <a:cs typeface="Arial" pitchFamily="34" charset="0"/>
            </a:endParaRPr>
          </a:p>
        </p:txBody>
      </p:sp>
      <p:grpSp>
        <p:nvGrpSpPr>
          <p:cNvPr id="5" name="Group 4">
            <a:extLst>
              <a:ext uri="{FF2B5EF4-FFF2-40B4-BE49-F238E27FC236}">
                <a16:creationId xmlns:a16="http://schemas.microsoft.com/office/drawing/2014/main" id="{52EC43A3-2750-9390-E73D-01A450196864}"/>
              </a:ext>
              <a:ext uri="{C183D7F6-B498-43B3-948B-1728B52AA6E4}">
                <adec:decorative xmlns:adec="http://schemas.microsoft.com/office/drawing/2017/decorative" val="1"/>
              </a:ext>
            </a:extLst>
          </p:cNvPr>
          <p:cNvGrpSpPr/>
          <p:nvPr/>
        </p:nvGrpSpPr>
        <p:grpSpPr>
          <a:xfrm>
            <a:off x="10388876" y="1079262"/>
            <a:ext cx="1607654" cy="2210238"/>
            <a:chOff x="10388876" y="1079262"/>
            <a:chExt cx="1607654" cy="2210238"/>
          </a:xfrm>
        </p:grpSpPr>
        <p:pic>
          <p:nvPicPr>
            <p:cNvPr id="28" name="Picture 27" descr="A picture containing square&#10;&#10;Description automatically generated">
              <a:extLst>
                <a:ext uri="{FF2B5EF4-FFF2-40B4-BE49-F238E27FC236}">
                  <a16:creationId xmlns:a16="http://schemas.microsoft.com/office/drawing/2014/main" id="{2D58C005-7751-A38A-0AAD-47DBC37888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388876" y="1079262"/>
              <a:ext cx="1607654" cy="2162017"/>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19370568-30D0-8578-6106-CA9B2360F6DD}"/>
                </a:ext>
              </a:extLst>
            </p:cNvPr>
            <p:cNvSpPr txBox="1"/>
            <p:nvPr/>
          </p:nvSpPr>
          <p:spPr>
            <a:xfrm>
              <a:off x="10864073" y="2981723"/>
              <a:ext cx="1132457" cy="307777"/>
            </a:xfrm>
            <a:prstGeom prst="rect">
              <a:avLst/>
            </a:prstGeom>
            <a:solidFill>
              <a:schemeClr val="bg1"/>
            </a:solidFill>
          </p:spPr>
          <p:txBody>
            <a:bodyPr wrap="square" rtlCol="0">
              <a:spAutoFit/>
            </a:bodyPr>
            <a:lstStyle/>
            <a:p>
              <a:r>
                <a:rPr lang="en-GB" sz="1400" dirty="0"/>
                <a:t>Restrict</a:t>
              </a:r>
            </a:p>
          </p:txBody>
        </p:sp>
      </p:grpSp>
    </p:spTree>
    <p:extLst>
      <p:ext uri="{BB962C8B-B14F-4D97-AF65-F5344CB8AC3E}">
        <p14:creationId xmlns:p14="http://schemas.microsoft.com/office/powerpoint/2010/main" val="127041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22</a:t>
            </a:fld>
            <a:endParaRPr lang="en-GB"/>
          </a:p>
        </p:txBody>
      </p:sp>
      <p:sp>
        <p:nvSpPr>
          <p:cNvPr id="4" name="Content Placeholder 1">
            <a:extLst>
              <a:ext uri="{FF2B5EF4-FFF2-40B4-BE49-F238E27FC236}">
                <a16:creationId xmlns:a16="http://schemas.microsoft.com/office/drawing/2014/main" id="{8841DB77-CD53-1357-9AAD-56440D0922EC}"/>
              </a:ext>
              <a:ext uri="{C183D7F6-B498-43B3-948B-1728B52AA6E4}">
                <adec:decorative xmlns:adec="http://schemas.microsoft.com/office/drawing/2017/decorative" val="1"/>
              </a:ext>
            </a:extLst>
          </p:cNvPr>
          <p:cNvSpPr txBox="1">
            <a:spLocks/>
          </p:cNvSpPr>
          <p:nvPr/>
        </p:nvSpPr>
        <p:spPr>
          <a:xfrm>
            <a:off x="1097280" y="1845734"/>
            <a:ext cx="10058400"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GB" dirty="0"/>
          </a:p>
        </p:txBody>
      </p:sp>
      <p:graphicFrame>
        <p:nvGraphicFramePr>
          <p:cNvPr id="5" name="Group 5">
            <a:extLst>
              <a:ext uri="{FF2B5EF4-FFF2-40B4-BE49-F238E27FC236}">
                <a16:creationId xmlns:a16="http://schemas.microsoft.com/office/drawing/2014/main" id="{4D8F2B96-6FB3-EF97-B17E-25BAF1BB49CF}"/>
              </a:ext>
            </a:extLst>
          </p:cNvPr>
          <p:cNvGraphicFramePr>
            <a:graphicFrameLocks noGrp="1"/>
          </p:cNvGraphicFramePr>
          <p:nvPr>
            <p:extLst>
              <p:ext uri="{D42A27DB-BD31-4B8C-83A1-F6EECF244321}">
                <p14:modId xmlns:p14="http://schemas.microsoft.com/office/powerpoint/2010/main" val="2779210058"/>
              </p:ext>
            </p:extLst>
          </p:nvPr>
        </p:nvGraphicFramePr>
        <p:xfrm>
          <a:off x="782485" y="2804665"/>
          <a:ext cx="2663827" cy="2160907"/>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Dan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11777"/>
                  </a:ext>
                </a:extLst>
              </a:tr>
            </a:tbl>
          </a:graphicData>
        </a:graphic>
      </p:graphicFrame>
      <p:sp>
        <p:nvSpPr>
          <p:cNvPr id="6" name="Text Box 31">
            <a:extLst>
              <a:ext uri="{FF2B5EF4-FFF2-40B4-BE49-F238E27FC236}">
                <a16:creationId xmlns:a16="http://schemas.microsoft.com/office/drawing/2014/main" id="{0032123A-B1C8-6210-5F21-06256FED7564}"/>
              </a:ext>
            </a:extLst>
          </p:cNvPr>
          <p:cNvSpPr txBox="1">
            <a:spLocks noChangeArrowheads="1"/>
          </p:cNvSpPr>
          <p:nvPr/>
        </p:nvSpPr>
        <p:spPr bwMode="auto">
          <a:xfrm>
            <a:off x="782485" y="2435333"/>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Example – Restrict</a:t>
            </a:r>
          </a:p>
        </p:txBody>
      </p:sp>
      <p:sp>
        <p:nvSpPr>
          <p:cNvPr id="28" name="TextBox 27">
            <a:extLst>
              <a:ext uri="{FF2B5EF4-FFF2-40B4-BE49-F238E27FC236}">
                <a16:creationId xmlns:a16="http://schemas.microsoft.com/office/drawing/2014/main" id="{01AE232D-3656-9557-B54F-8563931DF338}"/>
              </a:ext>
            </a:extLst>
          </p:cNvPr>
          <p:cNvSpPr txBox="1"/>
          <p:nvPr/>
        </p:nvSpPr>
        <p:spPr>
          <a:xfrm>
            <a:off x="1498322" y="1607128"/>
            <a:ext cx="8044326" cy="584775"/>
          </a:xfrm>
          <a:prstGeom prst="rect">
            <a:avLst/>
          </a:prstGeom>
          <a:noFill/>
        </p:spPr>
        <p:txBody>
          <a:bodyPr wrap="square">
            <a:spAutoFit/>
          </a:bodyPr>
          <a:lstStyle/>
          <a:p>
            <a:r>
              <a:rPr lang="en-US" sz="3200" dirty="0" err="1">
                <a:latin typeface="Arial" pitchFamily="34" charset="0"/>
                <a:cs typeface="Arial" pitchFamily="34" charset="0"/>
              </a:rPr>
              <a:t>MaleStudent</a:t>
            </a:r>
            <a:r>
              <a:rPr lang="en-US" sz="3200" dirty="0">
                <a:latin typeface="Arial" pitchFamily="34" charset="0"/>
                <a:cs typeface="Arial" pitchFamily="34" charset="0"/>
              </a:rPr>
              <a:t>  </a:t>
            </a:r>
            <a:r>
              <a:rPr lang="en-US" sz="3200" b="1" dirty="0">
                <a:latin typeface="Arial" pitchFamily="34" charset="0"/>
                <a:cs typeface="Arial" pitchFamily="34" charset="0"/>
                <a:sym typeface="Symbol" pitchFamily="18" charset="2"/>
              </a:rPr>
              <a:t>  </a:t>
            </a:r>
            <a:r>
              <a:rPr lang="en-US" sz="3200" dirty="0">
                <a:latin typeface="Arial" pitchFamily="34" charset="0"/>
                <a:cs typeface="Arial" pitchFamily="34" charset="0"/>
                <a:sym typeface="Symbol" pitchFamily="18" charset="2"/>
              </a:rPr>
              <a:t> </a:t>
            </a:r>
            <a:r>
              <a:rPr lang="en-US" sz="3200" baseline="-25000" dirty="0">
                <a:latin typeface="Arial" pitchFamily="34" charset="0"/>
                <a:cs typeface="Arial" pitchFamily="34" charset="0"/>
                <a:sym typeface="Symbol" pitchFamily="18" charset="2"/>
              </a:rPr>
              <a:t>(Gender=‘M’)</a:t>
            </a:r>
            <a:r>
              <a:rPr lang="en-US" sz="3200" dirty="0">
                <a:latin typeface="Arial" pitchFamily="34" charset="0"/>
                <a:cs typeface="Arial" pitchFamily="34" charset="0"/>
                <a:sym typeface="Symbol" pitchFamily="18" charset="2"/>
              </a:rPr>
              <a:t> ( Student ) </a:t>
            </a:r>
            <a:endParaRPr lang="en-GB" sz="3200" dirty="0">
              <a:latin typeface="Arial" pitchFamily="34" charset="0"/>
              <a:cs typeface="Arial" pitchFamily="34" charset="0"/>
            </a:endParaRPr>
          </a:p>
        </p:txBody>
      </p:sp>
      <p:graphicFrame>
        <p:nvGraphicFramePr>
          <p:cNvPr id="29" name="Group 81">
            <a:extLst>
              <a:ext uri="{FF2B5EF4-FFF2-40B4-BE49-F238E27FC236}">
                <a16:creationId xmlns:a16="http://schemas.microsoft.com/office/drawing/2014/main" id="{3B6D280F-2F69-29F2-B657-8DEA879DC3BC}"/>
              </a:ext>
            </a:extLst>
          </p:cNvPr>
          <p:cNvGraphicFramePr>
            <a:graphicFrameLocks noGrp="1"/>
          </p:cNvGraphicFramePr>
          <p:nvPr>
            <p:extLst>
              <p:ext uri="{D42A27DB-BD31-4B8C-83A1-F6EECF244321}">
                <p14:modId xmlns:p14="http://schemas.microsoft.com/office/powerpoint/2010/main" val="2997055897"/>
              </p:ext>
            </p:extLst>
          </p:nvPr>
        </p:nvGraphicFramePr>
        <p:xfrm>
          <a:off x="7236633" y="3052369"/>
          <a:ext cx="2663825" cy="1081406"/>
        </p:xfrm>
        <a:graphic>
          <a:graphicData uri="http://schemas.openxmlformats.org/drawingml/2006/table">
            <a:tbl>
              <a:tblPr firstRow="1"/>
              <a:tblGrid>
                <a:gridCol w="666750">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8">
                  <a:extLst>
                    <a:ext uri="{9D8B030D-6E8A-4147-A177-3AD203B41FA5}">
                      <a16:colId xmlns:a16="http://schemas.microsoft.com/office/drawing/2014/main" val="20002"/>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0" name="Text Box 99">
            <a:extLst>
              <a:ext uri="{FF2B5EF4-FFF2-40B4-BE49-F238E27FC236}">
                <a16:creationId xmlns:a16="http://schemas.microsoft.com/office/drawing/2014/main" id="{01B8B0D5-5141-EBFC-3723-96548F8E7DB5}"/>
              </a:ext>
            </a:extLst>
          </p:cNvPr>
          <p:cNvSpPr txBox="1">
            <a:spLocks noChangeArrowheads="1"/>
          </p:cNvSpPr>
          <p:nvPr/>
        </p:nvSpPr>
        <p:spPr bwMode="auto">
          <a:xfrm>
            <a:off x="7163145" y="2619999"/>
            <a:ext cx="1709122" cy="400110"/>
          </a:xfrm>
          <a:prstGeom prst="rect">
            <a:avLst/>
          </a:prstGeom>
          <a:noFill/>
          <a:ln w="9525" algn="ctr">
            <a:noFill/>
            <a:prstDash val="dash"/>
            <a:miter lim="800000"/>
            <a:headEnd/>
            <a:tailEnd/>
          </a:ln>
        </p:spPr>
        <p:txBody>
          <a:bodyPr wrap="none">
            <a:spAutoFit/>
          </a:bodyPr>
          <a:lstStyle/>
          <a:p>
            <a:pPr algn="l"/>
            <a:r>
              <a:rPr lang="en-GB" sz="2000" b="1" dirty="0" err="1">
                <a:latin typeface="Arial" charset="0"/>
              </a:rPr>
              <a:t>MaleStudent</a:t>
            </a:r>
            <a:endParaRPr lang="en-GB" sz="2000" b="1" dirty="0">
              <a:latin typeface="Arial" charset="0"/>
            </a:endParaRPr>
          </a:p>
        </p:txBody>
      </p:sp>
      <p:sp>
        <p:nvSpPr>
          <p:cNvPr id="31" name="Arrow: Right 30">
            <a:extLst>
              <a:ext uri="{FF2B5EF4-FFF2-40B4-BE49-F238E27FC236}">
                <a16:creationId xmlns:a16="http://schemas.microsoft.com/office/drawing/2014/main" id="{54FE2712-364F-5599-00B3-59FD07D278F3}"/>
              </a:ext>
              <a:ext uri="{C183D7F6-B498-43B3-948B-1728B52AA6E4}">
                <adec:decorative xmlns:adec="http://schemas.microsoft.com/office/drawing/2017/decorative" val="1"/>
              </a:ext>
            </a:extLst>
          </p:cNvPr>
          <p:cNvSpPr/>
          <p:nvPr/>
        </p:nvSpPr>
        <p:spPr>
          <a:xfrm>
            <a:off x="4263887" y="3303550"/>
            <a:ext cx="207727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41">
            <a:extLst>
              <a:ext uri="{FF2B5EF4-FFF2-40B4-BE49-F238E27FC236}">
                <a16:creationId xmlns:a16="http://schemas.microsoft.com/office/drawing/2014/main" id="{15B22AEE-BA19-EDE6-80C0-A682C34B5567}"/>
              </a:ext>
            </a:extLst>
          </p:cNvPr>
          <p:cNvSpPr>
            <a:spLocks noChangeArrowheads="1"/>
          </p:cNvSpPr>
          <p:nvPr/>
        </p:nvSpPr>
        <p:spPr bwMode="auto">
          <a:xfrm>
            <a:off x="744335" y="5324163"/>
            <a:ext cx="10648949" cy="752514"/>
          </a:xfrm>
          <a:prstGeom prst="rect">
            <a:avLst/>
          </a:prstGeom>
          <a:noFill/>
          <a:ln w="9525" algn="ctr">
            <a:noFill/>
            <a:prstDash val="dash"/>
            <a:miter lim="800000"/>
            <a:headEnd/>
            <a:tailEnd/>
          </a:ln>
        </p:spPr>
        <p:txBody>
          <a:bodyPr wrap="square">
            <a:spAutoFit/>
          </a:bodyPr>
          <a:lstStyle/>
          <a:p>
            <a:pPr marL="0" lvl="1" algn="l">
              <a:lnSpc>
                <a:spcPct val="110000"/>
              </a:lnSpc>
              <a:spcBef>
                <a:spcPct val="20000"/>
              </a:spcBef>
              <a:buClr>
                <a:srgbClr val="000099"/>
              </a:buClr>
            </a:pPr>
            <a:r>
              <a:rPr lang="en-US" sz="2000" i="1" dirty="0">
                <a:latin typeface="+mj-lt"/>
                <a:sym typeface="Symbol" pitchFamily="18" charset="2"/>
              </a:rPr>
              <a:t>The table </a:t>
            </a:r>
            <a:r>
              <a:rPr lang="en-US" sz="2000" i="1" dirty="0" err="1">
                <a:latin typeface="+mj-lt"/>
                <a:sym typeface="Symbol" pitchFamily="18" charset="2"/>
              </a:rPr>
              <a:t>MaleStudent</a:t>
            </a:r>
            <a:r>
              <a:rPr lang="en-US" sz="2000" i="1" dirty="0">
                <a:latin typeface="+mj-lt"/>
                <a:sym typeface="Symbol" pitchFamily="18" charset="2"/>
              </a:rPr>
              <a:t> (T2) is formed by selecting all rows from Student table (T1) where the column Gender is ‘M’  is predicate, i.e. condition</a:t>
            </a:r>
          </a:p>
        </p:txBody>
      </p:sp>
      <p:pic>
        <p:nvPicPr>
          <p:cNvPr id="34" name="Picture 33">
            <a:extLst>
              <a:ext uri="{FF2B5EF4-FFF2-40B4-BE49-F238E27FC236}">
                <a16:creationId xmlns:a16="http://schemas.microsoft.com/office/drawing/2014/main" id="{00C75F2E-3B57-33EE-9A91-653855A74727}"/>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388876" y="1061819"/>
            <a:ext cx="1607654" cy="2162017"/>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4C0C90B7-803C-7B43-6B43-57234437FA0D}"/>
              </a:ext>
            </a:extLst>
          </p:cNvPr>
          <p:cNvSpPr txBox="1"/>
          <p:nvPr/>
        </p:nvSpPr>
        <p:spPr>
          <a:xfrm>
            <a:off x="10872584" y="2956839"/>
            <a:ext cx="1041400" cy="307777"/>
          </a:xfrm>
          <a:prstGeom prst="rect">
            <a:avLst/>
          </a:prstGeom>
          <a:solidFill>
            <a:schemeClr val="bg1"/>
          </a:solidFill>
        </p:spPr>
        <p:txBody>
          <a:bodyPr wrap="square" rtlCol="0">
            <a:spAutoFit/>
          </a:bodyPr>
          <a:lstStyle/>
          <a:p>
            <a:r>
              <a:rPr lang="en-GB" sz="1400" dirty="0"/>
              <a:t>Restrict</a:t>
            </a:r>
          </a:p>
        </p:txBody>
      </p:sp>
    </p:spTree>
    <p:extLst>
      <p:ext uri="{BB962C8B-B14F-4D97-AF65-F5344CB8AC3E}">
        <p14:creationId xmlns:p14="http://schemas.microsoft.com/office/powerpoint/2010/main" val="234530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23</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operation (2)</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510097"/>
            <a:ext cx="11111949" cy="4525963"/>
          </a:xfrm>
          <a:prstGeom prst="rect">
            <a:avLst/>
          </a:prstGeom>
        </p:spPr>
        <p:txBody>
          <a:bodyPr>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2800" dirty="0"/>
              <a:t>Restrict use the      </a:t>
            </a:r>
            <a:r>
              <a:rPr lang="en-US" sz="4000" dirty="0">
                <a:solidFill>
                  <a:schemeClr val="accent2"/>
                </a:solidFill>
                <a:sym typeface="Symbol" pitchFamily="18" charset="2"/>
              </a:rPr>
              <a:t> </a:t>
            </a:r>
            <a:r>
              <a:rPr lang="en-US" dirty="0">
                <a:solidFill>
                  <a:schemeClr val="accent2"/>
                </a:solidFill>
                <a:sym typeface="Symbol" pitchFamily="18" charset="2"/>
              </a:rPr>
              <a:t>(sigma) </a:t>
            </a:r>
            <a:r>
              <a:rPr lang="en-US" sz="2800" dirty="0"/>
              <a:t>symbol</a:t>
            </a:r>
            <a:endParaRPr lang="en-US" sz="2800" dirty="0">
              <a:solidFill>
                <a:schemeClr val="accent2"/>
              </a:solidFill>
              <a:sym typeface="Symbol" pitchFamily="18" charset="2"/>
            </a:endParaRPr>
          </a:p>
          <a:p>
            <a:pPr marL="0" indent="0">
              <a:buNone/>
              <a:tabLst>
                <a:tab pos="3676650" algn="l"/>
              </a:tabLst>
            </a:pPr>
            <a:r>
              <a:rPr lang="en-US" sz="2800" dirty="0">
                <a:sym typeface="Symbol" pitchFamily="18" charset="2"/>
              </a:rPr>
              <a:t>We call this a </a:t>
            </a:r>
            <a:r>
              <a:rPr lang="en-US" sz="2800" b="1" dirty="0">
                <a:sym typeface="Symbol" pitchFamily="18" charset="2"/>
              </a:rPr>
              <a:t>Unary</a:t>
            </a:r>
            <a:r>
              <a:rPr lang="en-US" sz="2800" dirty="0">
                <a:sym typeface="Symbol" pitchFamily="18" charset="2"/>
              </a:rPr>
              <a:t> operator, as it works on a single table</a:t>
            </a:r>
          </a:p>
          <a:p>
            <a:pPr marL="0" indent="0">
              <a:buNone/>
              <a:tabLst>
                <a:tab pos="3676650" algn="l"/>
              </a:tabLst>
            </a:pPr>
            <a:r>
              <a:rPr lang="en-US" sz="2800" dirty="0">
                <a:sym typeface="Symbol" pitchFamily="18" charset="2"/>
              </a:rPr>
              <a:t>Defines </a:t>
            </a:r>
            <a:r>
              <a:rPr lang="en-US" sz="2800" b="1" dirty="0">
                <a:sym typeface="Symbol" pitchFamily="18" charset="2"/>
              </a:rPr>
              <a:t>horizontal subset </a:t>
            </a:r>
            <a:r>
              <a:rPr lang="en-US" sz="2800" dirty="0">
                <a:sym typeface="Symbol" pitchFamily="18" charset="2"/>
              </a:rPr>
              <a:t>of a table (row) as per image</a:t>
            </a:r>
          </a:p>
          <a:p>
            <a:pPr marL="0" indent="0">
              <a:buNone/>
              <a:tabLst>
                <a:tab pos="3676650" algn="l"/>
              </a:tabLst>
            </a:pPr>
            <a:r>
              <a:rPr lang="en-US" sz="2800" dirty="0">
                <a:latin typeface="Arial" pitchFamily="34" charset="0"/>
                <a:cs typeface="Arial" pitchFamily="34" charset="0"/>
              </a:rPr>
              <a:t>T2  </a:t>
            </a:r>
            <a:r>
              <a:rPr lang="en-US" sz="2800" b="1" dirty="0">
                <a:latin typeface="Arial" pitchFamily="34" charset="0"/>
                <a:cs typeface="Arial" pitchFamily="34" charset="0"/>
                <a:sym typeface="Symbol" pitchFamily="18" charset="2"/>
              </a:rPr>
              <a:t>  </a:t>
            </a:r>
            <a:r>
              <a:rPr lang="en-US" sz="2800" dirty="0">
                <a:latin typeface="Arial" pitchFamily="34" charset="0"/>
                <a:cs typeface="Arial" pitchFamily="34" charset="0"/>
                <a:sym typeface="Symbol" pitchFamily="18" charset="2"/>
              </a:rPr>
              <a:t> </a:t>
            </a:r>
            <a:r>
              <a:rPr lang="en-US" sz="2800" baseline="-25000" dirty="0">
                <a:latin typeface="Arial" pitchFamily="34" charset="0"/>
                <a:cs typeface="Arial" pitchFamily="34" charset="0"/>
                <a:sym typeface="Symbol" pitchFamily="18" charset="2"/>
              </a:rPr>
              <a:t>(condition/predicate)</a:t>
            </a:r>
            <a:r>
              <a:rPr lang="en-US" sz="2800" dirty="0">
                <a:latin typeface="Arial" pitchFamily="34" charset="0"/>
                <a:cs typeface="Arial" pitchFamily="34" charset="0"/>
                <a:sym typeface="Symbol" pitchFamily="18" charset="2"/>
              </a:rPr>
              <a:t> ( T1 ) </a:t>
            </a:r>
            <a:endParaRPr lang="en-GB" sz="2800" dirty="0">
              <a:latin typeface="Arial" pitchFamily="34" charset="0"/>
              <a:cs typeface="Arial" pitchFamily="34" charset="0"/>
            </a:endParaRPr>
          </a:p>
          <a:p>
            <a:pPr marL="0" indent="0" algn="ctr">
              <a:buNone/>
              <a:tabLst>
                <a:tab pos="3676650" algn="l"/>
              </a:tabLst>
            </a:pPr>
            <a:r>
              <a:rPr lang="en-US" sz="2800" i="1" dirty="0">
                <a:sym typeface="Symbol" pitchFamily="18" charset="2"/>
              </a:rPr>
              <a:t>table T2 is formed by selecting all rows from table T1 that satisfy the predicate, i.e. condition</a:t>
            </a:r>
            <a:endParaRPr lang="en-GB" dirty="0">
              <a:sym typeface="Symbol" pitchFamily="18" charset="2"/>
            </a:endParaRPr>
          </a:p>
          <a:p>
            <a:pPr marL="0" indent="0">
              <a:buNone/>
              <a:tabLst>
                <a:tab pos="3676650" algn="l"/>
              </a:tabLst>
            </a:pPr>
            <a:r>
              <a:rPr lang="en-US" sz="2800" b="1" dirty="0">
                <a:sym typeface="Symbol" pitchFamily="18" charset="2"/>
              </a:rPr>
              <a:t>Alternatively:</a:t>
            </a:r>
          </a:p>
          <a:p>
            <a:pPr marL="0" indent="0">
              <a:buNone/>
              <a:tabLst>
                <a:tab pos="3676650" algn="l"/>
              </a:tabLst>
            </a:pPr>
            <a:r>
              <a:rPr lang="en-US" sz="2800" dirty="0">
                <a:highlight>
                  <a:srgbClr val="D2EFFA"/>
                </a:highlight>
                <a:sym typeface="Symbol" pitchFamily="18" charset="2"/>
              </a:rPr>
              <a:t>T2 = </a:t>
            </a:r>
            <a:r>
              <a:rPr lang="en-US" sz="2800" b="1" dirty="0">
                <a:solidFill>
                  <a:schemeClr val="accent2">
                    <a:lumMod val="60000"/>
                    <a:lumOff val="40000"/>
                  </a:schemeClr>
                </a:solidFill>
                <a:highlight>
                  <a:srgbClr val="D2EFFA"/>
                </a:highlight>
                <a:sym typeface="Symbol" pitchFamily="18" charset="2"/>
              </a:rPr>
              <a:t>RESTRICT</a:t>
            </a:r>
            <a:r>
              <a:rPr lang="en-US" sz="2800" dirty="0">
                <a:highlight>
                  <a:srgbClr val="D2EFFA"/>
                </a:highlight>
                <a:sym typeface="Symbol" pitchFamily="18" charset="2"/>
              </a:rPr>
              <a:t> </a:t>
            </a:r>
            <a:r>
              <a:rPr lang="en-US" sz="2800" i="1" dirty="0">
                <a:highlight>
                  <a:srgbClr val="D2EFFA"/>
                </a:highlight>
                <a:sym typeface="Symbol" pitchFamily="18" charset="2"/>
              </a:rPr>
              <a:t>T1</a:t>
            </a:r>
            <a:r>
              <a:rPr lang="en-US" sz="2800" dirty="0">
                <a:highlight>
                  <a:srgbClr val="D2EFFA"/>
                </a:highlight>
                <a:sym typeface="Symbol" pitchFamily="18" charset="2"/>
              </a:rPr>
              <a:t> </a:t>
            </a:r>
            <a:r>
              <a:rPr lang="en-US" sz="2800" b="1" dirty="0">
                <a:solidFill>
                  <a:schemeClr val="accent2">
                    <a:lumMod val="60000"/>
                    <a:lumOff val="40000"/>
                  </a:schemeClr>
                </a:solidFill>
                <a:highlight>
                  <a:srgbClr val="D2EFFA"/>
                </a:highlight>
                <a:sym typeface="Symbol" pitchFamily="18" charset="2"/>
              </a:rPr>
              <a:t>WHERE</a:t>
            </a:r>
            <a:r>
              <a:rPr lang="en-US" sz="2800" dirty="0">
                <a:highlight>
                  <a:srgbClr val="D2EFFA"/>
                </a:highlight>
                <a:sym typeface="Symbol" pitchFamily="18" charset="2"/>
              </a:rPr>
              <a:t> </a:t>
            </a:r>
            <a:r>
              <a:rPr lang="en-US" sz="2800" i="1" dirty="0">
                <a:highlight>
                  <a:srgbClr val="D2EFFA"/>
                </a:highlight>
                <a:sym typeface="Symbol" pitchFamily="18" charset="2"/>
              </a:rPr>
              <a:t>condition </a:t>
            </a:r>
          </a:p>
          <a:p>
            <a:pPr marL="0" indent="0">
              <a:buNone/>
              <a:tabLst>
                <a:tab pos="3676650" algn="l"/>
              </a:tabLst>
            </a:pPr>
            <a:endParaRPr lang="en-US" sz="2800" i="1" dirty="0">
              <a:sym typeface="Symbol" pitchFamily="18" charset="2"/>
            </a:endParaRPr>
          </a:p>
          <a:p>
            <a:pPr marL="0" indent="0">
              <a:buNone/>
              <a:tabLst>
                <a:tab pos="3676650" algn="l"/>
              </a:tabLst>
            </a:pPr>
            <a:r>
              <a:rPr lang="en-US" sz="2800" i="1" dirty="0">
                <a:sym typeface="Symbol" pitchFamily="18" charset="2"/>
              </a:rPr>
              <a:t>the results – left, operation on right produce the results on the left</a:t>
            </a:r>
          </a:p>
        </p:txBody>
      </p:sp>
      <p:pic>
        <p:nvPicPr>
          <p:cNvPr id="5" name="Picture 4">
            <a:extLst>
              <a:ext uri="{FF2B5EF4-FFF2-40B4-BE49-F238E27FC236}">
                <a16:creationId xmlns:a16="http://schemas.microsoft.com/office/drawing/2014/main" id="{1D043831-1126-D04D-3265-39616FA2D394}"/>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388876" y="1061819"/>
            <a:ext cx="1607654" cy="2162017"/>
          </a:xfrm>
          <a:prstGeom prst="rect">
            <a:avLst/>
          </a:prstGeom>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1B881A1E-FC8F-36C5-D691-5598EDA30B28}"/>
              </a:ext>
            </a:extLst>
          </p:cNvPr>
          <p:cNvSpPr txBox="1"/>
          <p:nvPr/>
        </p:nvSpPr>
        <p:spPr>
          <a:xfrm>
            <a:off x="10864073" y="2916059"/>
            <a:ext cx="1132457" cy="307777"/>
          </a:xfrm>
          <a:prstGeom prst="rect">
            <a:avLst/>
          </a:prstGeom>
          <a:solidFill>
            <a:schemeClr val="bg1"/>
          </a:solidFill>
        </p:spPr>
        <p:txBody>
          <a:bodyPr wrap="square" rtlCol="0">
            <a:spAutoFit/>
          </a:bodyPr>
          <a:lstStyle/>
          <a:p>
            <a:r>
              <a:rPr lang="en-GB" sz="1400" dirty="0"/>
              <a:t>Restrict</a:t>
            </a:r>
          </a:p>
        </p:txBody>
      </p:sp>
    </p:spTree>
    <p:extLst>
      <p:ext uri="{BB962C8B-B14F-4D97-AF65-F5344CB8AC3E}">
        <p14:creationId xmlns:p14="http://schemas.microsoft.com/office/powerpoint/2010/main" val="291759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6" end="6"/>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24</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operation (3.1)</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425255"/>
            <a:ext cx="11111949"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50000"/>
              </a:lnSpc>
              <a:buNone/>
              <a:tabLst>
                <a:tab pos="3676650" algn="l"/>
              </a:tabLst>
            </a:pPr>
            <a:r>
              <a:rPr lang="en-US" sz="2800" b="1" dirty="0"/>
              <a:t>Comparison operators</a:t>
            </a:r>
            <a:r>
              <a:rPr lang="en-US" sz="2800" dirty="0"/>
              <a:t> (&lt;</a:t>
            </a:r>
            <a:r>
              <a:rPr lang="en-US" sz="2800" dirty="0" err="1"/>
              <a:t>cmpOp</a:t>
            </a:r>
            <a:r>
              <a:rPr lang="en-US" sz="2800" dirty="0"/>
              <a:t>&gt;) are:</a:t>
            </a:r>
          </a:p>
          <a:p>
            <a:pPr marL="0" indent="0" algn="ctr">
              <a:lnSpc>
                <a:spcPct val="150000"/>
              </a:lnSpc>
              <a:buNone/>
              <a:tabLst>
                <a:tab pos="3676650" algn="l"/>
              </a:tabLst>
            </a:pPr>
            <a:r>
              <a:rPr lang="en-US" sz="4400" dirty="0"/>
              <a:t>&lt;,   &gt;,   &lt;=,   &gt;=,   =,   </a:t>
            </a:r>
            <a:r>
              <a:rPr lang="en-US" sz="4400" dirty="0">
                <a:cs typeface="Consolas" panose="020B0609020204030204" pitchFamily="49" charset="0"/>
                <a:sym typeface="Symbol" pitchFamily="18" charset="2"/>
              </a:rPr>
              <a:t></a:t>
            </a:r>
            <a:r>
              <a:rPr lang="en-US" sz="4400" dirty="0">
                <a:cs typeface="Consolas" panose="020B0609020204030204" pitchFamily="49" charset="0"/>
              </a:rPr>
              <a:t> </a:t>
            </a:r>
          </a:p>
          <a:p>
            <a:pPr marL="0" indent="0" algn="ctr">
              <a:lnSpc>
                <a:spcPct val="150000"/>
              </a:lnSpc>
              <a:buNone/>
              <a:tabLst>
                <a:tab pos="3676650" algn="l"/>
              </a:tabLst>
            </a:pPr>
            <a:endParaRPr lang="en-US" sz="1500" dirty="0"/>
          </a:p>
          <a:p>
            <a:pPr>
              <a:lnSpc>
                <a:spcPct val="100000"/>
              </a:lnSpc>
              <a:spcBef>
                <a:spcPts val="600"/>
              </a:spcBef>
              <a:spcAft>
                <a:spcPts val="600"/>
              </a:spcAft>
              <a:buNone/>
            </a:pPr>
            <a:r>
              <a:rPr lang="en-US" sz="3200" dirty="0">
                <a:latin typeface="Consolas" panose="020B0609020204030204" pitchFamily="49" charset="0"/>
                <a:cs typeface="Consolas" panose="020B0609020204030204" pitchFamily="49" charset="0"/>
              </a:rPr>
              <a:t>&lt;</a:t>
            </a:r>
            <a:r>
              <a:rPr lang="en-US" sz="3200" i="1" dirty="0" err="1">
                <a:latin typeface="Consolas" panose="020B0609020204030204" pitchFamily="49" charset="0"/>
                <a:cs typeface="Consolas" panose="020B0609020204030204" pitchFamily="49" charset="0"/>
              </a:rPr>
              <a:t>colName</a:t>
            </a:r>
            <a:r>
              <a:rPr lang="en-US" sz="3200" dirty="0">
                <a:latin typeface="Consolas" panose="020B0609020204030204" pitchFamily="49" charset="0"/>
                <a:cs typeface="Consolas" panose="020B0609020204030204" pitchFamily="49" charset="0"/>
              </a:rPr>
              <a:t>&gt; &lt;</a:t>
            </a:r>
            <a:r>
              <a:rPr lang="en-US" sz="3200" b="1" i="1" dirty="0" err="1">
                <a:latin typeface="Consolas" panose="020B0609020204030204" pitchFamily="49" charset="0"/>
                <a:cs typeface="Consolas" panose="020B0609020204030204" pitchFamily="49" charset="0"/>
              </a:rPr>
              <a:t>cmpOp</a:t>
            </a:r>
            <a:r>
              <a:rPr lang="en-US" sz="3200" dirty="0">
                <a:latin typeface="Consolas" panose="020B0609020204030204" pitchFamily="49" charset="0"/>
                <a:cs typeface="Consolas" panose="020B0609020204030204" pitchFamily="49" charset="0"/>
              </a:rPr>
              <a:t>&gt; [&lt;</a:t>
            </a:r>
            <a:r>
              <a:rPr lang="en-US" sz="3200" i="1" dirty="0" err="1">
                <a:latin typeface="Consolas" panose="020B0609020204030204" pitchFamily="49" charset="0"/>
                <a:cs typeface="Consolas" panose="020B0609020204030204" pitchFamily="49" charset="0"/>
              </a:rPr>
              <a:t>colName</a:t>
            </a:r>
            <a:r>
              <a:rPr lang="en-US" sz="3200" dirty="0">
                <a:latin typeface="Consolas" panose="020B0609020204030204" pitchFamily="49" charset="0"/>
                <a:cs typeface="Consolas" panose="020B0609020204030204" pitchFamily="49" charset="0"/>
              </a:rPr>
              <a:t>&gt;|&lt;</a:t>
            </a:r>
            <a:r>
              <a:rPr lang="en-US" sz="3200" i="1" dirty="0">
                <a:latin typeface="Consolas" panose="020B0609020204030204" pitchFamily="49" charset="0"/>
                <a:cs typeface="Consolas" panose="020B0609020204030204" pitchFamily="49" charset="0"/>
              </a:rPr>
              <a:t>const</a:t>
            </a:r>
            <a:r>
              <a:rPr lang="en-US" sz="3200" dirty="0">
                <a:latin typeface="Consolas" panose="020B0609020204030204" pitchFamily="49" charset="0"/>
                <a:cs typeface="Consolas" panose="020B0609020204030204" pitchFamily="49" charset="0"/>
              </a:rPr>
              <a:t>&gt;]</a:t>
            </a:r>
          </a:p>
          <a:p>
            <a:pPr>
              <a:lnSpc>
                <a:spcPct val="100000"/>
              </a:lnSpc>
              <a:buNone/>
            </a:pPr>
            <a:r>
              <a:rPr lang="en-US" sz="3200" dirty="0"/>
              <a:t>	 	</a:t>
            </a:r>
            <a:r>
              <a:rPr lang="en-US" sz="2800" dirty="0">
                <a:highlight>
                  <a:srgbClr val="D2EFFA"/>
                </a:highlight>
                <a:latin typeface="Consolas" panose="020B0609020204030204" pitchFamily="49" charset="0"/>
                <a:cs typeface="Consolas" panose="020B0609020204030204" pitchFamily="49" charset="0"/>
              </a:rPr>
              <a:t>[&lt;</a:t>
            </a:r>
            <a:r>
              <a:rPr lang="en-US" sz="2800" i="1" dirty="0" err="1">
                <a:highlight>
                  <a:srgbClr val="D2EFFA"/>
                </a:highlight>
                <a:latin typeface="Consolas" panose="020B0609020204030204" pitchFamily="49" charset="0"/>
                <a:cs typeface="Consolas" panose="020B0609020204030204" pitchFamily="49" charset="0"/>
              </a:rPr>
              <a:t>colName</a:t>
            </a:r>
            <a:r>
              <a:rPr lang="en-US" sz="2800" dirty="0">
                <a:highlight>
                  <a:srgbClr val="D2EFFA"/>
                </a:highlight>
                <a:latin typeface="Consolas" panose="020B0609020204030204" pitchFamily="49" charset="0"/>
                <a:cs typeface="Consolas" panose="020B0609020204030204" pitchFamily="49" charset="0"/>
              </a:rPr>
              <a:t>&gt;|&lt;</a:t>
            </a:r>
            <a:r>
              <a:rPr lang="en-US" sz="2800" i="1" dirty="0">
                <a:highlight>
                  <a:srgbClr val="D2EFFA"/>
                </a:highlight>
                <a:latin typeface="Consolas" panose="020B0609020204030204" pitchFamily="49" charset="0"/>
                <a:cs typeface="Consolas" panose="020B0609020204030204" pitchFamily="49" charset="0"/>
              </a:rPr>
              <a:t>const</a:t>
            </a:r>
            <a:r>
              <a:rPr lang="en-US" sz="2800" dirty="0">
                <a:highlight>
                  <a:srgbClr val="D2EFFA"/>
                </a:highlight>
                <a:latin typeface="Consolas" panose="020B0609020204030204" pitchFamily="49" charset="0"/>
                <a:cs typeface="Consolas" panose="020B0609020204030204" pitchFamily="49" charset="0"/>
              </a:rPr>
              <a:t>&gt;]</a:t>
            </a:r>
            <a:r>
              <a:rPr lang="en-US" sz="2800" dirty="0">
                <a:highlight>
                  <a:srgbClr val="D2EFFA"/>
                </a:highlight>
              </a:rPr>
              <a:t> means either </a:t>
            </a:r>
            <a:r>
              <a:rPr lang="en-US" sz="2800" dirty="0" err="1">
                <a:highlight>
                  <a:srgbClr val="D2EFFA"/>
                </a:highlight>
                <a:latin typeface="Consolas" panose="020B0609020204030204" pitchFamily="49" charset="0"/>
                <a:cs typeface="Consolas" panose="020B0609020204030204" pitchFamily="49" charset="0"/>
              </a:rPr>
              <a:t>colName</a:t>
            </a:r>
            <a:r>
              <a:rPr lang="en-US" sz="2800" dirty="0">
                <a:highlight>
                  <a:srgbClr val="D2EFFA"/>
                </a:highlight>
              </a:rPr>
              <a:t> or </a:t>
            </a:r>
            <a:r>
              <a:rPr lang="en-US" sz="2800" dirty="0">
                <a:highlight>
                  <a:srgbClr val="D2EFFA"/>
                </a:highlight>
                <a:latin typeface="Consolas" panose="020B0609020204030204" pitchFamily="49" charset="0"/>
                <a:cs typeface="Consolas" panose="020B0609020204030204" pitchFamily="49" charset="0"/>
              </a:rPr>
              <a:t>const</a:t>
            </a:r>
            <a:endParaRPr lang="en-US" sz="3200" dirty="0">
              <a:highlight>
                <a:srgbClr val="D2EFFA"/>
              </a:highlight>
              <a:latin typeface="Consolas" panose="020B0609020204030204" pitchFamily="49" charset="0"/>
              <a:cs typeface="Consolas" panose="020B0609020204030204" pitchFamily="49" charset="0"/>
            </a:endParaRPr>
          </a:p>
          <a:p>
            <a:pPr>
              <a:lnSpc>
                <a:spcPct val="100000"/>
              </a:lnSpc>
              <a:buNone/>
            </a:pPr>
            <a:r>
              <a:rPr lang="en-US" sz="3200" dirty="0"/>
              <a:t>	--&gt; we can compare to another column or a constant</a:t>
            </a:r>
          </a:p>
          <a:p>
            <a:pPr marL="0" indent="0">
              <a:lnSpc>
                <a:spcPct val="100000"/>
              </a:lnSpc>
              <a:buNone/>
              <a:tabLst>
                <a:tab pos="3676650" algn="l"/>
              </a:tabLst>
            </a:pPr>
            <a:endParaRPr lang="en-US" sz="3200" dirty="0"/>
          </a:p>
          <a:p>
            <a:pPr marL="0" indent="0">
              <a:buNone/>
              <a:tabLst>
                <a:tab pos="3676650" algn="l"/>
              </a:tabLst>
            </a:pPr>
            <a:endParaRPr lang="en-US" sz="2800" i="1" dirty="0">
              <a:sym typeface="Symbol" pitchFamily="18" charset="2"/>
            </a:endParaRPr>
          </a:p>
        </p:txBody>
      </p:sp>
      <p:sp>
        <p:nvSpPr>
          <p:cNvPr id="5" name="Arrow: Up-Down 4">
            <a:extLst>
              <a:ext uri="{FF2B5EF4-FFF2-40B4-BE49-F238E27FC236}">
                <a16:creationId xmlns:a16="http://schemas.microsoft.com/office/drawing/2014/main" id="{03122211-F3C5-90FD-BA44-70AC05E94E65}"/>
              </a:ext>
              <a:ext uri="{C183D7F6-B498-43B3-948B-1728B52AA6E4}">
                <adec:decorative xmlns:adec="http://schemas.microsoft.com/office/drawing/2017/decorative" val="1"/>
              </a:ext>
            </a:extLst>
          </p:cNvPr>
          <p:cNvSpPr/>
          <p:nvPr/>
        </p:nvSpPr>
        <p:spPr>
          <a:xfrm>
            <a:off x="3657600" y="3293706"/>
            <a:ext cx="167951" cy="527179"/>
          </a:xfrm>
          <a:prstGeom prst="up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7569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25</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operation (3.2)</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406105"/>
            <a:ext cx="11111949"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3200" dirty="0"/>
              <a:t>e.g.    </a:t>
            </a:r>
            <a:r>
              <a:rPr lang="en-US" sz="3200" dirty="0">
                <a:ea typeface="MS Mincho" pitchFamily="49" charset="-128"/>
                <a:cs typeface="Calibri Light" panose="020F0302020204030204" pitchFamily="34" charset="0"/>
              </a:rPr>
              <a:t>Mark     &gt; =       40     (students who reached the pass mark)</a:t>
            </a:r>
            <a:endParaRPr lang="en-US" sz="3200" dirty="0">
              <a:cs typeface="Calibri Light" panose="020F0302020204030204" pitchFamily="34" charset="0"/>
            </a:endParaRPr>
          </a:p>
          <a:p>
            <a:pPr marL="0" indent="0" algn="ctr">
              <a:buNone/>
              <a:tabLst>
                <a:tab pos="3676650" algn="l"/>
              </a:tabLst>
            </a:pPr>
            <a:r>
              <a:rPr lang="en-US" sz="2800" dirty="0">
                <a:latin typeface="Arial" pitchFamily="34" charset="0"/>
                <a:cs typeface="Arial" pitchFamily="34" charset="0"/>
              </a:rPr>
              <a:t>  </a:t>
            </a:r>
            <a:r>
              <a:rPr lang="en-US" sz="2800" dirty="0">
                <a:solidFill>
                  <a:schemeClr val="accent2">
                    <a:lumMod val="75000"/>
                  </a:schemeClr>
                </a:solidFill>
                <a:latin typeface="Arial" pitchFamily="34" charset="0"/>
                <a:cs typeface="Arial" pitchFamily="34" charset="0"/>
              </a:rPr>
              <a:t>Passed  </a:t>
            </a:r>
            <a:r>
              <a:rPr lang="en-US" sz="2800" b="1" dirty="0">
                <a:solidFill>
                  <a:schemeClr val="accent2">
                    <a:lumMod val="75000"/>
                  </a:schemeClr>
                </a:solidFill>
                <a:latin typeface="Arial" pitchFamily="34" charset="0"/>
                <a:cs typeface="Arial" pitchFamily="34" charset="0"/>
                <a:sym typeface="Symbol" pitchFamily="18" charset="2"/>
              </a:rPr>
              <a:t> </a:t>
            </a:r>
            <a:r>
              <a:rPr lang="en-US" sz="2800" dirty="0">
                <a:solidFill>
                  <a:schemeClr val="accent2">
                    <a:lumMod val="75000"/>
                  </a:schemeClr>
                </a:solidFill>
                <a:latin typeface="Arial" pitchFamily="34" charset="0"/>
                <a:cs typeface="Arial" pitchFamily="34" charset="0"/>
                <a:sym typeface="Symbol" pitchFamily="18" charset="2"/>
              </a:rPr>
              <a:t> </a:t>
            </a:r>
            <a:r>
              <a:rPr lang="en-US" sz="2800" baseline="-25000" dirty="0">
                <a:solidFill>
                  <a:schemeClr val="accent2">
                    <a:lumMod val="75000"/>
                  </a:schemeClr>
                </a:solidFill>
                <a:latin typeface="Arial" pitchFamily="34" charset="0"/>
                <a:cs typeface="Arial" pitchFamily="34" charset="0"/>
                <a:sym typeface="Symbol" pitchFamily="18" charset="2"/>
              </a:rPr>
              <a:t>(Mark&gt;=40)</a:t>
            </a:r>
            <a:r>
              <a:rPr lang="en-US" sz="2800" dirty="0">
                <a:solidFill>
                  <a:schemeClr val="accent2">
                    <a:lumMod val="75000"/>
                  </a:schemeClr>
                </a:solidFill>
                <a:latin typeface="Arial" pitchFamily="34" charset="0"/>
                <a:cs typeface="Arial" pitchFamily="34" charset="0"/>
                <a:sym typeface="Symbol" pitchFamily="18" charset="2"/>
              </a:rPr>
              <a:t> ( Registration )</a:t>
            </a:r>
            <a:endParaRPr lang="en-US" sz="2800" dirty="0">
              <a:solidFill>
                <a:schemeClr val="accent2">
                  <a:lumMod val="75000"/>
                </a:schemeClr>
              </a:solidFill>
            </a:endParaRPr>
          </a:p>
          <a:p>
            <a:pPr marL="0" indent="0">
              <a:buNone/>
              <a:tabLst>
                <a:tab pos="3676650" algn="l"/>
              </a:tabLst>
            </a:pPr>
            <a:endParaRPr lang="en-US" sz="1600" i="1" dirty="0">
              <a:sym typeface="Symbol" pitchFamily="18" charset="2"/>
            </a:endParaRPr>
          </a:p>
        </p:txBody>
      </p:sp>
      <p:graphicFrame>
        <p:nvGraphicFramePr>
          <p:cNvPr id="5" name="Group 32">
            <a:extLst>
              <a:ext uri="{FF2B5EF4-FFF2-40B4-BE49-F238E27FC236}">
                <a16:creationId xmlns:a16="http://schemas.microsoft.com/office/drawing/2014/main" id="{82AE5B00-CB14-8AF3-E238-E6BB32EC5BD9}"/>
              </a:ext>
            </a:extLst>
          </p:cNvPr>
          <p:cNvGraphicFramePr>
            <a:graphicFrameLocks noGrp="1"/>
          </p:cNvGraphicFramePr>
          <p:nvPr>
            <p:extLst>
              <p:ext uri="{D42A27DB-BD31-4B8C-83A1-F6EECF244321}">
                <p14:modId xmlns:p14="http://schemas.microsoft.com/office/powerpoint/2010/main" val="2241718079"/>
              </p:ext>
            </p:extLst>
          </p:nvPr>
        </p:nvGraphicFramePr>
        <p:xfrm>
          <a:off x="5886412" y="3168137"/>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40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1" name="Group 32">
            <a:extLst>
              <a:ext uri="{FF2B5EF4-FFF2-40B4-BE49-F238E27FC236}">
                <a16:creationId xmlns:a16="http://schemas.microsoft.com/office/drawing/2014/main" id="{4C96024D-0654-3455-EE24-4022948DF883}"/>
              </a:ext>
            </a:extLst>
          </p:cNvPr>
          <p:cNvGraphicFramePr>
            <a:graphicFrameLocks noGrp="1"/>
          </p:cNvGraphicFramePr>
          <p:nvPr>
            <p:extLst>
              <p:ext uri="{D42A27DB-BD31-4B8C-83A1-F6EECF244321}">
                <p14:modId xmlns:p14="http://schemas.microsoft.com/office/powerpoint/2010/main" val="640333765"/>
              </p:ext>
            </p:extLst>
          </p:nvPr>
        </p:nvGraphicFramePr>
        <p:xfrm>
          <a:off x="840259" y="2924560"/>
          <a:ext cx="1932979" cy="3384821"/>
        </p:xfrm>
        <a:graphic>
          <a:graphicData uri="http://schemas.openxmlformats.org/drawingml/2006/table">
            <a:tbl>
              <a:tblPr firstRow="1"/>
              <a:tblGrid>
                <a:gridCol w="483821">
                  <a:extLst>
                    <a:ext uri="{9D8B030D-6E8A-4147-A177-3AD203B41FA5}">
                      <a16:colId xmlns:a16="http://schemas.microsoft.com/office/drawing/2014/main" val="20000"/>
                    </a:ext>
                  </a:extLst>
                </a:gridCol>
                <a:gridCol w="752227">
                  <a:extLst>
                    <a:ext uri="{9D8B030D-6E8A-4147-A177-3AD203B41FA5}">
                      <a16:colId xmlns:a16="http://schemas.microsoft.com/office/drawing/2014/main" val="20001"/>
                    </a:ext>
                  </a:extLst>
                </a:gridCol>
                <a:gridCol w="696931">
                  <a:extLst>
                    <a:ext uri="{9D8B030D-6E8A-4147-A177-3AD203B41FA5}">
                      <a16:colId xmlns:a16="http://schemas.microsoft.com/office/drawing/2014/main" val="20002"/>
                    </a:ext>
                  </a:extLst>
                </a:gridCol>
              </a:tblGrid>
              <a:tr h="27898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634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491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40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35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770497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66854001"/>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029688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39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560986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2341821"/>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30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5177690"/>
                  </a:ext>
                </a:extLst>
              </a:tr>
            </a:tbl>
          </a:graphicData>
        </a:graphic>
      </p:graphicFrame>
      <p:sp>
        <p:nvSpPr>
          <p:cNvPr id="12" name="Arrow: Right 11">
            <a:extLst>
              <a:ext uri="{FF2B5EF4-FFF2-40B4-BE49-F238E27FC236}">
                <a16:creationId xmlns:a16="http://schemas.microsoft.com/office/drawing/2014/main" id="{57C9F6E1-173C-A179-279C-572334609227}"/>
              </a:ext>
              <a:ext uri="{C183D7F6-B498-43B3-948B-1728B52AA6E4}">
                <adec:decorative xmlns:adec="http://schemas.microsoft.com/office/drawing/2017/decorative" val="1"/>
              </a:ext>
            </a:extLst>
          </p:cNvPr>
          <p:cNvSpPr/>
          <p:nvPr/>
        </p:nvSpPr>
        <p:spPr>
          <a:xfrm>
            <a:off x="3859168" y="4007765"/>
            <a:ext cx="11145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D5803585-B342-004B-2C34-346A1CAF9581}"/>
              </a:ext>
            </a:extLst>
          </p:cNvPr>
          <p:cNvSpPr txBox="1"/>
          <p:nvPr/>
        </p:nvSpPr>
        <p:spPr>
          <a:xfrm>
            <a:off x="758652" y="2559366"/>
            <a:ext cx="1304524" cy="369332"/>
          </a:xfrm>
          <a:prstGeom prst="rect">
            <a:avLst/>
          </a:prstGeom>
          <a:noFill/>
        </p:spPr>
        <p:txBody>
          <a:bodyPr wrap="none" rtlCol="0">
            <a:spAutoFit/>
          </a:bodyPr>
          <a:lstStyle/>
          <a:p>
            <a:r>
              <a:rPr lang="en-GB" dirty="0"/>
              <a:t>Registration</a:t>
            </a:r>
          </a:p>
        </p:txBody>
      </p:sp>
      <p:sp>
        <p:nvSpPr>
          <p:cNvPr id="8" name="TextBox 7">
            <a:extLst>
              <a:ext uri="{FF2B5EF4-FFF2-40B4-BE49-F238E27FC236}">
                <a16:creationId xmlns:a16="http://schemas.microsoft.com/office/drawing/2014/main" id="{834519AC-6FA8-A68B-62BF-A5AA1581A227}"/>
              </a:ext>
            </a:extLst>
          </p:cNvPr>
          <p:cNvSpPr txBox="1"/>
          <p:nvPr/>
        </p:nvSpPr>
        <p:spPr>
          <a:xfrm>
            <a:off x="5792826" y="2865480"/>
            <a:ext cx="825739" cy="369332"/>
          </a:xfrm>
          <a:prstGeom prst="rect">
            <a:avLst/>
          </a:prstGeom>
          <a:noFill/>
        </p:spPr>
        <p:txBody>
          <a:bodyPr wrap="none" rtlCol="0">
            <a:spAutoFit/>
          </a:bodyPr>
          <a:lstStyle/>
          <a:p>
            <a:r>
              <a:rPr lang="en-GB" dirty="0"/>
              <a:t>Passed</a:t>
            </a:r>
          </a:p>
        </p:txBody>
      </p:sp>
    </p:spTree>
    <p:extLst>
      <p:ext uri="{BB962C8B-B14F-4D97-AF65-F5344CB8AC3E}">
        <p14:creationId xmlns:p14="http://schemas.microsoft.com/office/powerpoint/2010/main" val="2304223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26</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operation (3.3) </a:t>
            </a:r>
            <a:r>
              <a:rPr kumimoji="0" lang="en-GB" sz="4800" b="1" i="0" u="none" strike="noStrike" kern="1200" cap="none" spc="-50" normalizeH="0" baseline="0" noProof="0" dirty="0">
                <a:ln>
                  <a:noFill/>
                </a:ln>
                <a:solidFill>
                  <a:schemeClr val="tx1">
                    <a:lumMod val="75000"/>
                    <a:lumOff val="25000"/>
                  </a:schemeClr>
                </a:solidFill>
                <a:effectLst/>
                <a:uLnTx/>
                <a:uFillTx/>
                <a:latin typeface="+mj-lt"/>
                <a:ea typeface="+mj-ea"/>
                <a:cs typeface="+mj-cs"/>
              </a:rPr>
              <a:t>SQL</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406105"/>
            <a:ext cx="11111949"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3200" dirty="0"/>
              <a:t>e.g.    </a:t>
            </a:r>
            <a:r>
              <a:rPr lang="en-US" sz="3200" dirty="0">
                <a:ea typeface="MS Mincho" pitchFamily="49" charset="-128"/>
                <a:cs typeface="Calibri Light" panose="020F0302020204030204" pitchFamily="34" charset="0"/>
              </a:rPr>
              <a:t>Mark     &gt; =       40     </a:t>
            </a:r>
          </a:p>
          <a:p>
            <a:pPr marL="0" indent="0">
              <a:buNone/>
              <a:tabLst>
                <a:tab pos="3676650" algn="l"/>
              </a:tabLst>
            </a:pPr>
            <a:r>
              <a:rPr lang="en-US" sz="3200" dirty="0">
                <a:ea typeface="MS Mincho" pitchFamily="49" charset="-128"/>
                <a:cs typeface="Calibri Light" panose="020F0302020204030204" pitchFamily="34" charset="0"/>
              </a:rPr>
              <a:t>      </a:t>
            </a:r>
            <a:r>
              <a:rPr lang="en-US" sz="3200" dirty="0">
                <a:solidFill>
                  <a:schemeClr val="accent2">
                    <a:lumMod val="75000"/>
                  </a:schemeClr>
                </a:solidFill>
                <a:highlight>
                  <a:srgbClr val="D2EFFA"/>
                </a:highlight>
                <a:ea typeface="MS Mincho" pitchFamily="49" charset="-128"/>
                <a:cs typeface="Calibri Light" panose="020F0302020204030204" pitchFamily="34" charset="0"/>
              </a:rPr>
              <a:t>SELECT * FROM Registration WHERE mark &gt;= 40</a:t>
            </a:r>
            <a:endParaRPr lang="en-US" sz="2800" dirty="0">
              <a:solidFill>
                <a:schemeClr val="accent2">
                  <a:lumMod val="75000"/>
                </a:schemeClr>
              </a:solidFill>
              <a:highlight>
                <a:srgbClr val="D2EFFA"/>
              </a:highlight>
            </a:endParaRPr>
          </a:p>
          <a:p>
            <a:pPr marL="0" indent="0">
              <a:buNone/>
              <a:tabLst>
                <a:tab pos="3676650" algn="l"/>
              </a:tabLst>
            </a:pPr>
            <a:endParaRPr lang="en-US" sz="1600" i="1" dirty="0">
              <a:sym typeface="Symbol" pitchFamily="18" charset="2"/>
            </a:endParaRPr>
          </a:p>
        </p:txBody>
      </p:sp>
      <p:graphicFrame>
        <p:nvGraphicFramePr>
          <p:cNvPr id="5" name="Group 32">
            <a:extLst>
              <a:ext uri="{FF2B5EF4-FFF2-40B4-BE49-F238E27FC236}">
                <a16:creationId xmlns:a16="http://schemas.microsoft.com/office/drawing/2014/main" id="{82AE5B00-CB14-8AF3-E238-E6BB32EC5BD9}"/>
              </a:ext>
            </a:extLst>
          </p:cNvPr>
          <p:cNvGraphicFramePr>
            <a:graphicFrameLocks noGrp="1"/>
          </p:cNvGraphicFramePr>
          <p:nvPr>
            <p:extLst>
              <p:ext uri="{D42A27DB-BD31-4B8C-83A1-F6EECF244321}">
                <p14:modId xmlns:p14="http://schemas.microsoft.com/office/powerpoint/2010/main" val="2944760106"/>
              </p:ext>
            </p:extLst>
          </p:nvPr>
        </p:nvGraphicFramePr>
        <p:xfrm>
          <a:off x="5886412" y="3168137"/>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40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1" name="Group 32">
            <a:extLst>
              <a:ext uri="{FF2B5EF4-FFF2-40B4-BE49-F238E27FC236}">
                <a16:creationId xmlns:a16="http://schemas.microsoft.com/office/drawing/2014/main" id="{4C96024D-0654-3455-EE24-4022948DF883}"/>
              </a:ext>
            </a:extLst>
          </p:cNvPr>
          <p:cNvGraphicFramePr>
            <a:graphicFrameLocks noGrp="1"/>
          </p:cNvGraphicFramePr>
          <p:nvPr>
            <p:extLst>
              <p:ext uri="{D42A27DB-BD31-4B8C-83A1-F6EECF244321}">
                <p14:modId xmlns:p14="http://schemas.microsoft.com/office/powerpoint/2010/main" val="1635432677"/>
              </p:ext>
            </p:extLst>
          </p:nvPr>
        </p:nvGraphicFramePr>
        <p:xfrm>
          <a:off x="840259" y="2924560"/>
          <a:ext cx="1932979" cy="3384821"/>
        </p:xfrm>
        <a:graphic>
          <a:graphicData uri="http://schemas.openxmlformats.org/drawingml/2006/table">
            <a:tbl>
              <a:tblPr firstRow="1"/>
              <a:tblGrid>
                <a:gridCol w="483821">
                  <a:extLst>
                    <a:ext uri="{9D8B030D-6E8A-4147-A177-3AD203B41FA5}">
                      <a16:colId xmlns:a16="http://schemas.microsoft.com/office/drawing/2014/main" val="20000"/>
                    </a:ext>
                  </a:extLst>
                </a:gridCol>
                <a:gridCol w="752227">
                  <a:extLst>
                    <a:ext uri="{9D8B030D-6E8A-4147-A177-3AD203B41FA5}">
                      <a16:colId xmlns:a16="http://schemas.microsoft.com/office/drawing/2014/main" val="20001"/>
                    </a:ext>
                  </a:extLst>
                </a:gridCol>
                <a:gridCol w="696931">
                  <a:extLst>
                    <a:ext uri="{9D8B030D-6E8A-4147-A177-3AD203B41FA5}">
                      <a16:colId xmlns:a16="http://schemas.microsoft.com/office/drawing/2014/main" val="20002"/>
                    </a:ext>
                  </a:extLst>
                </a:gridCol>
              </a:tblGrid>
              <a:tr h="27898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634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491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40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35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770497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66854001"/>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029688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39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5609864"/>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52341821"/>
                  </a:ext>
                </a:extLst>
              </a:tr>
              <a:tr h="2861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30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65177690"/>
                  </a:ext>
                </a:extLst>
              </a:tr>
            </a:tbl>
          </a:graphicData>
        </a:graphic>
      </p:graphicFrame>
      <p:sp>
        <p:nvSpPr>
          <p:cNvPr id="12" name="Arrow: Right 11">
            <a:extLst>
              <a:ext uri="{FF2B5EF4-FFF2-40B4-BE49-F238E27FC236}">
                <a16:creationId xmlns:a16="http://schemas.microsoft.com/office/drawing/2014/main" id="{57C9F6E1-173C-A179-279C-572334609227}"/>
              </a:ext>
              <a:ext uri="{C183D7F6-B498-43B3-948B-1728B52AA6E4}">
                <adec:decorative xmlns:adec="http://schemas.microsoft.com/office/drawing/2017/decorative" val="1"/>
              </a:ext>
            </a:extLst>
          </p:cNvPr>
          <p:cNvSpPr/>
          <p:nvPr/>
        </p:nvSpPr>
        <p:spPr>
          <a:xfrm>
            <a:off x="3554963" y="4007765"/>
            <a:ext cx="1418713" cy="48463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D5803585-B342-004B-2C34-346A1CAF9581}"/>
              </a:ext>
            </a:extLst>
          </p:cNvPr>
          <p:cNvSpPr txBox="1"/>
          <p:nvPr/>
        </p:nvSpPr>
        <p:spPr>
          <a:xfrm>
            <a:off x="840259" y="2562678"/>
            <a:ext cx="1304524" cy="369332"/>
          </a:xfrm>
          <a:prstGeom prst="rect">
            <a:avLst/>
          </a:prstGeom>
          <a:noFill/>
        </p:spPr>
        <p:txBody>
          <a:bodyPr wrap="none" rtlCol="0">
            <a:spAutoFit/>
          </a:bodyPr>
          <a:lstStyle/>
          <a:p>
            <a:r>
              <a:rPr lang="en-GB" dirty="0"/>
              <a:t>Registration</a:t>
            </a:r>
          </a:p>
        </p:txBody>
      </p:sp>
      <p:sp>
        <p:nvSpPr>
          <p:cNvPr id="8" name="TextBox 7">
            <a:extLst>
              <a:ext uri="{FF2B5EF4-FFF2-40B4-BE49-F238E27FC236}">
                <a16:creationId xmlns:a16="http://schemas.microsoft.com/office/drawing/2014/main" id="{834519AC-6FA8-A68B-62BF-A5AA1581A227}"/>
              </a:ext>
            </a:extLst>
          </p:cNvPr>
          <p:cNvSpPr txBox="1"/>
          <p:nvPr/>
        </p:nvSpPr>
        <p:spPr>
          <a:xfrm>
            <a:off x="5792826" y="2865480"/>
            <a:ext cx="825739" cy="369332"/>
          </a:xfrm>
          <a:prstGeom prst="rect">
            <a:avLst/>
          </a:prstGeom>
          <a:noFill/>
        </p:spPr>
        <p:txBody>
          <a:bodyPr wrap="none" rtlCol="0">
            <a:spAutoFit/>
          </a:bodyPr>
          <a:lstStyle/>
          <a:p>
            <a:r>
              <a:rPr lang="en-GB" dirty="0"/>
              <a:t>Passed</a:t>
            </a:r>
          </a:p>
        </p:txBody>
      </p:sp>
    </p:spTree>
    <p:extLst>
      <p:ext uri="{BB962C8B-B14F-4D97-AF65-F5344CB8AC3E}">
        <p14:creationId xmlns:p14="http://schemas.microsoft.com/office/powerpoint/2010/main" val="2852201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27</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operation (4.1)</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452593"/>
            <a:ext cx="11111949"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2800" dirty="0"/>
              <a:t>Predicate (condition) can be composed using </a:t>
            </a:r>
            <a:r>
              <a:rPr lang="en-US" sz="2800" b="1" dirty="0"/>
              <a:t>logical operators to connect </a:t>
            </a:r>
            <a:r>
              <a:rPr lang="en-US" sz="2800" dirty="0"/>
              <a:t>two or more predicates: </a:t>
            </a:r>
          </a:p>
          <a:p>
            <a:pPr marL="0" indent="0" algn="ctr">
              <a:buNone/>
              <a:tabLst>
                <a:tab pos="3676650" algn="l"/>
              </a:tabLst>
            </a:pPr>
            <a:r>
              <a:rPr lang="en-US" sz="2800" b="1" dirty="0">
                <a:solidFill>
                  <a:schemeClr val="accent2">
                    <a:lumMod val="75000"/>
                  </a:schemeClr>
                </a:solidFill>
                <a:ea typeface="MS Mincho" pitchFamily="49" charset="-128"/>
              </a:rPr>
              <a:t>⋀</a:t>
            </a:r>
            <a:r>
              <a:rPr lang="en-US" sz="2800" b="1" dirty="0">
                <a:ea typeface="MS Mincho" pitchFamily="49" charset="-128"/>
              </a:rPr>
              <a:t> (AND</a:t>
            </a:r>
            <a:r>
              <a:rPr lang="en-US" sz="2800" b="1" dirty="0"/>
              <a:t>)      </a:t>
            </a:r>
            <a:r>
              <a:rPr lang="en-US" sz="2800" b="1" dirty="0">
                <a:solidFill>
                  <a:schemeClr val="accent2">
                    <a:lumMod val="75000"/>
                  </a:schemeClr>
                </a:solidFill>
                <a:ea typeface="MS Mincho" pitchFamily="49" charset="-128"/>
              </a:rPr>
              <a:t>⋁</a:t>
            </a:r>
            <a:r>
              <a:rPr lang="en-US" sz="2800" b="1" dirty="0">
                <a:ea typeface="MS Mincho" pitchFamily="49" charset="-128"/>
              </a:rPr>
              <a:t> (OR</a:t>
            </a:r>
            <a:r>
              <a:rPr lang="en-US" sz="2800" b="1" dirty="0"/>
              <a:t>)      </a:t>
            </a:r>
            <a:r>
              <a:rPr lang="en-US" sz="2800" b="1" dirty="0">
                <a:solidFill>
                  <a:schemeClr val="accent2">
                    <a:lumMod val="75000"/>
                  </a:schemeClr>
                </a:solidFill>
                <a:ea typeface="MS Mincho" pitchFamily="49" charset="-128"/>
              </a:rPr>
              <a:t>~</a:t>
            </a:r>
            <a:r>
              <a:rPr lang="en-US" sz="2800" b="1" dirty="0">
                <a:ea typeface="MS Mincho" pitchFamily="49" charset="-128"/>
              </a:rPr>
              <a:t> </a:t>
            </a:r>
            <a:r>
              <a:rPr lang="en-US" sz="2800" b="1" dirty="0"/>
              <a:t>(</a:t>
            </a:r>
            <a:r>
              <a:rPr lang="en-US" sz="2800" b="1" dirty="0">
                <a:ea typeface="MS Mincho" pitchFamily="49" charset="-128"/>
              </a:rPr>
              <a:t>NOT</a:t>
            </a:r>
            <a:r>
              <a:rPr lang="en-US" sz="2800" b="1" dirty="0"/>
              <a:t>)</a:t>
            </a:r>
          </a:p>
          <a:p>
            <a:pPr marL="0" indent="0" algn="ctr">
              <a:buNone/>
              <a:tabLst>
                <a:tab pos="3676650" algn="l"/>
              </a:tabLst>
            </a:pPr>
            <a:endParaRPr lang="en-US" sz="2800" dirty="0"/>
          </a:p>
          <a:p>
            <a:pPr marL="0" indent="0">
              <a:buNone/>
              <a:tabLst>
                <a:tab pos="3676650" algn="l"/>
              </a:tabLst>
            </a:pPr>
            <a:r>
              <a:rPr lang="en-US" sz="2800" dirty="0"/>
              <a:t>e.g. </a:t>
            </a:r>
            <a:r>
              <a:rPr lang="en-US" sz="2800" dirty="0" err="1"/>
              <a:t>cid</a:t>
            </a:r>
            <a:r>
              <a:rPr lang="en-US" sz="2800" dirty="0"/>
              <a:t> = ‘C2’  </a:t>
            </a:r>
            <a:r>
              <a:rPr lang="en-US" sz="2800" dirty="0">
                <a:solidFill>
                  <a:schemeClr val="accent2">
                    <a:lumMod val="75000"/>
                  </a:schemeClr>
                </a:solidFill>
                <a:ea typeface="MS Mincho" pitchFamily="49" charset="-128"/>
              </a:rPr>
              <a:t>⋀</a:t>
            </a:r>
            <a:r>
              <a:rPr lang="en-US" sz="2800" dirty="0">
                <a:ea typeface="MS Mincho" pitchFamily="49" charset="-128"/>
              </a:rPr>
              <a:t>   </a:t>
            </a:r>
            <a:r>
              <a:rPr lang="en-US" sz="2800" dirty="0">
                <a:ea typeface="MS Mincho" pitchFamily="49" charset="-128"/>
                <a:cs typeface="Calibri Light" panose="020F0302020204030204" pitchFamily="34" charset="0"/>
              </a:rPr>
              <a:t>Mark  &gt;= 70            (all taking C2 with a distinction)</a:t>
            </a:r>
          </a:p>
          <a:p>
            <a:pPr marL="0" indent="0">
              <a:buNone/>
              <a:tabLst>
                <a:tab pos="3676650" algn="l"/>
              </a:tabLst>
            </a:pPr>
            <a:r>
              <a:rPr lang="en-US" sz="2800" dirty="0">
                <a:cs typeface="Arial" pitchFamily="34" charset="0"/>
              </a:rPr>
              <a:t>             C2distinction  </a:t>
            </a:r>
            <a:r>
              <a:rPr lang="en-US" sz="2800" b="1" dirty="0">
                <a:cs typeface="Arial" pitchFamily="34" charset="0"/>
                <a:sym typeface="Symbol" pitchFamily="18" charset="2"/>
              </a:rPr>
              <a:t> </a:t>
            </a:r>
            <a:r>
              <a:rPr lang="en-US" sz="2800" dirty="0">
                <a:cs typeface="Arial" pitchFamily="34" charset="0"/>
                <a:sym typeface="Symbol" pitchFamily="18" charset="2"/>
              </a:rPr>
              <a:t> </a:t>
            </a:r>
            <a:r>
              <a:rPr lang="en-US" sz="2800" baseline="-25000" dirty="0">
                <a:cs typeface="Arial" pitchFamily="34" charset="0"/>
                <a:sym typeface="Symbol" pitchFamily="18" charset="2"/>
              </a:rPr>
              <a:t>(</a:t>
            </a:r>
            <a:r>
              <a:rPr lang="en-US" sz="2800" baseline="-25000" dirty="0" err="1">
                <a:cs typeface="Arial" pitchFamily="34" charset="0"/>
                <a:sym typeface="Symbol" pitchFamily="18" charset="2"/>
              </a:rPr>
              <a:t>cid</a:t>
            </a:r>
            <a:r>
              <a:rPr lang="en-US" sz="2800" baseline="-25000" dirty="0">
                <a:cs typeface="Arial" pitchFamily="34" charset="0"/>
                <a:sym typeface="Symbol" pitchFamily="18" charset="2"/>
              </a:rPr>
              <a:t> = ‘C2’ </a:t>
            </a:r>
            <a:r>
              <a:rPr lang="en-US" sz="2800" baseline="-25000" dirty="0">
                <a:solidFill>
                  <a:schemeClr val="accent2">
                    <a:lumMod val="75000"/>
                  </a:schemeClr>
                </a:solidFill>
                <a:cs typeface="Arial" pitchFamily="34" charset="0"/>
                <a:sym typeface="Symbol" pitchFamily="18" charset="2"/>
              </a:rPr>
              <a:t>^</a:t>
            </a:r>
            <a:r>
              <a:rPr lang="en-US" sz="2800" baseline="-25000" dirty="0">
                <a:cs typeface="Arial" pitchFamily="34" charset="0"/>
                <a:sym typeface="Symbol" pitchFamily="18" charset="2"/>
              </a:rPr>
              <a:t> Mark &gt;= 70)</a:t>
            </a:r>
            <a:r>
              <a:rPr lang="en-US" sz="2800" dirty="0">
                <a:cs typeface="Arial" pitchFamily="34" charset="0"/>
                <a:sym typeface="Symbol" pitchFamily="18" charset="2"/>
              </a:rPr>
              <a:t> ( Registration )</a:t>
            </a:r>
            <a:endParaRPr lang="en-US" sz="2800" dirty="0"/>
          </a:p>
          <a:p>
            <a:pPr marL="0" indent="0">
              <a:buNone/>
              <a:tabLst>
                <a:tab pos="3676650" algn="l"/>
              </a:tabLst>
            </a:pPr>
            <a:endParaRPr lang="en-US" sz="2800" dirty="0">
              <a:ea typeface="MS Mincho" pitchFamily="49" charset="-128"/>
              <a:cs typeface="Calibri Light" panose="020F0302020204030204" pitchFamily="34" charset="0"/>
            </a:endParaRPr>
          </a:p>
          <a:p>
            <a:pPr marL="0" indent="0">
              <a:buNone/>
              <a:tabLst>
                <a:tab pos="3676650" algn="l"/>
              </a:tabLst>
            </a:pPr>
            <a:endParaRPr lang="en-US" sz="2800" i="1" dirty="0">
              <a:sym typeface="Symbol" pitchFamily="18" charset="2"/>
            </a:endParaRPr>
          </a:p>
        </p:txBody>
      </p:sp>
    </p:spTree>
    <p:extLst>
      <p:ext uri="{BB962C8B-B14F-4D97-AF65-F5344CB8AC3E}">
        <p14:creationId xmlns:p14="http://schemas.microsoft.com/office/powerpoint/2010/main" val="3107775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28</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(Select) operation (4.2)</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452593"/>
            <a:ext cx="11111949"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2800" dirty="0"/>
              <a:t>e.g. </a:t>
            </a:r>
            <a:r>
              <a:rPr lang="en-US" sz="2800" dirty="0" err="1"/>
              <a:t>cid</a:t>
            </a:r>
            <a:r>
              <a:rPr lang="en-US" sz="2800" dirty="0"/>
              <a:t> = ‘C2’  </a:t>
            </a:r>
            <a:r>
              <a:rPr lang="en-US" sz="2800" dirty="0">
                <a:solidFill>
                  <a:schemeClr val="accent2">
                    <a:lumMod val="75000"/>
                  </a:schemeClr>
                </a:solidFill>
                <a:ea typeface="MS Mincho" pitchFamily="49" charset="-128"/>
              </a:rPr>
              <a:t>⋀</a:t>
            </a:r>
            <a:r>
              <a:rPr lang="en-US" sz="2800" dirty="0">
                <a:ea typeface="MS Mincho" pitchFamily="49" charset="-128"/>
              </a:rPr>
              <a:t>  </a:t>
            </a:r>
            <a:r>
              <a:rPr lang="en-US" sz="2800" dirty="0">
                <a:ea typeface="MS Mincho" pitchFamily="49" charset="-128"/>
                <a:cs typeface="Calibri Light" panose="020F0302020204030204" pitchFamily="34" charset="0"/>
              </a:rPr>
              <a:t>Mark  &gt;= 70            (all taking C2 with a distinction)</a:t>
            </a:r>
          </a:p>
          <a:p>
            <a:pPr marL="0" indent="0">
              <a:buNone/>
              <a:tabLst>
                <a:tab pos="3676650" algn="l"/>
              </a:tabLst>
            </a:pPr>
            <a:r>
              <a:rPr lang="en-US" sz="2800" dirty="0">
                <a:cs typeface="Arial" pitchFamily="34" charset="0"/>
              </a:rPr>
              <a:t>             C2distinction  </a:t>
            </a:r>
            <a:r>
              <a:rPr lang="en-US" sz="2800" b="1" dirty="0">
                <a:cs typeface="Arial" pitchFamily="34" charset="0"/>
                <a:sym typeface="Symbol" pitchFamily="18" charset="2"/>
              </a:rPr>
              <a:t> </a:t>
            </a:r>
            <a:r>
              <a:rPr lang="en-US" sz="2800" dirty="0">
                <a:cs typeface="Arial" pitchFamily="34" charset="0"/>
                <a:sym typeface="Symbol" pitchFamily="18" charset="2"/>
              </a:rPr>
              <a:t> </a:t>
            </a:r>
            <a:r>
              <a:rPr lang="en-US" sz="2800" baseline="-25000" dirty="0">
                <a:cs typeface="Arial" pitchFamily="34" charset="0"/>
                <a:sym typeface="Symbol" pitchFamily="18" charset="2"/>
              </a:rPr>
              <a:t>(</a:t>
            </a:r>
            <a:r>
              <a:rPr lang="en-US" sz="2800" baseline="-25000" dirty="0" err="1">
                <a:cs typeface="Arial" pitchFamily="34" charset="0"/>
                <a:sym typeface="Symbol" pitchFamily="18" charset="2"/>
              </a:rPr>
              <a:t>cid</a:t>
            </a:r>
            <a:r>
              <a:rPr lang="en-US" sz="2800" baseline="-25000" dirty="0">
                <a:cs typeface="Arial" pitchFamily="34" charset="0"/>
                <a:sym typeface="Symbol" pitchFamily="18" charset="2"/>
              </a:rPr>
              <a:t> = ‘C2’ </a:t>
            </a:r>
            <a:r>
              <a:rPr lang="en-US" sz="2800" baseline="-25000" dirty="0">
                <a:solidFill>
                  <a:schemeClr val="accent2">
                    <a:lumMod val="75000"/>
                  </a:schemeClr>
                </a:solidFill>
                <a:cs typeface="Arial" pitchFamily="34" charset="0"/>
                <a:sym typeface="Symbol" pitchFamily="18" charset="2"/>
              </a:rPr>
              <a:t>^ </a:t>
            </a:r>
            <a:r>
              <a:rPr lang="en-US" sz="2800" baseline="-25000" dirty="0">
                <a:cs typeface="Arial" pitchFamily="34" charset="0"/>
                <a:sym typeface="Symbol" pitchFamily="18" charset="2"/>
              </a:rPr>
              <a:t>Mark &gt;= 70)</a:t>
            </a:r>
            <a:r>
              <a:rPr lang="en-US" sz="2800" dirty="0">
                <a:cs typeface="Arial" pitchFamily="34" charset="0"/>
                <a:sym typeface="Symbol" pitchFamily="18" charset="2"/>
              </a:rPr>
              <a:t> ( Registration )</a:t>
            </a:r>
            <a:endParaRPr lang="en-US" sz="2800" dirty="0"/>
          </a:p>
          <a:p>
            <a:pPr marL="0" indent="0">
              <a:buNone/>
              <a:tabLst>
                <a:tab pos="3676650" algn="l"/>
              </a:tabLst>
            </a:pPr>
            <a:endParaRPr lang="en-US" sz="2800" dirty="0">
              <a:ea typeface="MS Mincho" pitchFamily="49" charset="-128"/>
              <a:cs typeface="Calibri Light" panose="020F0302020204030204" pitchFamily="34" charset="0"/>
            </a:endParaRPr>
          </a:p>
          <a:p>
            <a:pPr marL="0" indent="0">
              <a:buNone/>
              <a:tabLst>
                <a:tab pos="3676650" algn="l"/>
              </a:tabLst>
            </a:pPr>
            <a:endParaRPr lang="en-US" sz="2800" dirty="0">
              <a:cs typeface="Calibri Light" panose="020F0302020204030204" pitchFamily="34" charset="0"/>
            </a:endParaRPr>
          </a:p>
          <a:p>
            <a:pPr marL="0" indent="0">
              <a:buNone/>
              <a:tabLst>
                <a:tab pos="3676650" algn="l"/>
              </a:tabLst>
            </a:pPr>
            <a:endParaRPr lang="en-US" sz="2800" i="1" dirty="0">
              <a:sym typeface="Symbol" pitchFamily="18" charset="2"/>
            </a:endParaRPr>
          </a:p>
        </p:txBody>
      </p:sp>
      <p:graphicFrame>
        <p:nvGraphicFramePr>
          <p:cNvPr id="5" name="Group 32">
            <a:extLst>
              <a:ext uri="{FF2B5EF4-FFF2-40B4-BE49-F238E27FC236}">
                <a16:creationId xmlns:a16="http://schemas.microsoft.com/office/drawing/2014/main" id="{01BF549D-1FB4-4223-F3BC-9E8E97E069ED}"/>
              </a:ext>
            </a:extLst>
          </p:cNvPr>
          <p:cNvGraphicFramePr>
            <a:graphicFrameLocks noGrp="1"/>
          </p:cNvGraphicFramePr>
          <p:nvPr>
            <p:extLst>
              <p:ext uri="{D42A27DB-BD31-4B8C-83A1-F6EECF244321}">
                <p14:modId xmlns:p14="http://schemas.microsoft.com/office/powerpoint/2010/main" val="2784595002"/>
              </p:ext>
            </p:extLst>
          </p:nvPr>
        </p:nvGraphicFramePr>
        <p:xfrm>
          <a:off x="3432173" y="3409950"/>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8" name="Group 32">
            <a:extLst>
              <a:ext uri="{FF2B5EF4-FFF2-40B4-BE49-F238E27FC236}">
                <a16:creationId xmlns:a16="http://schemas.microsoft.com/office/drawing/2014/main" id="{B1C4598F-3352-534A-5E3D-6351C4809EC1}"/>
              </a:ext>
            </a:extLst>
          </p:cNvPr>
          <p:cNvGraphicFramePr>
            <a:graphicFrameLocks noGrp="1"/>
          </p:cNvGraphicFramePr>
          <p:nvPr>
            <p:extLst>
              <p:ext uri="{D42A27DB-BD31-4B8C-83A1-F6EECF244321}">
                <p14:modId xmlns:p14="http://schemas.microsoft.com/office/powerpoint/2010/main" val="153777288"/>
              </p:ext>
            </p:extLst>
          </p:nvPr>
        </p:nvGraphicFramePr>
        <p:xfrm>
          <a:off x="8905321" y="3409949"/>
          <a:ext cx="2663827" cy="109585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TextBox 8">
            <a:extLst>
              <a:ext uri="{FF2B5EF4-FFF2-40B4-BE49-F238E27FC236}">
                <a16:creationId xmlns:a16="http://schemas.microsoft.com/office/drawing/2014/main" id="{C57617A6-14C4-00E0-0297-336541F3B7F1}"/>
              </a:ext>
            </a:extLst>
          </p:cNvPr>
          <p:cNvSpPr txBox="1"/>
          <p:nvPr/>
        </p:nvSpPr>
        <p:spPr>
          <a:xfrm>
            <a:off x="3376736" y="3059668"/>
            <a:ext cx="1304524" cy="369332"/>
          </a:xfrm>
          <a:prstGeom prst="rect">
            <a:avLst/>
          </a:prstGeom>
          <a:noFill/>
        </p:spPr>
        <p:txBody>
          <a:bodyPr wrap="none" rtlCol="0">
            <a:spAutoFit/>
          </a:bodyPr>
          <a:lstStyle/>
          <a:p>
            <a:r>
              <a:rPr lang="en-GB" dirty="0"/>
              <a:t>Registration</a:t>
            </a:r>
          </a:p>
        </p:txBody>
      </p:sp>
      <p:sp>
        <p:nvSpPr>
          <p:cNvPr id="11" name="TextBox 10">
            <a:extLst>
              <a:ext uri="{FF2B5EF4-FFF2-40B4-BE49-F238E27FC236}">
                <a16:creationId xmlns:a16="http://schemas.microsoft.com/office/drawing/2014/main" id="{184C3AAC-4C59-BDA9-75AF-0F20961568D0}"/>
              </a:ext>
            </a:extLst>
          </p:cNvPr>
          <p:cNvSpPr txBox="1"/>
          <p:nvPr/>
        </p:nvSpPr>
        <p:spPr>
          <a:xfrm>
            <a:off x="8822209" y="3023140"/>
            <a:ext cx="1410001" cy="369332"/>
          </a:xfrm>
          <a:prstGeom prst="rect">
            <a:avLst/>
          </a:prstGeom>
          <a:noFill/>
        </p:spPr>
        <p:txBody>
          <a:bodyPr wrap="none" rtlCol="0">
            <a:spAutoFit/>
          </a:bodyPr>
          <a:lstStyle/>
          <a:p>
            <a:r>
              <a:rPr lang="en-GB" dirty="0"/>
              <a:t>C2distinction</a:t>
            </a:r>
          </a:p>
        </p:txBody>
      </p:sp>
      <p:sp>
        <p:nvSpPr>
          <p:cNvPr id="12" name="Arrow: Right 11">
            <a:extLst>
              <a:ext uri="{FF2B5EF4-FFF2-40B4-BE49-F238E27FC236}">
                <a16:creationId xmlns:a16="http://schemas.microsoft.com/office/drawing/2014/main" id="{7F8145A7-8E03-560F-EB65-DC884740718C}"/>
              </a:ext>
              <a:ext uri="{C183D7F6-B498-43B3-948B-1728B52AA6E4}">
                <adec:decorative xmlns:adec="http://schemas.microsoft.com/office/drawing/2017/decorative" val="1"/>
              </a:ext>
            </a:extLst>
          </p:cNvPr>
          <p:cNvSpPr/>
          <p:nvPr/>
        </p:nvSpPr>
        <p:spPr>
          <a:xfrm>
            <a:off x="6593891" y="3844640"/>
            <a:ext cx="207727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61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29</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Restrict (Select) operation (4.3) </a:t>
            </a:r>
            <a:r>
              <a:rPr kumimoji="0" lang="en-GB" sz="4800" b="1" i="0" u="none" strike="noStrike" kern="1200" cap="none" spc="-50" normalizeH="0" baseline="0" noProof="0" dirty="0">
                <a:ln>
                  <a:noFill/>
                </a:ln>
                <a:solidFill>
                  <a:schemeClr val="tx1">
                    <a:lumMod val="75000"/>
                    <a:lumOff val="25000"/>
                  </a:schemeClr>
                </a:solidFill>
                <a:effectLst/>
                <a:uLnTx/>
                <a:uFillTx/>
                <a:latin typeface="+mj-lt"/>
                <a:ea typeface="+mj-ea"/>
                <a:cs typeface="+mj-cs"/>
              </a:rPr>
              <a:t>SQL</a:t>
            </a:r>
            <a:endPar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endParaRP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452593"/>
            <a:ext cx="11111949"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2800" dirty="0"/>
              <a:t>e.g. </a:t>
            </a:r>
            <a:r>
              <a:rPr lang="en-US" sz="2800" dirty="0" err="1"/>
              <a:t>cid</a:t>
            </a:r>
            <a:r>
              <a:rPr lang="en-US" sz="2800" dirty="0"/>
              <a:t> = ‘C2’  </a:t>
            </a:r>
            <a:r>
              <a:rPr lang="en-US" sz="2800" dirty="0">
                <a:solidFill>
                  <a:srgbClr val="003882"/>
                </a:solidFill>
                <a:ea typeface="MS Mincho" pitchFamily="49" charset="-128"/>
              </a:rPr>
              <a:t>⋀</a:t>
            </a:r>
            <a:r>
              <a:rPr lang="en-US" sz="2800" dirty="0">
                <a:ea typeface="MS Mincho" pitchFamily="49" charset="-128"/>
              </a:rPr>
              <a:t> </a:t>
            </a:r>
            <a:r>
              <a:rPr lang="en-US" sz="2800" dirty="0">
                <a:ea typeface="MS Mincho" pitchFamily="49" charset="-128"/>
                <a:cs typeface="Calibri Light" panose="020F0302020204030204" pitchFamily="34" charset="0"/>
              </a:rPr>
              <a:t>Mark  &gt;= 70            (all taking C2 with a distinction)</a:t>
            </a:r>
          </a:p>
          <a:p>
            <a:pPr marL="0" indent="0">
              <a:buNone/>
              <a:tabLst>
                <a:tab pos="3676650" algn="l"/>
              </a:tabLst>
            </a:pPr>
            <a:r>
              <a:rPr lang="en-US" sz="2800" dirty="0">
                <a:solidFill>
                  <a:schemeClr val="accent2">
                    <a:lumMod val="75000"/>
                  </a:schemeClr>
                </a:solidFill>
                <a:ea typeface="MS Mincho" pitchFamily="49" charset="-128"/>
                <a:cs typeface="Calibri Light" panose="020F0302020204030204" pitchFamily="34" charset="0"/>
              </a:rPr>
              <a:t> </a:t>
            </a:r>
            <a:r>
              <a:rPr lang="en-US" sz="2800" dirty="0">
                <a:solidFill>
                  <a:schemeClr val="accent2">
                    <a:lumMod val="75000"/>
                  </a:schemeClr>
                </a:solidFill>
                <a:highlight>
                  <a:srgbClr val="D2EFFA"/>
                </a:highlight>
                <a:ea typeface="MS Mincho" pitchFamily="49" charset="-128"/>
                <a:cs typeface="Calibri Light" panose="020F0302020204030204" pitchFamily="34" charset="0"/>
              </a:rPr>
              <a:t>SELECT * FROM Registration WHERE </a:t>
            </a:r>
            <a:r>
              <a:rPr lang="en-US" sz="2800" dirty="0" err="1">
                <a:solidFill>
                  <a:schemeClr val="accent2">
                    <a:lumMod val="75000"/>
                  </a:schemeClr>
                </a:solidFill>
                <a:highlight>
                  <a:srgbClr val="D2EFFA"/>
                </a:highlight>
                <a:ea typeface="MS Mincho" pitchFamily="49" charset="-128"/>
                <a:cs typeface="Calibri Light" panose="020F0302020204030204" pitchFamily="34" charset="0"/>
              </a:rPr>
              <a:t>cid</a:t>
            </a:r>
            <a:r>
              <a:rPr lang="en-US" sz="2800" dirty="0">
                <a:solidFill>
                  <a:schemeClr val="accent2">
                    <a:lumMod val="75000"/>
                  </a:schemeClr>
                </a:solidFill>
                <a:highlight>
                  <a:srgbClr val="D2EFFA"/>
                </a:highlight>
                <a:ea typeface="MS Mincho" pitchFamily="49" charset="-128"/>
                <a:cs typeface="Calibri Light" panose="020F0302020204030204" pitchFamily="34" charset="0"/>
              </a:rPr>
              <a:t> = ‘C2' AND mark &gt;= 70</a:t>
            </a:r>
            <a:endParaRPr lang="en-US" sz="2800" dirty="0">
              <a:highlight>
                <a:srgbClr val="D2EFFA"/>
              </a:highlight>
              <a:ea typeface="MS Mincho" pitchFamily="49" charset="-128"/>
              <a:cs typeface="Calibri Light" panose="020F0302020204030204" pitchFamily="34" charset="0"/>
            </a:endParaRPr>
          </a:p>
          <a:p>
            <a:pPr marL="0" indent="0">
              <a:buNone/>
              <a:tabLst>
                <a:tab pos="3676650" algn="l"/>
              </a:tabLst>
            </a:pPr>
            <a:endParaRPr lang="en-US" sz="2800" dirty="0">
              <a:cs typeface="Calibri Light" panose="020F0302020204030204" pitchFamily="34" charset="0"/>
            </a:endParaRPr>
          </a:p>
          <a:p>
            <a:pPr marL="0" indent="0">
              <a:buNone/>
              <a:tabLst>
                <a:tab pos="3676650" algn="l"/>
              </a:tabLst>
            </a:pPr>
            <a:endParaRPr lang="en-US" sz="2800" i="1" dirty="0">
              <a:sym typeface="Symbol" pitchFamily="18" charset="2"/>
            </a:endParaRPr>
          </a:p>
        </p:txBody>
      </p:sp>
      <p:graphicFrame>
        <p:nvGraphicFramePr>
          <p:cNvPr id="5" name="Group 32">
            <a:extLst>
              <a:ext uri="{FF2B5EF4-FFF2-40B4-BE49-F238E27FC236}">
                <a16:creationId xmlns:a16="http://schemas.microsoft.com/office/drawing/2014/main" id="{01BF549D-1FB4-4223-F3BC-9E8E97E069ED}"/>
              </a:ext>
            </a:extLst>
          </p:cNvPr>
          <p:cNvGraphicFramePr>
            <a:graphicFrameLocks noGrp="1"/>
          </p:cNvGraphicFramePr>
          <p:nvPr>
            <p:extLst>
              <p:ext uri="{D42A27DB-BD31-4B8C-83A1-F6EECF244321}">
                <p14:modId xmlns:p14="http://schemas.microsoft.com/office/powerpoint/2010/main" val="488727823"/>
              </p:ext>
            </p:extLst>
          </p:nvPr>
        </p:nvGraphicFramePr>
        <p:xfrm>
          <a:off x="3432173" y="3409950"/>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8" name="Group 32">
            <a:extLst>
              <a:ext uri="{FF2B5EF4-FFF2-40B4-BE49-F238E27FC236}">
                <a16:creationId xmlns:a16="http://schemas.microsoft.com/office/drawing/2014/main" id="{B1C4598F-3352-534A-5E3D-6351C4809EC1}"/>
              </a:ext>
            </a:extLst>
          </p:cNvPr>
          <p:cNvGraphicFramePr>
            <a:graphicFrameLocks noGrp="1"/>
          </p:cNvGraphicFramePr>
          <p:nvPr>
            <p:extLst>
              <p:ext uri="{D42A27DB-BD31-4B8C-83A1-F6EECF244321}">
                <p14:modId xmlns:p14="http://schemas.microsoft.com/office/powerpoint/2010/main" val="3323430312"/>
              </p:ext>
            </p:extLst>
          </p:nvPr>
        </p:nvGraphicFramePr>
        <p:xfrm>
          <a:off x="8905321" y="3409949"/>
          <a:ext cx="2663827" cy="109585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TextBox 8">
            <a:extLst>
              <a:ext uri="{FF2B5EF4-FFF2-40B4-BE49-F238E27FC236}">
                <a16:creationId xmlns:a16="http://schemas.microsoft.com/office/drawing/2014/main" id="{C57617A6-14C4-00E0-0297-336541F3B7F1}"/>
              </a:ext>
            </a:extLst>
          </p:cNvPr>
          <p:cNvSpPr txBox="1"/>
          <p:nvPr/>
        </p:nvSpPr>
        <p:spPr>
          <a:xfrm>
            <a:off x="3376736" y="3059668"/>
            <a:ext cx="1304524" cy="369332"/>
          </a:xfrm>
          <a:prstGeom prst="rect">
            <a:avLst/>
          </a:prstGeom>
          <a:noFill/>
        </p:spPr>
        <p:txBody>
          <a:bodyPr wrap="none" rtlCol="0">
            <a:spAutoFit/>
          </a:bodyPr>
          <a:lstStyle/>
          <a:p>
            <a:r>
              <a:rPr lang="en-GB" dirty="0"/>
              <a:t>Registration</a:t>
            </a:r>
          </a:p>
        </p:txBody>
      </p:sp>
      <p:sp>
        <p:nvSpPr>
          <p:cNvPr id="11" name="TextBox 10">
            <a:extLst>
              <a:ext uri="{FF2B5EF4-FFF2-40B4-BE49-F238E27FC236}">
                <a16:creationId xmlns:a16="http://schemas.microsoft.com/office/drawing/2014/main" id="{184C3AAC-4C59-BDA9-75AF-0F20961568D0}"/>
              </a:ext>
            </a:extLst>
          </p:cNvPr>
          <p:cNvSpPr txBox="1"/>
          <p:nvPr/>
        </p:nvSpPr>
        <p:spPr>
          <a:xfrm>
            <a:off x="8822209" y="3023140"/>
            <a:ext cx="1410001" cy="369332"/>
          </a:xfrm>
          <a:prstGeom prst="rect">
            <a:avLst/>
          </a:prstGeom>
          <a:noFill/>
        </p:spPr>
        <p:txBody>
          <a:bodyPr wrap="none" rtlCol="0">
            <a:spAutoFit/>
          </a:bodyPr>
          <a:lstStyle/>
          <a:p>
            <a:r>
              <a:rPr lang="en-GB" dirty="0"/>
              <a:t>C2distinction</a:t>
            </a:r>
          </a:p>
        </p:txBody>
      </p:sp>
      <p:sp>
        <p:nvSpPr>
          <p:cNvPr id="12" name="Arrow: Right 11">
            <a:extLst>
              <a:ext uri="{FF2B5EF4-FFF2-40B4-BE49-F238E27FC236}">
                <a16:creationId xmlns:a16="http://schemas.microsoft.com/office/drawing/2014/main" id="{7F8145A7-8E03-560F-EB65-DC884740718C}"/>
              </a:ext>
              <a:ext uri="{C183D7F6-B498-43B3-948B-1728B52AA6E4}">
                <adec:decorative xmlns:adec="http://schemas.microsoft.com/office/drawing/2017/decorative" val="1"/>
              </a:ext>
            </a:extLst>
          </p:cNvPr>
          <p:cNvSpPr/>
          <p:nvPr/>
        </p:nvSpPr>
        <p:spPr>
          <a:xfrm>
            <a:off x="6593891" y="3844640"/>
            <a:ext cx="207727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12751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30</a:t>
            </a:fld>
            <a:endParaRPr lang="en-GB"/>
          </a:p>
        </p:txBody>
      </p:sp>
      <p:sp>
        <p:nvSpPr>
          <p:cNvPr id="4" name="Content Placeholder 1">
            <a:extLst>
              <a:ext uri="{FF2B5EF4-FFF2-40B4-BE49-F238E27FC236}">
                <a16:creationId xmlns:a16="http://schemas.microsoft.com/office/drawing/2014/main" id="{8841DB77-CD53-1357-9AAD-56440D0922EC}"/>
              </a:ext>
              <a:ext uri="{C183D7F6-B498-43B3-948B-1728B52AA6E4}">
                <adec:decorative xmlns:adec="http://schemas.microsoft.com/office/drawing/2017/decorative" val="1"/>
              </a:ext>
            </a:extLst>
          </p:cNvPr>
          <p:cNvSpPr txBox="1">
            <a:spLocks/>
          </p:cNvSpPr>
          <p:nvPr/>
        </p:nvSpPr>
        <p:spPr>
          <a:xfrm>
            <a:off x="1097280" y="1845734"/>
            <a:ext cx="10058400"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GB" dirty="0"/>
          </a:p>
        </p:txBody>
      </p:sp>
      <p:graphicFrame>
        <p:nvGraphicFramePr>
          <p:cNvPr id="5" name="Group 5">
            <a:extLst>
              <a:ext uri="{FF2B5EF4-FFF2-40B4-BE49-F238E27FC236}">
                <a16:creationId xmlns:a16="http://schemas.microsoft.com/office/drawing/2014/main" id="{4D8F2B96-6FB3-EF97-B17E-25BAF1BB49CF}"/>
              </a:ext>
            </a:extLst>
          </p:cNvPr>
          <p:cNvGraphicFramePr>
            <a:graphicFrameLocks noGrp="1"/>
          </p:cNvGraphicFramePr>
          <p:nvPr>
            <p:extLst>
              <p:ext uri="{D42A27DB-BD31-4B8C-83A1-F6EECF244321}">
                <p14:modId xmlns:p14="http://schemas.microsoft.com/office/powerpoint/2010/main" val="3141417601"/>
              </p:ext>
            </p:extLst>
          </p:nvPr>
        </p:nvGraphicFramePr>
        <p:xfrm>
          <a:off x="782485" y="2804665"/>
          <a:ext cx="2663827" cy="2160907"/>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Dan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80053622"/>
                  </a:ext>
                </a:extLst>
              </a:tr>
            </a:tbl>
          </a:graphicData>
        </a:graphic>
      </p:graphicFrame>
      <p:sp>
        <p:nvSpPr>
          <p:cNvPr id="6" name="Text Box 31">
            <a:extLst>
              <a:ext uri="{FF2B5EF4-FFF2-40B4-BE49-F238E27FC236}">
                <a16:creationId xmlns:a16="http://schemas.microsoft.com/office/drawing/2014/main" id="{0032123A-B1C8-6210-5F21-06256FED7564}"/>
              </a:ext>
            </a:extLst>
          </p:cNvPr>
          <p:cNvSpPr txBox="1">
            <a:spLocks noChangeArrowheads="1"/>
          </p:cNvSpPr>
          <p:nvPr/>
        </p:nvSpPr>
        <p:spPr bwMode="auto">
          <a:xfrm>
            <a:off x="782485" y="2435333"/>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Project operation(1)</a:t>
            </a:r>
          </a:p>
        </p:txBody>
      </p:sp>
      <p:sp>
        <p:nvSpPr>
          <p:cNvPr id="28" name="TextBox 27">
            <a:extLst>
              <a:ext uri="{FF2B5EF4-FFF2-40B4-BE49-F238E27FC236}">
                <a16:creationId xmlns:a16="http://schemas.microsoft.com/office/drawing/2014/main" id="{01AE232D-3656-9557-B54F-8563931DF338}"/>
              </a:ext>
            </a:extLst>
          </p:cNvPr>
          <p:cNvSpPr txBox="1"/>
          <p:nvPr/>
        </p:nvSpPr>
        <p:spPr>
          <a:xfrm>
            <a:off x="1498322" y="1607128"/>
            <a:ext cx="8044326" cy="584775"/>
          </a:xfrm>
          <a:prstGeom prst="rect">
            <a:avLst/>
          </a:prstGeom>
          <a:noFill/>
        </p:spPr>
        <p:txBody>
          <a:bodyPr wrap="square">
            <a:spAutoFit/>
          </a:bodyPr>
          <a:lstStyle/>
          <a:p>
            <a:r>
              <a:rPr lang="en-US" sz="3200" b="1" dirty="0">
                <a:solidFill>
                  <a:schemeClr val="accent2">
                    <a:lumMod val="75000"/>
                  </a:schemeClr>
                </a:solidFill>
                <a:sym typeface="Symbol" pitchFamily="18" charset="2"/>
              </a:rPr>
              <a:t></a:t>
            </a:r>
            <a:r>
              <a:rPr lang="en-US" sz="3200" dirty="0">
                <a:solidFill>
                  <a:schemeClr val="accent2">
                    <a:lumMod val="75000"/>
                  </a:schemeClr>
                </a:solidFill>
                <a:sym typeface="Symbol" pitchFamily="18" charset="2"/>
              </a:rPr>
              <a:t> </a:t>
            </a:r>
            <a:r>
              <a:rPr lang="en-US" sz="3200" baseline="-25000" dirty="0">
                <a:solidFill>
                  <a:schemeClr val="accent2">
                    <a:lumMod val="75000"/>
                  </a:schemeClr>
                </a:solidFill>
                <a:sym typeface="Symbol" pitchFamily="18" charset="2"/>
              </a:rPr>
              <a:t>Name, Gender</a:t>
            </a:r>
            <a:r>
              <a:rPr lang="en-US" sz="3200" dirty="0">
                <a:solidFill>
                  <a:schemeClr val="accent2">
                    <a:lumMod val="75000"/>
                  </a:schemeClr>
                </a:solidFill>
                <a:sym typeface="Symbol" pitchFamily="18" charset="2"/>
              </a:rPr>
              <a:t> ( Student ) </a:t>
            </a:r>
            <a:endParaRPr lang="en-GB" sz="3200" dirty="0">
              <a:solidFill>
                <a:schemeClr val="accent2">
                  <a:lumMod val="75000"/>
                </a:schemeClr>
              </a:solidFill>
            </a:endParaRPr>
          </a:p>
        </p:txBody>
      </p:sp>
      <p:graphicFrame>
        <p:nvGraphicFramePr>
          <p:cNvPr id="29" name="Group 81">
            <a:extLst>
              <a:ext uri="{FF2B5EF4-FFF2-40B4-BE49-F238E27FC236}">
                <a16:creationId xmlns:a16="http://schemas.microsoft.com/office/drawing/2014/main" id="{3B6D280F-2F69-29F2-B657-8DEA879DC3BC}"/>
              </a:ext>
            </a:extLst>
          </p:cNvPr>
          <p:cNvGraphicFramePr>
            <a:graphicFrameLocks noGrp="1"/>
          </p:cNvGraphicFramePr>
          <p:nvPr>
            <p:extLst>
              <p:ext uri="{D42A27DB-BD31-4B8C-83A1-F6EECF244321}">
                <p14:modId xmlns:p14="http://schemas.microsoft.com/office/powerpoint/2010/main" val="2260628296"/>
              </p:ext>
            </p:extLst>
          </p:nvPr>
        </p:nvGraphicFramePr>
        <p:xfrm>
          <a:off x="7237317" y="2867895"/>
          <a:ext cx="1997075" cy="1802132"/>
        </p:xfrm>
        <a:graphic>
          <a:graphicData uri="http://schemas.openxmlformats.org/drawingml/2006/table">
            <a:tbl>
              <a:tblPr firstRow="1"/>
              <a:tblGrid>
                <a:gridCol w="1036637">
                  <a:extLst>
                    <a:ext uri="{9D8B030D-6E8A-4147-A177-3AD203B41FA5}">
                      <a16:colId xmlns:a16="http://schemas.microsoft.com/office/drawing/2014/main" val="20001"/>
                    </a:ext>
                  </a:extLst>
                </a:gridCol>
                <a:gridCol w="960438">
                  <a:extLst>
                    <a:ext uri="{9D8B030D-6E8A-4147-A177-3AD203B41FA5}">
                      <a16:colId xmlns:a16="http://schemas.microsoft.com/office/drawing/2014/main" val="20002"/>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7727681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Dan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8145533"/>
                  </a:ext>
                </a:extLst>
              </a:tr>
            </a:tbl>
          </a:graphicData>
        </a:graphic>
      </p:graphicFrame>
      <p:sp>
        <p:nvSpPr>
          <p:cNvPr id="31" name="Arrow: Right 30">
            <a:extLst>
              <a:ext uri="{FF2B5EF4-FFF2-40B4-BE49-F238E27FC236}">
                <a16:creationId xmlns:a16="http://schemas.microsoft.com/office/drawing/2014/main" id="{54FE2712-364F-5599-00B3-59FD07D278F3}"/>
              </a:ext>
              <a:ext uri="{C183D7F6-B498-43B3-948B-1728B52AA6E4}">
                <adec:decorative xmlns:adec="http://schemas.microsoft.com/office/drawing/2017/decorative" val="1"/>
              </a:ext>
            </a:extLst>
          </p:cNvPr>
          <p:cNvSpPr/>
          <p:nvPr/>
        </p:nvSpPr>
        <p:spPr>
          <a:xfrm>
            <a:off x="4887141" y="3119076"/>
            <a:ext cx="1718624" cy="3734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41">
            <a:extLst>
              <a:ext uri="{FF2B5EF4-FFF2-40B4-BE49-F238E27FC236}">
                <a16:creationId xmlns:a16="http://schemas.microsoft.com/office/drawing/2014/main" id="{15B22AEE-BA19-EDE6-80C0-A682C34B5567}"/>
              </a:ext>
            </a:extLst>
          </p:cNvPr>
          <p:cNvSpPr>
            <a:spLocks noChangeArrowheads="1"/>
          </p:cNvSpPr>
          <p:nvPr/>
        </p:nvSpPr>
        <p:spPr bwMode="auto">
          <a:xfrm>
            <a:off x="2607571" y="5167363"/>
            <a:ext cx="6264696" cy="373436"/>
          </a:xfrm>
          <a:prstGeom prst="rect">
            <a:avLst/>
          </a:prstGeom>
          <a:noFill/>
          <a:ln w="9525" algn="ctr">
            <a:noFill/>
            <a:prstDash val="dash"/>
            <a:miter lim="800000"/>
            <a:headEnd/>
            <a:tailEnd/>
          </a:ln>
        </p:spPr>
        <p:txBody>
          <a:bodyPr wrap="square">
            <a:spAutoFit/>
          </a:bodyPr>
          <a:lstStyle/>
          <a:p>
            <a:pPr marL="0" lvl="1" algn="l">
              <a:lnSpc>
                <a:spcPct val="110000"/>
              </a:lnSpc>
              <a:spcBef>
                <a:spcPct val="20000"/>
              </a:spcBef>
              <a:buClr>
                <a:srgbClr val="000099"/>
              </a:buClr>
            </a:pPr>
            <a:r>
              <a:rPr lang="en-US" sz="1800" i="1" dirty="0">
                <a:latin typeface="Arial" charset="0"/>
                <a:sym typeface="Symbol" pitchFamily="18" charset="2"/>
              </a:rPr>
              <a:t>All duplicat</a:t>
            </a:r>
            <a:r>
              <a:rPr lang="en-US" i="1" dirty="0">
                <a:latin typeface="Arial" charset="0"/>
                <a:sym typeface="Symbol" pitchFamily="18" charset="2"/>
              </a:rPr>
              <a:t>e rows have been removed from the table</a:t>
            </a:r>
            <a:endParaRPr lang="en-US" sz="1800" i="1" dirty="0">
              <a:latin typeface="Arial" charset="0"/>
              <a:sym typeface="Symbol" pitchFamily="18" charset="2"/>
            </a:endParaRPr>
          </a:p>
        </p:txBody>
      </p:sp>
      <p:pic>
        <p:nvPicPr>
          <p:cNvPr id="7" name="Picture 6">
            <a:extLst>
              <a:ext uri="{FF2B5EF4-FFF2-40B4-BE49-F238E27FC236}">
                <a16:creationId xmlns:a16="http://schemas.microsoft.com/office/drawing/2014/main" id="{04D24394-717D-548E-C963-9DD8C0527781}"/>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556469" y="1009146"/>
            <a:ext cx="1499695" cy="1999593"/>
          </a:xfrm>
          <a:prstGeom prst="rect">
            <a:avLst/>
          </a:prstGeom>
          <a:ln>
            <a:noFill/>
          </a:ln>
          <a:extLst>
            <a:ext uri="{53640926-AAD7-44D8-BBD7-CCE9431645EC}">
              <a14:shadowObscured xmlns:a14="http://schemas.microsoft.com/office/drawing/2010/main"/>
            </a:ext>
          </a:extLst>
        </p:spPr>
      </p:pic>
      <p:graphicFrame>
        <p:nvGraphicFramePr>
          <p:cNvPr id="8" name="Group 5">
            <a:extLst>
              <a:ext uri="{FF2B5EF4-FFF2-40B4-BE49-F238E27FC236}">
                <a16:creationId xmlns:a16="http://schemas.microsoft.com/office/drawing/2014/main" id="{FB0DBFB5-3FB3-2772-EDC5-48582FAD49E8}"/>
              </a:ext>
            </a:extLst>
          </p:cNvPr>
          <p:cNvGraphicFramePr>
            <a:graphicFrameLocks noGrp="1"/>
          </p:cNvGraphicFramePr>
          <p:nvPr>
            <p:extLst>
              <p:ext uri="{D42A27DB-BD31-4B8C-83A1-F6EECF244321}">
                <p14:modId xmlns:p14="http://schemas.microsoft.com/office/powerpoint/2010/main" val="612008525"/>
              </p:ext>
            </p:extLst>
          </p:nvPr>
        </p:nvGraphicFramePr>
        <p:xfrm>
          <a:off x="782485" y="2804665"/>
          <a:ext cx="2663827" cy="2160907"/>
        </p:xfrm>
        <a:graphic>
          <a:graphicData uri="http://schemas.openxmlformats.org/drawingml/2006/table">
            <a:tbl>
              <a:tblPr firstRow="1"/>
              <a:tblGrid>
                <a:gridCol w="561772">
                  <a:extLst>
                    <a:ext uri="{9D8B030D-6E8A-4147-A177-3AD203B41FA5}">
                      <a16:colId xmlns:a16="http://schemas.microsoft.com/office/drawing/2014/main" val="20000"/>
                    </a:ext>
                  </a:extLst>
                </a:gridCol>
                <a:gridCol w="1128780">
                  <a:extLst>
                    <a:ext uri="{9D8B030D-6E8A-4147-A177-3AD203B41FA5}">
                      <a16:colId xmlns:a16="http://schemas.microsoft.com/office/drawing/2014/main" val="20001"/>
                    </a:ext>
                  </a:extLst>
                </a:gridCol>
                <a:gridCol w="973275">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Dan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80053622"/>
                  </a:ext>
                </a:extLst>
              </a:tr>
            </a:tbl>
          </a:graphicData>
        </a:graphic>
      </p:graphicFrame>
      <p:sp>
        <p:nvSpPr>
          <p:cNvPr id="9" name="TextBox 8">
            <a:extLst>
              <a:ext uri="{FF2B5EF4-FFF2-40B4-BE49-F238E27FC236}">
                <a16:creationId xmlns:a16="http://schemas.microsoft.com/office/drawing/2014/main" id="{882952D1-566C-B4BD-2944-F727E6D6668F}"/>
              </a:ext>
            </a:extLst>
          </p:cNvPr>
          <p:cNvSpPr txBox="1"/>
          <p:nvPr/>
        </p:nvSpPr>
        <p:spPr>
          <a:xfrm>
            <a:off x="1143699" y="5766856"/>
            <a:ext cx="7400226" cy="461665"/>
          </a:xfrm>
          <a:prstGeom prst="rect">
            <a:avLst/>
          </a:prstGeom>
          <a:noFill/>
        </p:spPr>
        <p:txBody>
          <a:bodyPr wrap="square">
            <a:spAutoFit/>
          </a:bodyPr>
          <a:lstStyle/>
          <a:p>
            <a:r>
              <a:rPr lang="en-US" sz="2400" dirty="0">
                <a:solidFill>
                  <a:schemeClr val="accent2">
                    <a:lumMod val="75000"/>
                  </a:schemeClr>
                </a:solidFill>
                <a:highlight>
                  <a:srgbClr val="D2EFFA"/>
                </a:highlight>
                <a:sym typeface="Symbol" pitchFamily="18" charset="2"/>
              </a:rPr>
              <a:t>SQL: SELECT DISTINCT </a:t>
            </a:r>
            <a:r>
              <a:rPr lang="en-US" sz="2400" baseline="-25000" dirty="0">
                <a:solidFill>
                  <a:schemeClr val="accent2">
                    <a:lumMod val="75000"/>
                  </a:schemeClr>
                </a:solidFill>
                <a:highlight>
                  <a:srgbClr val="D2EFFA"/>
                </a:highlight>
                <a:sym typeface="Symbol" pitchFamily="18" charset="2"/>
              </a:rPr>
              <a:t>Name, Gender</a:t>
            </a:r>
            <a:r>
              <a:rPr lang="en-US" sz="2400" dirty="0">
                <a:solidFill>
                  <a:schemeClr val="accent2">
                    <a:lumMod val="75000"/>
                  </a:schemeClr>
                </a:solidFill>
                <a:highlight>
                  <a:srgbClr val="D2EFFA"/>
                </a:highlight>
                <a:sym typeface="Symbol" pitchFamily="18" charset="2"/>
              </a:rPr>
              <a:t> FROM Student; </a:t>
            </a:r>
            <a:endParaRPr lang="en-GB" sz="2400" dirty="0">
              <a:solidFill>
                <a:schemeClr val="accent2">
                  <a:lumMod val="75000"/>
                </a:schemeClr>
              </a:solidFill>
              <a:highlight>
                <a:srgbClr val="D2EFFA"/>
              </a:highlight>
            </a:endParaRPr>
          </a:p>
        </p:txBody>
      </p:sp>
    </p:spTree>
    <p:extLst>
      <p:ext uri="{BB962C8B-B14F-4D97-AF65-F5344CB8AC3E}">
        <p14:creationId xmlns:p14="http://schemas.microsoft.com/office/powerpoint/2010/main" val="247688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31</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Project operation (2)</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510097"/>
            <a:ext cx="9791701" cy="4525963"/>
          </a:xfrm>
          <a:prstGeom prst="rect">
            <a:avLst/>
          </a:prstGeom>
        </p:spPr>
        <p:txBody>
          <a:bodyPr>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2800" dirty="0"/>
              <a:t>Project use the          </a:t>
            </a:r>
            <a:r>
              <a:rPr lang="en-US" sz="4800" b="1" dirty="0">
                <a:solidFill>
                  <a:srgbClr val="CC3300"/>
                </a:solidFill>
                <a:sym typeface="Symbol" pitchFamily="18" charset="2"/>
              </a:rPr>
              <a:t> </a:t>
            </a:r>
            <a:r>
              <a:rPr lang="en-US" sz="4800" b="1" dirty="0">
                <a:solidFill>
                  <a:schemeClr val="accent2"/>
                </a:solidFill>
                <a:sym typeface="Symbol" pitchFamily="18" charset="2"/>
              </a:rPr>
              <a:t></a:t>
            </a:r>
            <a:r>
              <a:rPr lang="en-US" sz="4000" dirty="0">
                <a:solidFill>
                  <a:schemeClr val="accent2"/>
                </a:solidFill>
                <a:sym typeface="Symbol" pitchFamily="18" charset="2"/>
              </a:rPr>
              <a:t> </a:t>
            </a:r>
            <a:r>
              <a:rPr lang="en-US" dirty="0">
                <a:solidFill>
                  <a:schemeClr val="accent2"/>
                </a:solidFill>
                <a:sym typeface="Symbol" pitchFamily="18" charset="2"/>
              </a:rPr>
              <a:t>(pi)  </a:t>
            </a:r>
            <a:r>
              <a:rPr lang="en-US" sz="2600" dirty="0"/>
              <a:t>symbol</a:t>
            </a:r>
            <a:endParaRPr lang="en-US" sz="2600" dirty="0">
              <a:solidFill>
                <a:schemeClr val="accent2"/>
              </a:solidFill>
              <a:sym typeface="Symbol" pitchFamily="18" charset="2"/>
            </a:endParaRPr>
          </a:p>
          <a:p>
            <a:pPr marL="0" indent="0">
              <a:buNone/>
              <a:tabLst>
                <a:tab pos="3676650" algn="l"/>
              </a:tabLst>
            </a:pPr>
            <a:r>
              <a:rPr lang="en-US" sz="2800" dirty="0">
                <a:sym typeface="Symbol" pitchFamily="18" charset="2"/>
              </a:rPr>
              <a:t>We call this a </a:t>
            </a:r>
            <a:r>
              <a:rPr lang="en-US" sz="2800" b="1" dirty="0">
                <a:sym typeface="Symbol" pitchFamily="18" charset="2"/>
              </a:rPr>
              <a:t>Unary</a:t>
            </a:r>
            <a:r>
              <a:rPr lang="en-US" sz="2800" dirty="0">
                <a:sym typeface="Symbol" pitchFamily="18" charset="2"/>
              </a:rPr>
              <a:t> operator, as it works on a single table</a:t>
            </a:r>
          </a:p>
          <a:p>
            <a:pPr marL="0" indent="0">
              <a:buNone/>
              <a:tabLst>
                <a:tab pos="3676650" algn="l"/>
              </a:tabLst>
            </a:pPr>
            <a:r>
              <a:rPr lang="en-US" sz="2800" dirty="0">
                <a:sym typeface="Symbol" pitchFamily="18" charset="2"/>
              </a:rPr>
              <a:t>Defines </a:t>
            </a:r>
            <a:r>
              <a:rPr lang="en-US" sz="2800" b="1" dirty="0">
                <a:sym typeface="Symbol" pitchFamily="18" charset="2"/>
              </a:rPr>
              <a:t>vertical partitioning </a:t>
            </a:r>
            <a:r>
              <a:rPr lang="en-US" sz="2800" dirty="0">
                <a:sym typeface="Symbol" pitchFamily="18" charset="2"/>
              </a:rPr>
              <a:t>of a table (column)</a:t>
            </a:r>
          </a:p>
          <a:p>
            <a:pPr marL="0" indent="0">
              <a:buNone/>
              <a:tabLst>
                <a:tab pos="3676650" algn="l"/>
              </a:tabLst>
            </a:pPr>
            <a:r>
              <a:rPr lang="en-US" sz="2800" dirty="0">
                <a:latin typeface="Arial" pitchFamily="34" charset="0"/>
                <a:cs typeface="Arial" pitchFamily="34" charset="0"/>
              </a:rPr>
              <a:t>T2  </a:t>
            </a:r>
            <a:r>
              <a:rPr lang="en-US" sz="2800" b="1" dirty="0">
                <a:latin typeface="Arial" pitchFamily="34" charset="0"/>
                <a:cs typeface="Arial" pitchFamily="34" charset="0"/>
                <a:sym typeface="Symbol" pitchFamily="18" charset="2"/>
              </a:rPr>
              <a:t> </a:t>
            </a:r>
            <a:r>
              <a:rPr lang="en-US" sz="3600" b="1" dirty="0">
                <a:sym typeface="Symbol" pitchFamily="18" charset="2"/>
              </a:rPr>
              <a:t></a:t>
            </a:r>
            <a:r>
              <a:rPr lang="en-US" sz="2800" dirty="0">
                <a:latin typeface="Arial" pitchFamily="34" charset="0"/>
                <a:cs typeface="Arial" pitchFamily="34" charset="0"/>
                <a:sym typeface="Symbol" pitchFamily="18" charset="2"/>
              </a:rPr>
              <a:t> </a:t>
            </a:r>
            <a:r>
              <a:rPr lang="en-US" sz="2800" i="1" dirty="0">
                <a:sym typeface="Symbol" pitchFamily="18" charset="2"/>
              </a:rPr>
              <a:t>col</a:t>
            </a:r>
            <a:r>
              <a:rPr lang="en-US" sz="2800" b="1" i="1" baseline="-25000" dirty="0">
                <a:sym typeface="Symbol" pitchFamily="18" charset="2"/>
              </a:rPr>
              <a:t>1</a:t>
            </a:r>
            <a:r>
              <a:rPr lang="en-US" sz="2800" i="1" dirty="0">
                <a:sym typeface="Symbol" pitchFamily="18" charset="2"/>
              </a:rPr>
              <a:t>, col</a:t>
            </a:r>
            <a:r>
              <a:rPr lang="en-US" sz="2800" b="1" i="1" baseline="-25000" dirty="0">
                <a:sym typeface="Symbol" pitchFamily="18" charset="2"/>
              </a:rPr>
              <a:t>2</a:t>
            </a:r>
            <a:r>
              <a:rPr lang="en-US" sz="2800" i="1" dirty="0">
                <a:sym typeface="Symbol" pitchFamily="18" charset="2"/>
              </a:rPr>
              <a:t>, ..., </a:t>
            </a:r>
            <a:r>
              <a:rPr lang="en-US" sz="2800" i="1" dirty="0" err="1">
                <a:sym typeface="Symbol" pitchFamily="18" charset="2"/>
              </a:rPr>
              <a:t>col</a:t>
            </a:r>
            <a:r>
              <a:rPr lang="en-US" sz="2800" b="1" i="1" baseline="-25000" dirty="0" err="1">
                <a:sym typeface="Symbol" pitchFamily="18" charset="2"/>
              </a:rPr>
              <a:t>n</a:t>
            </a:r>
            <a:r>
              <a:rPr lang="en-US" sz="3600" i="1" dirty="0">
                <a:sym typeface="Symbol" pitchFamily="18" charset="2"/>
              </a:rPr>
              <a:t> </a:t>
            </a:r>
            <a:r>
              <a:rPr lang="en-US" sz="2800" dirty="0">
                <a:latin typeface="Arial" pitchFamily="34" charset="0"/>
                <a:cs typeface="Arial" pitchFamily="34" charset="0"/>
                <a:sym typeface="Symbol" pitchFamily="18" charset="2"/>
              </a:rPr>
              <a:t>( T1 ) </a:t>
            </a:r>
            <a:endParaRPr lang="en-GB" sz="2800" dirty="0">
              <a:latin typeface="Arial" pitchFamily="34" charset="0"/>
              <a:cs typeface="Arial" pitchFamily="34" charset="0"/>
            </a:endParaRPr>
          </a:p>
          <a:p>
            <a:pPr marL="0" indent="0" algn="ctr">
              <a:buNone/>
              <a:tabLst>
                <a:tab pos="3676650" algn="l"/>
              </a:tabLst>
            </a:pPr>
            <a:r>
              <a:rPr lang="en-US" sz="2800" i="1" dirty="0">
                <a:sym typeface="Symbol" pitchFamily="18" charset="2"/>
              </a:rPr>
              <a:t>table T2 is formed by selecting the specified columns from table T1 </a:t>
            </a:r>
          </a:p>
          <a:p>
            <a:pPr marL="0" indent="0">
              <a:buNone/>
              <a:tabLst>
                <a:tab pos="3676650" algn="l"/>
              </a:tabLst>
            </a:pPr>
            <a:r>
              <a:rPr lang="en-US" sz="2800" dirty="0">
                <a:sym typeface="Symbol" pitchFamily="18" charset="2"/>
              </a:rPr>
              <a:t>All duplicate rows are eliminated, T2 contains same or fewer number of rows in T1</a:t>
            </a:r>
            <a:endParaRPr lang="en-GB" dirty="0">
              <a:sym typeface="Symbol" pitchFamily="18" charset="2"/>
            </a:endParaRPr>
          </a:p>
          <a:p>
            <a:pPr marL="0" indent="0">
              <a:buNone/>
              <a:tabLst>
                <a:tab pos="3676650" algn="l"/>
              </a:tabLst>
            </a:pPr>
            <a:r>
              <a:rPr lang="en-US" sz="2800" dirty="0">
                <a:sym typeface="Symbol" pitchFamily="18" charset="2"/>
              </a:rPr>
              <a:t>Alternatively:</a:t>
            </a:r>
          </a:p>
          <a:p>
            <a:pPr marL="0" indent="0">
              <a:buNone/>
              <a:tabLst>
                <a:tab pos="3676650" algn="l"/>
              </a:tabLst>
            </a:pPr>
            <a:r>
              <a:rPr lang="en-US" sz="2800" dirty="0">
                <a:sym typeface="Symbol" pitchFamily="18" charset="2"/>
              </a:rPr>
              <a:t>T2 = </a:t>
            </a:r>
            <a:r>
              <a:rPr lang="en-US" sz="2800" b="1" dirty="0">
                <a:solidFill>
                  <a:schemeClr val="accent2">
                    <a:lumMod val="60000"/>
                    <a:lumOff val="40000"/>
                  </a:schemeClr>
                </a:solidFill>
                <a:sym typeface="Symbol" pitchFamily="18" charset="2"/>
              </a:rPr>
              <a:t>PROJECT </a:t>
            </a:r>
            <a:r>
              <a:rPr lang="en-US" sz="2800" dirty="0">
                <a:sym typeface="Symbol" pitchFamily="18" charset="2"/>
              </a:rPr>
              <a:t> </a:t>
            </a:r>
            <a:r>
              <a:rPr lang="en-US" sz="2800" i="1" dirty="0">
                <a:sym typeface="Symbol" pitchFamily="18" charset="2"/>
              </a:rPr>
              <a:t>T1</a:t>
            </a:r>
            <a:r>
              <a:rPr lang="en-US" sz="2800" dirty="0">
                <a:sym typeface="Symbol" pitchFamily="18" charset="2"/>
              </a:rPr>
              <a:t> </a:t>
            </a:r>
            <a:r>
              <a:rPr lang="en-US" sz="2800" b="1" dirty="0">
                <a:solidFill>
                  <a:schemeClr val="accent2">
                    <a:lumMod val="60000"/>
                    <a:lumOff val="40000"/>
                  </a:schemeClr>
                </a:solidFill>
                <a:sym typeface="Symbol" pitchFamily="18" charset="2"/>
              </a:rPr>
              <a:t>OVER</a:t>
            </a:r>
            <a:r>
              <a:rPr lang="en-US" sz="2800" dirty="0">
                <a:sym typeface="Symbol" pitchFamily="18" charset="2"/>
              </a:rPr>
              <a:t> </a:t>
            </a:r>
            <a:r>
              <a:rPr lang="en-US" sz="2600" i="1" dirty="0">
                <a:sym typeface="Symbol" pitchFamily="18" charset="2"/>
              </a:rPr>
              <a:t>col</a:t>
            </a:r>
            <a:r>
              <a:rPr lang="en-US" sz="2600" i="1" baseline="-25000" dirty="0">
                <a:sym typeface="Symbol" pitchFamily="18" charset="2"/>
              </a:rPr>
              <a:t>1</a:t>
            </a:r>
            <a:r>
              <a:rPr lang="en-US" sz="2600" i="1" dirty="0">
                <a:sym typeface="Symbol" pitchFamily="18" charset="2"/>
              </a:rPr>
              <a:t>, col</a:t>
            </a:r>
            <a:r>
              <a:rPr lang="en-US" sz="2600" i="1" baseline="-25000" dirty="0">
                <a:sym typeface="Symbol" pitchFamily="18" charset="2"/>
              </a:rPr>
              <a:t>2</a:t>
            </a:r>
            <a:r>
              <a:rPr lang="en-US" sz="2600" i="1" dirty="0">
                <a:sym typeface="Symbol" pitchFamily="18" charset="2"/>
              </a:rPr>
              <a:t>, …, </a:t>
            </a:r>
            <a:r>
              <a:rPr lang="en-US" sz="2600" i="1" dirty="0" err="1">
                <a:sym typeface="Symbol" pitchFamily="18" charset="2"/>
              </a:rPr>
              <a:t>col</a:t>
            </a:r>
            <a:r>
              <a:rPr lang="en-US" sz="2600" i="1" baseline="-25000" dirty="0" err="1">
                <a:sym typeface="Symbol" pitchFamily="18" charset="2"/>
              </a:rPr>
              <a:t>n</a:t>
            </a:r>
            <a:endParaRPr lang="en-US" sz="2800" i="1" dirty="0">
              <a:sym typeface="Symbol" pitchFamily="18" charset="2"/>
            </a:endParaRPr>
          </a:p>
        </p:txBody>
      </p:sp>
      <p:pic>
        <p:nvPicPr>
          <p:cNvPr id="5" name="Picture 4">
            <a:extLst>
              <a:ext uri="{FF2B5EF4-FFF2-40B4-BE49-F238E27FC236}">
                <a16:creationId xmlns:a16="http://schemas.microsoft.com/office/drawing/2014/main" id="{2D58C005-7751-A38A-0AAD-47DBC37888CF}"/>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556469" y="1009146"/>
            <a:ext cx="1499695" cy="199959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63057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32</a:t>
            </a:fld>
            <a:endParaRPr lang="en-GB"/>
          </a:p>
        </p:txBody>
      </p:sp>
      <p:sp>
        <p:nvSpPr>
          <p:cNvPr id="4" name="Content Placeholder 1">
            <a:extLst>
              <a:ext uri="{FF2B5EF4-FFF2-40B4-BE49-F238E27FC236}">
                <a16:creationId xmlns:a16="http://schemas.microsoft.com/office/drawing/2014/main" id="{8841DB77-CD53-1357-9AAD-56440D0922EC}"/>
              </a:ext>
              <a:ext uri="{C183D7F6-B498-43B3-948B-1728B52AA6E4}">
                <adec:decorative xmlns:adec="http://schemas.microsoft.com/office/drawing/2017/decorative" val="1"/>
              </a:ext>
            </a:extLst>
          </p:cNvPr>
          <p:cNvSpPr txBox="1">
            <a:spLocks/>
          </p:cNvSpPr>
          <p:nvPr/>
        </p:nvSpPr>
        <p:spPr>
          <a:xfrm>
            <a:off x="1097280" y="1845734"/>
            <a:ext cx="10058400"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GB" dirty="0"/>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Project operation(3) SQL</a:t>
            </a:r>
          </a:p>
        </p:txBody>
      </p:sp>
      <p:pic>
        <p:nvPicPr>
          <p:cNvPr id="7" name="Picture 6" descr="A picture containing square">
            <a:extLst>
              <a:ext uri="{FF2B5EF4-FFF2-40B4-BE49-F238E27FC236}">
                <a16:creationId xmlns:a16="http://schemas.microsoft.com/office/drawing/2014/main" id="{04D24394-717D-548E-C963-9DD8C052778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556469" y="1009146"/>
            <a:ext cx="1499695" cy="1999593"/>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0FD6DBF7-AC5C-39B4-977D-8759EA855F4F}"/>
              </a:ext>
            </a:extLst>
          </p:cNvPr>
          <p:cNvSpPr txBox="1"/>
          <p:nvPr/>
        </p:nvSpPr>
        <p:spPr>
          <a:xfrm>
            <a:off x="1498322" y="1607128"/>
            <a:ext cx="8044326" cy="584775"/>
          </a:xfrm>
          <a:prstGeom prst="rect">
            <a:avLst/>
          </a:prstGeom>
          <a:noFill/>
        </p:spPr>
        <p:txBody>
          <a:bodyPr wrap="square">
            <a:spAutoFit/>
          </a:bodyPr>
          <a:lstStyle/>
          <a:p>
            <a:r>
              <a:rPr lang="en-US" sz="3200" dirty="0">
                <a:solidFill>
                  <a:schemeClr val="accent2">
                    <a:lumMod val="75000"/>
                  </a:schemeClr>
                </a:solidFill>
                <a:sym typeface="Symbol" pitchFamily="18" charset="2"/>
              </a:rPr>
              <a:t>SELECT DISTINCT </a:t>
            </a:r>
            <a:r>
              <a:rPr lang="en-US" sz="3200" baseline="-25000" dirty="0">
                <a:solidFill>
                  <a:schemeClr val="accent2">
                    <a:lumMod val="75000"/>
                  </a:schemeClr>
                </a:solidFill>
                <a:sym typeface="Symbol" pitchFamily="18" charset="2"/>
              </a:rPr>
              <a:t>Name, Gender</a:t>
            </a:r>
            <a:r>
              <a:rPr lang="en-US" sz="3200" dirty="0">
                <a:solidFill>
                  <a:schemeClr val="accent2">
                    <a:lumMod val="75000"/>
                  </a:schemeClr>
                </a:solidFill>
                <a:sym typeface="Symbol" pitchFamily="18" charset="2"/>
              </a:rPr>
              <a:t> FROM Student; </a:t>
            </a:r>
            <a:endParaRPr lang="en-GB" sz="3200" dirty="0">
              <a:solidFill>
                <a:schemeClr val="accent2">
                  <a:lumMod val="75000"/>
                </a:schemeClr>
              </a:solidFill>
            </a:endParaRPr>
          </a:p>
        </p:txBody>
      </p:sp>
      <p:graphicFrame>
        <p:nvGraphicFramePr>
          <p:cNvPr id="10" name="Group 5">
            <a:extLst>
              <a:ext uri="{FF2B5EF4-FFF2-40B4-BE49-F238E27FC236}">
                <a16:creationId xmlns:a16="http://schemas.microsoft.com/office/drawing/2014/main" id="{5FEFF6C1-CC89-04F0-6DB5-8E06FF09DAB2}"/>
              </a:ext>
            </a:extLst>
          </p:cNvPr>
          <p:cNvGraphicFramePr>
            <a:graphicFrameLocks noGrp="1"/>
          </p:cNvGraphicFramePr>
          <p:nvPr>
            <p:extLst>
              <p:ext uri="{D42A27DB-BD31-4B8C-83A1-F6EECF244321}">
                <p14:modId xmlns:p14="http://schemas.microsoft.com/office/powerpoint/2010/main" val="1273844282"/>
              </p:ext>
            </p:extLst>
          </p:nvPr>
        </p:nvGraphicFramePr>
        <p:xfrm>
          <a:off x="934885" y="2957065"/>
          <a:ext cx="2663827" cy="2160907"/>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Dan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80053622"/>
                  </a:ext>
                </a:extLst>
              </a:tr>
            </a:tbl>
          </a:graphicData>
        </a:graphic>
      </p:graphicFrame>
      <p:graphicFrame>
        <p:nvGraphicFramePr>
          <p:cNvPr id="11" name="Group 81">
            <a:extLst>
              <a:ext uri="{FF2B5EF4-FFF2-40B4-BE49-F238E27FC236}">
                <a16:creationId xmlns:a16="http://schemas.microsoft.com/office/drawing/2014/main" id="{3DB6BB43-149D-DFC2-16B5-424A53BC2744}"/>
              </a:ext>
            </a:extLst>
          </p:cNvPr>
          <p:cNvGraphicFramePr>
            <a:graphicFrameLocks noGrp="1"/>
          </p:cNvGraphicFramePr>
          <p:nvPr>
            <p:extLst>
              <p:ext uri="{D42A27DB-BD31-4B8C-83A1-F6EECF244321}">
                <p14:modId xmlns:p14="http://schemas.microsoft.com/office/powerpoint/2010/main" val="3375728581"/>
              </p:ext>
            </p:extLst>
          </p:nvPr>
        </p:nvGraphicFramePr>
        <p:xfrm>
          <a:off x="7389717" y="3020295"/>
          <a:ext cx="1997075" cy="1802132"/>
        </p:xfrm>
        <a:graphic>
          <a:graphicData uri="http://schemas.openxmlformats.org/drawingml/2006/table">
            <a:tbl>
              <a:tblPr firstRow="1"/>
              <a:tblGrid>
                <a:gridCol w="1036637">
                  <a:extLst>
                    <a:ext uri="{9D8B030D-6E8A-4147-A177-3AD203B41FA5}">
                      <a16:colId xmlns:a16="http://schemas.microsoft.com/office/drawing/2014/main" val="20001"/>
                    </a:ext>
                  </a:extLst>
                </a:gridCol>
                <a:gridCol w="960438">
                  <a:extLst>
                    <a:ext uri="{9D8B030D-6E8A-4147-A177-3AD203B41FA5}">
                      <a16:colId xmlns:a16="http://schemas.microsoft.com/office/drawing/2014/main" val="20002"/>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7727681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Dan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8145533"/>
                  </a:ext>
                </a:extLst>
              </a:tr>
            </a:tbl>
          </a:graphicData>
        </a:graphic>
      </p:graphicFrame>
      <p:sp>
        <p:nvSpPr>
          <p:cNvPr id="12" name="Arrow: Right 11">
            <a:extLst>
              <a:ext uri="{FF2B5EF4-FFF2-40B4-BE49-F238E27FC236}">
                <a16:creationId xmlns:a16="http://schemas.microsoft.com/office/drawing/2014/main" id="{B95EF00E-B1D1-7EA1-CB57-D94EBC431314}"/>
              </a:ext>
              <a:ext uri="{C183D7F6-B498-43B3-948B-1728B52AA6E4}">
                <adec:decorative xmlns:adec="http://schemas.microsoft.com/office/drawing/2017/decorative" val="1"/>
              </a:ext>
            </a:extLst>
          </p:cNvPr>
          <p:cNvSpPr/>
          <p:nvPr/>
        </p:nvSpPr>
        <p:spPr>
          <a:xfrm>
            <a:off x="5039541" y="3271476"/>
            <a:ext cx="1718624" cy="3734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41">
            <a:extLst>
              <a:ext uri="{FF2B5EF4-FFF2-40B4-BE49-F238E27FC236}">
                <a16:creationId xmlns:a16="http://schemas.microsoft.com/office/drawing/2014/main" id="{524B2324-0567-B7C2-06BD-038C13C2A339}"/>
              </a:ext>
            </a:extLst>
          </p:cNvPr>
          <p:cNvSpPr>
            <a:spLocks noChangeArrowheads="1"/>
          </p:cNvSpPr>
          <p:nvPr/>
        </p:nvSpPr>
        <p:spPr bwMode="auto">
          <a:xfrm>
            <a:off x="2759971" y="5319763"/>
            <a:ext cx="6264696" cy="373436"/>
          </a:xfrm>
          <a:prstGeom prst="rect">
            <a:avLst/>
          </a:prstGeom>
          <a:noFill/>
          <a:ln w="9525" algn="ctr">
            <a:noFill/>
            <a:prstDash val="dash"/>
            <a:miter lim="800000"/>
            <a:headEnd/>
            <a:tailEnd/>
          </a:ln>
        </p:spPr>
        <p:txBody>
          <a:bodyPr wrap="square">
            <a:spAutoFit/>
          </a:bodyPr>
          <a:lstStyle/>
          <a:p>
            <a:pPr marL="0" lvl="1" algn="l">
              <a:lnSpc>
                <a:spcPct val="110000"/>
              </a:lnSpc>
              <a:spcBef>
                <a:spcPct val="20000"/>
              </a:spcBef>
              <a:buClr>
                <a:srgbClr val="000099"/>
              </a:buClr>
            </a:pPr>
            <a:r>
              <a:rPr lang="en-US" sz="1800" i="1" dirty="0">
                <a:latin typeface="Arial" charset="0"/>
                <a:sym typeface="Symbol" pitchFamily="18" charset="2"/>
              </a:rPr>
              <a:t>All duplicate</a:t>
            </a:r>
            <a:r>
              <a:rPr lang="en-US" i="1" dirty="0">
                <a:latin typeface="Arial" charset="0"/>
                <a:sym typeface="Symbol" pitchFamily="18" charset="2"/>
              </a:rPr>
              <a:t> rows have been removed from the table</a:t>
            </a:r>
            <a:endParaRPr lang="en-US" sz="1800" i="1" dirty="0">
              <a:latin typeface="Arial" charset="0"/>
              <a:sym typeface="Symbol" pitchFamily="18" charset="2"/>
            </a:endParaRPr>
          </a:p>
        </p:txBody>
      </p:sp>
      <p:graphicFrame>
        <p:nvGraphicFramePr>
          <p:cNvPr id="14" name="Group 5">
            <a:extLst>
              <a:ext uri="{FF2B5EF4-FFF2-40B4-BE49-F238E27FC236}">
                <a16:creationId xmlns:a16="http://schemas.microsoft.com/office/drawing/2014/main" id="{569FE9A3-A885-3CBA-FD3F-A9B3F70767E4}"/>
              </a:ext>
            </a:extLst>
          </p:cNvPr>
          <p:cNvGraphicFramePr>
            <a:graphicFrameLocks noGrp="1"/>
          </p:cNvGraphicFramePr>
          <p:nvPr>
            <p:extLst>
              <p:ext uri="{D42A27DB-BD31-4B8C-83A1-F6EECF244321}">
                <p14:modId xmlns:p14="http://schemas.microsoft.com/office/powerpoint/2010/main" val="1571950474"/>
              </p:ext>
            </p:extLst>
          </p:nvPr>
        </p:nvGraphicFramePr>
        <p:xfrm>
          <a:off x="934885" y="2957065"/>
          <a:ext cx="2663827" cy="2160907"/>
        </p:xfrm>
        <a:graphic>
          <a:graphicData uri="http://schemas.openxmlformats.org/drawingml/2006/table">
            <a:tbl>
              <a:tblPr firstRow="1"/>
              <a:tblGrid>
                <a:gridCol w="561772">
                  <a:extLst>
                    <a:ext uri="{9D8B030D-6E8A-4147-A177-3AD203B41FA5}">
                      <a16:colId xmlns:a16="http://schemas.microsoft.com/office/drawing/2014/main" val="20000"/>
                    </a:ext>
                  </a:extLst>
                </a:gridCol>
                <a:gridCol w="1128780">
                  <a:extLst>
                    <a:ext uri="{9D8B030D-6E8A-4147-A177-3AD203B41FA5}">
                      <a16:colId xmlns:a16="http://schemas.microsoft.com/office/drawing/2014/main" val="20001"/>
                    </a:ext>
                  </a:extLst>
                </a:gridCol>
                <a:gridCol w="973275">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Dan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O</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80053622"/>
                  </a:ext>
                </a:extLst>
              </a:tr>
            </a:tbl>
          </a:graphicData>
        </a:graphic>
      </p:graphicFrame>
    </p:spTree>
    <p:extLst>
      <p:ext uri="{BB962C8B-B14F-4D97-AF65-F5344CB8AC3E}">
        <p14:creationId xmlns:p14="http://schemas.microsoft.com/office/powerpoint/2010/main" val="389804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33</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Set operations</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199" y="1510097"/>
            <a:ext cx="11111949" cy="207792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2800" dirty="0"/>
              <a:t>Three types of standard set operations</a:t>
            </a:r>
          </a:p>
          <a:p>
            <a:pPr lvl="1"/>
            <a:r>
              <a:rPr lang="en-US" sz="3200" dirty="0">
                <a:solidFill>
                  <a:srgbClr val="CC3300"/>
                </a:solidFill>
              </a:rPr>
              <a:t>Union 		</a:t>
            </a:r>
            <a:r>
              <a:rPr lang="en-US" sz="3200" b="1" dirty="0">
                <a:solidFill>
                  <a:srgbClr val="CC3300"/>
                </a:solidFill>
                <a:latin typeface="Courier New" pitchFamily="49" charset="0"/>
                <a:cs typeface="Courier New" pitchFamily="49" charset="0"/>
                <a:sym typeface="Symbol" pitchFamily="18" charset="2"/>
              </a:rPr>
              <a:t></a:t>
            </a:r>
          </a:p>
          <a:p>
            <a:pPr lvl="1"/>
            <a:r>
              <a:rPr lang="en-US" sz="3200" dirty="0">
                <a:solidFill>
                  <a:srgbClr val="CC3300"/>
                </a:solidFill>
              </a:rPr>
              <a:t>Intersection 	</a:t>
            </a:r>
            <a:r>
              <a:rPr lang="en-US" sz="3200" b="1" dirty="0">
                <a:solidFill>
                  <a:srgbClr val="CC3300"/>
                </a:solidFill>
                <a:latin typeface="Courier New" pitchFamily="49" charset="0"/>
                <a:cs typeface="Courier New" pitchFamily="49" charset="0"/>
                <a:sym typeface="Symbol" pitchFamily="18" charset="2"/>
              </a:rPr>
              <a:t></a:t>
            </a:r>
          </a:p>
          <a:p>
            <a:pPr lvl="1"/>
            <a:r>
              <a:rPr lang="en-US" sz="3200" dirty="0">
                <a:solidFill>
                  <a:srgbClr val="CC3300"/>
                </a:solidFill>
              </a:rPr>
              <a:t>Difference 	</a:t>
            </a:r>
            <a:r>
              <a:rPr lang="en-US" sz="3200" b="1" dirty="0">
                <a:solidFill>
                  <a:srgbClr val="CC3300"/>
                </a:solidFill>
                <a:latin typeface="Courier New" pitchFamily="49" charset="0"/>
                <a:cs typeface="Courier New" pitchFamily="49" charset="0"/>
                <a:sym typeface="Symbol" pitchFamily="18" charset="2"/>
              </a:rPr>
              <a:t>- </a:t>
            </a:r>
            <a:r>
              <a:rPr lang="en-US" sz="3200" dirty="0">
                <a:solidFill>
                  <a:srgbClr val="CC3300"/>
                </a:solidFill>
                <a:latin typeface="Courier New" pitchFamily="49" charset="0"/>
                <a:cs typeface="Courier New" pitchFamily="49" charset="0"/>
                <a:sym typeface="Symbol" pitchFamily="18" charset="2"/>
              </a:rPr>
              <a:t> </a:t>
            </a:r>
          </a:p>
          <a:p>
            <a:pPr marL="0" indent="0">
              <a:buNone/>
              <a:tabLst>
                <a:tab pos="3676650" algn="l"/>
              </a:tabLst>
            </a:pPr>
            <a:endParaRPr lang="en-US" b="1" dirty="0"/>
          </a:p>
        </p:txBody>
      </p:sp>
      <p:sp>
        <p:nvSpPr>
          <p:cNvPr id="6" name="TextBox 5">
            <a:extLst>
              <a:ext uri="{FF2B5EF4-FFF2-40B4-BE49-F238E27FC236}">
                <a16:creationId xmlns:a16="http://schemas.microsoft.com/office/drawing/2014/main" id="{F785D4A3-2389-6190-BE6E-ADFB03D260A3}"/>
              </a:ext>
            </a:extLst>
          </p:cNvPr>
          <p:cNvSpPr txBox="1"/>
          <p:nvPr/>
        </p:nvSpPr>
        <p:spPr>
          <a:xfrm>
            <a:off x="457199" y="3793953"/>
            <a:ext cx="9660836" cy="2677656"/>
          </a:xfrm>
          <a:prstGeom prst="rect">
            <a:avLst/>
          </a:prstGeom>
          <a:noFill/>
        </p:spPr>
        <p:txBody>
          <a:bodyPr wrap="square">
            <a:spAutoFit/>
          </a:bodyPr>
          <a:lstStyle/>
          <a:p>
            <a:pPr marL="0" indent="0">
              <a:buNone/>
              <a:tabLst>
                <a:tab pos="3676650" algn="l"/>
              </a:tabLst>
            </a:pPr>
            <a:r>
              <a:rPr lang="en-US" sz="2800" dirty="0"/>
              <a:t>All three set operations</a:t>
            </a:r>
          </a:p>
          <a:p>
            <a:pPr lvl="1"/>
            <a:r>
              <a:rPr lang="en-US" sz="2800" dirty="0"/>
              <a:t>Are binary</a:t>
            </a:r>
          </a:p>
          <a:p>
            <a:pPr lvl="1"/>
            <a:r>
              <a:rPr lang="en-US" sz="2800" dirty="0"/>
              <a:t>Can only be applied to </a:t>
            </a:r>
            <a:r>
              <a:rPr lang="en-US" sz="2800" b="1" dirty="0"/>
              <a:t>union compatible </a:t>
            </a:r>
            <a:r>
              <a:rPr lang="en-US" sz="2800" dirty="0"/>
              <a:t>tables</a:t>
            </a:r>
          </a:p>
          <a:p>
            <a:pPr lvl="1"/>
            <a:r>
              <a:rPr lang="en-US" sz="2800" b="1" dirty="0">
                <a:solidFill>
                  <a:srgbClr val="CC3300"/>
                </a:solidFill>
                <a:latin typeface="Courier New" pitchFamily="49" charset="0"/>
                <a:cs typeface="Courier New" pitchFamily="49" charset="0"/>
                <a:sym typeface="Symbol" pitchFamily="18" charset="2"/>
              </a:rPr>
              <a:t></a:t>
            </a:r>
            <a:r>
              <a:rPr lang="en-US" sz="2800" dirty="0"/>
              <a:t>   Removes all duplicate rows </a:t>
            </a:r>
          </a:p>
          <a:p>
            <a:pPr lvl="1"/>
            <a:r>
              <a:rPr lang="en-US" sz="2800" b="1" dirty="0">
                <a:solidFill>
                  <a:srgbClr val="CC3300"/>
                </a:solidFill>
                <a:latin typeface="Courier New" pitchFamily="49" charset="0"/>
                <a:cs typeface="Courier New" pitchFamily="49" charset="0"/>
                <a:sym typeface="Symbol" pitchFamily="18" charset="2"/>
              </a:rPr>
              <a:t> </a:t>
            </a:r>
            <a:r>
              <a:rPr lang="en-US" sz="2800" dirty="0"/>
              <a:t>Returns rows that appears in both tables</a:t>
            </a:r>
          </a:p>
          <a:p>
            <a:pPr lvl="1"/>
            <a:r>
              <a:rPr lang="en-US" sz="2800" b="1" dirty="0">
                <a:solidFill>
                  <a:srgbClr val="CC3300"/>
                </a:solidFill>
                <a:latin typeface="Courier New" pitchFamily="49" charset="0"/>
                <a:cs typeface="Courier New" pitchFamily="49" charset="0"/>
                <a:sym typeface="Symbol" pitchFamily="18" charset="2"/>
              </a:rPr>
              <a:t>- </a:t>
            </a:r>
            <a:r>
              <a:rPr lang="en-US" sz="2800" dirty="0"/>
              <a:t> Returns the rows that are in one and not in the other table</a:t>
            </a:r>
            <a:endParaRPr lang="en-US" sz="2800" b="1" dirty="0"/>
          </a:p>
        </p:txBody>
      </p:sp>
      <p:pic>
        <p:nvPicPr>
          <p:cNvPr id="8" name="Picture 7" descr="A picture containing square">
            <a:extLst>
              <a:ext uri="{FF2B5EF4-FFF2-40B4-BE49-F238E27FC236}">
                <a16:creationId xmlns:a16="http://schemas.microsoft.com/office/drawing/2014/main" id="{2D58C005-7751-A38A-0AAD-47DBC37888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043"/>
          <a:stretch/>
        </p:blipFill>
        <p:spPr bwMode="auto">
          <a:xfrm>
            <a:off x="7056894" y="1869288"/>
            <a:ext cx="4991100" cy="20288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3338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34</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Union compatibility(1)</a:t>
            </a:r>
          </a:p>
        </p:txBody>
      </p:sp>
      <p:sp>
        <p:nvSpPr>
          <p:cNvPr id="7" name="Content Placeholder 16">
            <a:extLst>
              <a:ext uri="{FF2B5EF4-FFF2-40B4-BE49-F238E27FC236}">
                <a16:creationId xmlns:a16="http://schemas.microsoft.com/office/drawing/2014/main" id="{A6A76EAF-2810-BFD4-1A93-722A3C0781E2}"/>
              </a:ext>
              <a:ext uri="{C183D7F6-B498-43B3-948B-1728B52AA6E4}">
                <adec:decorative xmlns:adec="http://schemas.microsoft.com/office/drawing/2017/decorative" val="1"/>
              </a:ext>
            </a:extLst>
          </p:cNvPr>
          <p:cNvSpPr txBox="1">
            <a:spLocks/>
          </p:cNvSpPr>
          <p:nvPr/>
        </p:nvSpPr>
        <p:spPr>
          <a:xfrm>
            <a:off x="457199" y="1510097"/>
            <a:ext cx="11111949" cy="1759877"/>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endParaRPr lang="en-US" dirty="0"/>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extLst>
              <p:ext uri="{D42A27DB-BD31-4B8C-83A1-F6EECF244321}">
                <p14:modId xmlns:p14="http://schemas.microsoft.com/office/powerpoint/2010/main" val="2705925518"/>
              </p:ext>
            </p:extLst>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tx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extLst>
              <p:ext uri="{D42A27DB-BD31-4B8C-83A1-F6EECF244321}">
                <p14:modId xmlns:p14="http://schemas.microsoft.com/office/powerpoint/2010/main" val="1581624287"/>
              </p:ext>
            </p:extLst>
          </p:nvPr>
        </p:nvGraphicFramePr>
        <p:xfrm>
          <a:off x="6199544" y="1558715"/>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bl>
          </a:graphicData>
        </a:graphic>
      </p:graphicFrame>
      <p:sp>
        <p:nvSpPr>
          <p:cNvPr id="12" name="Content Placeholder 16">
            <a:extLst>
              <a:ext uri="{FF2B5EF4-FFF2-40B4-BE49-F238E27FC236}">
                <a16:creationId xmlns:a16="http://schemas.microsoft.com/office/drawing/2014/main" id="{824F77F8-0A43-CB1C-D9E7-4BEC69FA6C8A}"/>
              </a:ext>
              <a:ext uri="{C183D7F6-B498-43B3-948B-1728B52AA6E4}">
                <adec:decorative xmlns:adec="http://schemas.microsoft.com/office/drawing/2017/decorative" val="1"/>
              </a:ext>
            </a:extLst>
          </p:cNvPr>
          <p:cNvSpPr txBox="1">
            <a:spLocks/>
          </p:cNvSpPr>
          <p:nvPr/>
        </p:nvSpPr>
        <p:spPr>
          <a:xfrm>
            <a:off x="457199" y="3529102"/>
            <a:ext cx="11111949" cy="1759877"/>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endParaRPr lang="en-US" dirty="0"/>
          </a:p>
        </p:txBody>
      </p:sp>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24" name="TextBox 23">
            <a:extLst>
              <a:ext uri="{FF2B5EF4-FFF2-40B4-BE49-F238E27FC236}">
                <a16:creationId xmlns:a16="http://schemas.microsoft.com/office/drawing/2014/main" id="{05DEFD1E-6B0D-B7D4-6C86-B9EDBDF43C02}"/>
              </a:ext>
            </a:extLst>
          </p:cNvPr>
          <p:cNvSpPr txBox="1"/>
          <p:nvPr/>
        </p:nvSpPr>
        <p:spPr>
          <a:xfrm>
            <a:off x="5295900" y="4314201"/>
            <a:ext cx="4528820" cy="461665"/>
          </a:xfrm>
          <a:prstGeom prst="rect">
            <a:avLst/>
          </a:prstGeom>
          <a:noFill/>
        </p:spPr>
        <p:txBody>
          <a:bodyPr wrap="square" rtlCol="0">
            <a:spAutoFit/>
          </a:bodyPr>
          <a:lstStyle/>
          <a:p>
            <a:r>
              <a:rPr lang="en-US" sz="2400" dirty="0"/>
              <a:t>Can tables be made compatible?</a:t>
            </a:r>
          </a:p>
        </p:txBody>
      </p:sp>
      <p:pic>
        <p:nvPicPr>
          <p:cNvPr id="6" name="Picture 5">
            <a:extLst>
              <a:ext uri="{FF2B5EF4-FFF2-40B4-BE49-F238E27FC236}">
                <a16:creationId xmlns:a16="http://schemas.microsoft.com/office/drawing/2014/main" id="{385D8FF2-8037-D7AE-340C-31ED00C52121}"/>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b="7790"/>
          <a:stretch/>
        </p:blipFill>
        <p:spPr>
          <a:xfrm>
            <a:off x="10016836" y="4314201"/>
            <a:ext cx="2175164" cy="2005716"/>
          </a:xfrm>
          <a:prstGeom prst="rect">
            <a:avLst/>
          </a:prstGeom>
        </p:spPr>
      </p:pic>
      <p:sp>
        <p:nvSpPr>
          <p:cNvPr id="3" name="Rectangle 2" descr="cover">
            <a:extLst>
              <a:ext uri="{FF2B5EF4-FFF2-40B4-BE49-F238E27FC236}">
                <a16:creationId xmlns:a16="http://schemas.microsoft.com/office/drawing/2014/main" id="{4E59823C-17A5-8C75-CFC5-8C3492A77560}"/>
              </a:ext>
            </a:extLst>
          </p:cNvPr>
          <p:cNvSpPr/>
          <p:nvPr/>
        </p:nvSpPr>
        <p:spPr>
          <a:xfrm>
            <a:off x="8525651" y="1117558"/>
            <a:ext cx="2030819" cy="23555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descr="cover">
            <a:extLst>
              <a:ext uri="{FF2B5EF4-FFF2-40B4-BE49-F238E27FC236}">
                <a16:creationId xmlns:a16="http://schemas.microsoft.com/office/drawing/2014/main" id="{54670E1E-4293-CEC0-BE35-D3E0E226376C}"/>
              </a:ext>
            </a:extLst>
          </p:cNvPr>
          <p:cNvSpPr/>
          <p:nvPr/>
        </p:nvSpPr>
        <p:spPr>
          <a:xfrm>
            <a:off x="3219061" y="1287624"/>
            <a:ext cx="2432990" cy="22414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750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35</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Union compatibility(1.1)</a:t>
            </a:r>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bl>
          </a:graphicData>
        </a:graphic>
      </p:graphicFrame>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1" name="Rectangle 10">
            <a:extLst>
              <a:ext uri="{FF2B5EF4-FFF2-40B4-BE49-F238E27FC236}">
                <a16:creationId xmlns:a16="http://schemas.microsoft.com/office/drawing/2014/main" id="{7A4BD639-0FAB-B79B-E9A3-43E842F70F4D}"/>
              </a:ext>
            </a:extLst>
          </p:cNvPr>
          <p:cNvSpPr/>
          <p:nvPr/>
        </p:nvSpPr>
        <p:spPr>
          <a:xfrm>
            <a:off x="921026" y="3516480"/>
            <a:ext cx="3422925"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Student ) </a:t>
            </a:r>
            <a:endParaRPr lang="en-GB" sz="2400" dirty="0"/>
          </a:p>
        </p:txBody>
      </p:sp>
      <p:sp>
        <p:nvSpPr>
          <p:cNvPr id="16" name="Rectangle 4">
            <a:extLst>
              <a:ext uri="{FF2B5EF4-FFF2-40B4-BE49-F238E27FC236}">
                <a16:creationId xmlns:a16="http://schemas.microsoft.com/office/drawing/2014/main" id="{DD7D33BF-7B8D-EC7D-496C-1158B836EF5F}"/>
              </a:ext>
            </a:extLst>
          </p:cNvPr>
          <p:cNvSpPr>
            <a:spLocks noChangeArrowheads="1"/>
          </p:cNvSpPr>
          <p:nvPr/>
        </p:nvSpPr>
        <p:spPr bwMode="auto">
          <a:xfrm>
            <a:off x="761698" y="4519538"/>
            <a:ext cx="8472693" cy="404663"/>
          </a:xfrm>
          <a:prstGeom prst="rect">
            <a:avLst/>
          </a:prstGeom>
          <a:noFill/>
          <a:ln w="9525" algn="ctr">
            <a:noFill/>
            <a:prstDash val="dash"/>
            <a:miter lim="800000"/>
            <a:headEnd/>
            <a:tailEnd/>
          </a:ln>
        </p:spPr>
        <p:txBody>
          <a:bodyPr wrap="square">
            <a:spAutoFit/>
          </a:bodyPr>
          <a:lstStyle/>
          <a:p>
            <a:pPr marL="179388" lvl="1" algn="l">
              <a:lnSpc>
                <a:spcPct val="110000"/>
              </a:lnSpc>
              <a:spcBef>
                <a:spcPct val="20000"/>
              </a:spcBef>
              <a:buClr>
                <a:srgbClr val="000099"/>
              </a:buClr>
            </a:pPr>
            <a:r>
              <a:rPr lang="en-US" sz="2000" i="1" dirty="0">
                <a:latin typeface="Arial" charset="0"/>
                <a:sym typeface="Symbol" pitchFamily="18" charset="2"/>
              </a:rPr>
              <a:t>Project operations are often used to provide union compatible tables</a:t>
            </a:r>
          </a:p>
        </p:txBody>
      </p:sp>
      <p:sp>
        <p:nvSpPr>
          <p:cNvPr id="17" name="Rectangle 16">
            <a:extLst>
              <a:ext uri="{FF2B5EF4-FFF2-40B4-BE49-F238E27FC236}">
                <a16:creationId xmlns:a16="http://schemas.microsoft.com/office/drawing/2014/main" id="{C649774D-45B6-EF7D-5012-01B877D66975}"/>
              </a:ext>
            </a:extLst>
          </p:cNvPr>
          <p:cNvSpPr/>
          <p:nvPr/>
        </p:nvSpPr>
        <p:spPr>
          <a:xfrm>
            <a:off x="6331627" y="2712118"/>
            <a:ext cx="3932487"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a:t>
            </a:r>
            <a:r>
              <a:rPr lang="en-US" sz="2400" dirty="0" err="1">
                <a:sym typeface="Symbol" pitchFamily="18" charset="2"/>
              </a:rPr>
              <a:t>PartStudent</a:t>
            </a:r>
            <a:r>
              <a:rPr lang="en-US" sz="2400" dirty="0">
                <a:sym typeface="Symbol" pitchFamily="18" charset="2"/>
              </a:rPr>
              <a:t> ) </a:t>
            </a:r>
            <a:endParaRPr lang="en-GB" sz="2400" dirty="0"/>
          </a:p>
        </p:txBody>
      </p:sp>
    </p:spTree>
    <p:extLst>
      <p:ext uri="{BB962C8B-B14F-4D97-AF65-F5344CB8AC3E}">
        <p14:creationId xmlns:p14="http://schemas.microsoft.com/office/powerpoint/2010/main" val="3255432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36</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Union compatibility(1.2)</a:t>
            </a:r>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extLst>
              <p:ext uri="{D42A27DB-BD31-4B8C-83A1-F6EECF244321}">
                <p14:modId xmlns:p14="http://schemas.microsoft.com/office/powerpoint/2010/main" val="1462614433"/>
              </p:ext>
            </p:extLst>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extLst>
              <p:ext uri="{D42A27DB-BD31-4B8C-83A1-F6EECF244321}">
                <p14:modId xmlns:p14="http://schemas.microsoft.com/office/powerpoint/2010/main" val="1549583574"/>
              </p:ext>
            </p:extLst>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758537548"/>
                  </a:ext>
                </a:extLst>
              </a:tr>
            </a:tbl>
          </a:graphicData>
        </a:graphic>
      </p:graphicFrame>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1" name="Rectangle 10">
            <a:extLst>
              <a:ext uri="{FF2B5EF4-FFF2-40B4-BE49-F238E27FC236}">
                <a16:creationId xmlns:a16="http://schemas.microsoft.com/office/drawing/2014/main" id="{7A4BD639-0FAB-B79B-E9A3-43E842F70F4D}"/>
              </a:ext>
            </a:extLst>
          </p:cNvPr>
          <p:cNvSpPr/>
          <p:nvPr/>
        </p:nvSpPr>
        <p:spPr>
          <a:xfrm>
            <a:off x="921026" y="3516480"/>
            <a:ext cx="3422925"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Student ) </a:t>
            </a:r>
            <a:endParaRPr lang="en-GB" sz="2400" dirty="0"/>
          </a:p>
        </p:txBody>
      </p:sp>
      <p:sp>
        <p:nvSpPr>
          <p:cNvPr id="16" name="Rectangle 4">
            <a:extLst>
              <a:ext uri="{FF2B5EF4-FFF2-40B4-BE49-F238E27FC236}">
                <a16:creationId xmlns:a16="http://schemas.microsoft.com/office/drawing/2014/main" id="{DD7D33BF-7B8D-EC7D-496C-1158B836EF5F}"/>
              </a:ext>
            </a:extLst>
          </p:cNvPr>
          <p:cNvSpPr>
            <a:spLocks noChangeArrowheads="1"/>
          </p:cNvSpPr>
          <p:nvPr/>
        </p:nvSpPr>
        <p:spPr bwMode="auto">
          <a:xfrm>
            <a:off x="761698" y="4519538"/>
            <a:ext cx="8472693" cy="404663"/>
          </a:xfrm>
          <a:prstGeom prst="rect">
            <a:avLst/>
          </a:prstGeom>
          <a:noFill/>
          <a:ln w="9525" algn="ctr">
            <a:noFill/>
            <a:prstDash val="dash"/>
            <a:miter lim="800000"/>
            <a:headEnd/>
            <a:tailEnd/>
          </a:ln>
        </p:spPr>
        <p:txBody>
          <a:bodyPr wrap="square">
            <a:spAutoFit/>
          </a:bodyPr>
          <a:lstStyle/>
          <a:p>
            <a:pPr marL="179388" lvl="1" algn="l">
              <a:lnSpc>
                <a:spcPct val="110000"/>
              </a:lnSpc>
              <a:spcBef>
                <a:spcPct val="20000"/>
              </a:spcBef>
              <a:buClr>
                <a:srgbClr val="000099"/>
              </a:buClr>
            </a:pPr>
            <a:r>
              <a:rPr lang="en-US" sz="2000" i="1" dirty="0">
                <a:latin typeface="Arial" charset="0"/>
                <a:sym typeface="Symbol" pitchFamily="18" charset="2"/>
              </a:rPr>
              <a:t>Project operations are often used to provide union compatible tables</a:t>
            </a:r>
          </a:p>
        </p:txBody>
      </p:sp>
      <p:sp>
        <p:nvSpPr>
          <p:cNvPr id="17" name="Rectangle 16">
            <a:extLst>
              <a:ext uri="{FF2B5EF4-FFF2-40B4-BE49-F238E27FC236}">
                <a16:creationId xmlns:a16="http://schemas.microsoft.com/office/drawing/2014/main" id="{C649774D-45B6-EF7D-5012-01B877D66975}"/>
              </a:ext>
            </a:extLst>
          </p:cNvPr>
          <p:cNvSpPr/>
          <p:nvPr/>
        </p:nvSpPr>
        <p:spPr>
          <a:xfrm>
            <a:off x="6331627" y="2712118"/>
            <a:ext cx="3932487"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a:t>
            </a:r>
            <a:r>
              <a:rPr lang="en-US" sz="2400" dirty="0" err="1">
                <a:sym typeface="Symbol" pitchFamily="18" charset="2"/>
              </a:rPr>
              <a:t>PartStudent</a:t>
            </a:r>
            <a:r>
              <a:rPr lang="en-US" sz="2400" dirty="0">
                <a:sym typeface="Symbol" pitchFamily="18" charset="2"/>
              </a:rPr>
              <a:t> ) </a:t>
            </a:r>
            <a:endParaRPr lang="en-GB" sz="2400" dirty="0"/>
          </a:p>
        </p:txBody>
      </p:sp>
      <p:graphicFrame>
        <p:nvGraphicFramePr>
          <p:cNvPr id="9" name="Table 8">
            <a:extLst>
              <a:ext uri="{FF2B5EF4-FFF2-40B4-BE49-F238E27FC236}">
                <a16:creationId xmlns:a16="http://schemas.microsoft.com/office/drawing/2014/main" id="{1A2AE7B7-EBE5-0AB7-18FB-AEFC7FE73AB0}"/>
              </a:ext>
            </a:extLst>
          </p:cNvPr>
          <p:cNvGraphicFramePr>
            <a:graphicFrameLocks noGrp="1"/>
          </p:cNvGraphicFramePr>
          <p:nvPr>
            <p:extLst>
              <p:ext uri="{D42A27DB-BD31-4B8C-83A1-F6EECF244321}">
                <p14:modId xmlns:p14="http://schemas.microsoft.com/office/powerpoint/2010/main" val="2904727894"/>
              </p:ext>
            </p:extLst>
          </p:nvPr>
        </p:nvGraphicFramePr>
        <p:xfrm>
          <a:off x="571500" y="1533525"/>
          <a:ext cx="2628900" cy="1885950"/>
        </p:xfrm>
        <a:graphic>
          <a:graphicData uri="http://schemas.openxmlformats.org/drawingml/2006/table">
            <a:tbl>
              <a:tblPr firstRow="1"/>
              <a:tblGrid>
                <a:gridCol w="2628900">
                  <a:extLst>
                    <a:ext uri="{9D8B030D-6E8A-4147-A177-3AD203B41FA5}">
                      <a16:colId xmlns:a16="http://schemas.microsoft.com/office/drawing/2014/main" val="575937926"/>
                    </a:ext>
                  </a:extLst>
                </a:gridCol>
              </a:tblGrid>
              <a:tr h="1885950">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2557727287"/>
                  </a:ext>
                </a:extLst>
              </a:tr>
            </a:tbl>
          </a:graphicData>
        </a:graphic>
      </p:graphicFrame>
      <p:graphicFrame>
        <p:nvGraphicFramePr>
          <p:cNvPr id="13" name="Table 12">
            <a:extLst>
              <a:ext uri="{FF2B5EF4-FFF2-40B4-BE49-F238E27FC236}">
                <a16:creationId xmlns:a16="http://schemas.microsoft.com/office/drawing/2014/main" id="{56203251-09E9-9FF0-9AC5-303788DDA5CD}"/>
              </a:ext>
            </a:extLst>
          </p:cNvPr>
          <p:cNvGraphicFramePr>
            <a:graphicFrameLocks noGrp="1"/>
          </p:cNvGraphicFramePr>
          <p:nvPr>
            <p:extLst>
              <p:ext uri="{D42A27DB-BD31-4B8C-83A1-F6EECF244321}">
                <p14:modId xmlns:p14="http://schemas.microsoft.com/office/powerpoint/2010/main" val="1482720203"/>
              </p:ext>
            </p:extLst>
          </p:nvPr>
        </p:nvGraphicFramePr>
        <p:xfrm>
          <a:off x="6200775" y="1543050"/>
          <a:ext cx="2314575" cy="1133475"/>
        </p:xfrm>
        <a:graphic>
          <a:graphicData uri="http://schemas.openxmlformats.org/drawingml/2006/table">
            <a:tbl>
              <a:tblPr firstRow="1"/>
              <a:tblGrid>
                <a:gridCol w="2314575">
                  <a:extLst>
                    <a:ext uri="{9D8B030D-6E8A-4147-A177-3AD203B41FA5}">
                      <a16:colId xmlns:a16="http://schemas.microsoft.com/office/drawing/2014/main" val="565074753"/>
                    </a:ext>
                  </a:extLst>
                </a:gridCol>
              </a:tblGrid>
              <a:tr h="1133475">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4066515225"/>
                  </a:ext>
                </a:extLst>
              </a:tr>
            </a:tbl>
          </a:graphicData>
        </a:graphic>
      </p:graphicFrame>
      <p:sp>
        <p:nvSpPr>
          <p:cNvPr id="18" name="Rectangle 4">
            <a:extLst>
              <a:ext uri="{FF2B5EF4-FFF2-40B4-BE49-F238E27FC236}">
                <a16:creationId xmlns:a16="http://schemas.microsoft.com/office/drawing/2014/main" id="{08C682F4-9768-8735-3072-D535349197F3}"/>
              </a:ext>
            </a:extLst>
          </p:cNvPr>
          <p:cNvSpPr>
            <a:spLocks noChangeArrowheads="1"/>
          </p:cNvSpPr>
          <p:nvPr/>
        </p:nvSpPr>
        <p:spPr bwMode="auto">
          <a:xfrm>
            <a:off x="587360" y="4924201"/>
            <a:ext cx="10497221" cy="1143326"/>
          </a:xfrm>
          <a:prstGeom prst="rect">
            <a:avLst/>
          </a:prstGeom>
          <a:noFill/>
          <a:ln w="9525" algn="ctr">
            <a:noFill/>
            <a:prstDash val="dash"/>
            <a:miter lim="800000"/>
            <a:headEnd/>
            <a:tailEnd/>
          </a:ln>
        </p:spPr>
        <p:txBody>
          <a:bodyPr wrap="square">
            <a:spAutoFit/>
          </a:bodyPr>
          <a:lstStyle/>
          <a:p>
            <a:pPr marL="179388" lvl="1">
              <a:lnSpc>
                <a:spcPct val="110000"/>
              </a:lnSpc>
              <a:spcBef>
                <a:spcPct val="20000"/>
              </a:spcBef>
              <a:buClr>
                <a:srgbClr val="000099"/>
              </a:buClr>
            </a:pPr>
            <a:r>
              <a:rPr lang="en-US" sz="2000" i="1" dirty="0">
                <a:sym typeface="Symbol" pitchFamily="18" charset="2"/>
              </a:rPr>
              <a:t>i.e. two tables are union compatible if they have the </a:t>
            </a:r>
            <a:r>
              <a:rPr lang="en-US" sz="2000" b="1" i="1" dirty="0">
                <a:sym typeface="Symbol" pitchFamily="18" charset="2"/>
              </a:rPr>
              <a:t>same number of columns </a:t>
            </a:r>
            <a:r>
              <a:rPr lang="en-US" sz="2000" i="1" dirty="0">
                <a:sym typeface="Symbol" pitchFamily="18" charset="2"/>
              </a:rPr>
              <a:t>and each pair of the corresponding </a:t>
            </a:r>
            <a:r>
              <a:rPr lang="en-US" sz="2000" b="1" i="1" dirty="0">
                <a:sym typeface="Symbol" pitchFamily="18" charset="2"/>
              </a:rPr>
              <a:t>columns have the same domain</a:t>
            </a:r>
            <a:endParaRPr lang="en-US" sz="2000" b="1" dirty="0"/>
          </a:p>
          <a:p>
            <a:pPr marL="179388" lvl="1" algn="l">
              <a:lnSpc>
                <a:spcPct val="110000"/>
              </a:lnSpc>
              <a:spcBef>
                <a:spcPct val="20000"/>
              </a:spcBef>
              <a:buClr>
                <a:srgbClr val="000099"/>
              </a:buClr>
            </a:pPr>
            <a:endParaRPr lang="en-US" sz="2000" i="1" dirty="0">
              <a:highlight>
                <a:srgbClr val="FFFF00"/>
              </a:highlight>
              <a:latin typeface="Arial" charset="0"/>
              <a:sym typeface="Symbol" pitchFamily="18" charset="2"/>
            </a:endParaRPr>
          </a:p>
        </p:txBody>
      </p:sp>
    </p:spTree>
    <p:extLst>
      <p:ext uri="{BB962C8B-B14F-4D97-AF65-F5344CB8AC3E}">
        <p14:creationId xmlns:p14="http://schemas.microsoft.com/office/powerpoint/2010/main" val="50481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37</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Union compatibility(1.3)</a:t>
            </a:r>
          </a:p>
        </p:txBody>
      </p:sp>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1" name="Rectangle 10">
            <a:extLst>
              <a:ext uri="{FF2B5EF4-FFF2-40B4-BE49-F238E27FC236}">
                <a16:creationId xmlns:a16="http://schemas.microsoft.com/office/drawing/2014/main" id="{7A4BD639-0FAB-B79B-E9A3-43E842F70F4D}"/>
              </a:ext>
            </a:extLst>
          </p:cNvPr>
          <p:cNvSpPr/>
          <p:nvPr/>
        </p:nvSpPr>
        <p:spPr>
          <a:xfrm>
            <a:off x="921026" y="3516480"/>
            <a:ext cx="3485441"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Student ) </a:t>
            </a:r>
            <a:endParaRPr lang="en-GB" sz="2400" dirty="0"/>
          </a:p>
        </p:txBody>
      </p:sp>
      <p:sp>
        <p:nvSpPr>
          <p:cNvPr id="16" name="Rectangle 4">
            <a:extLst>
              <a:ext uri="{FF2B5EF4-FFF2-40B4-BE49-F238E27FC236}">
                <a16:creationId xmlns:a16="http://schemas.microsoft.com/office/drawing/2014/main" id="{DD7D33BF-7B8D-EC7D-496C-1158B836EF5F}"/>
              </a:ext>
            </a:extLst>
          </p:cNvPr>
          <p:cNvSpPr>
            <a:spLocks noChangeArrowheads="1"/>
          </p:cNvSpPr>
          <p:nvPr/>
        </p:nvSpPr>
        <p:spPr bwMode="auto">
          <a:xfrm>
            <a:off x="715262" y="4293091"/>
            <a:ext cx="10497221" cy="1143326"/>
          </a:xfrm>
          <a:prstGeom prst="rect">
            <a:avLst/>
          </a:prstGeom>
          <a:noFill/>
          <a:ln w="9525" algn="ctr">
            <a:noFill/>
            <a:prstDash val="dash"/>
            <a:miter lim="800000"/>
            <a:headEnd/>
            <a:tailEnd/>
          </a:ln>
        </p:spPr>
        <p:txBody>
          <a:bodyPr wrap="square">
            <a:spAutoFit/>
          </a:bodyPr>
          <a:lstStyle/>
          <a:p>
            <a:pPr marL="179388" lvl="1">
              <a:lnSpc>
                <a:spcPct val="110000"/>
              </a:lnSpc>
              <a:spcBef>
                <a:spcPct val="20000"/>
              </a:spcBef>
              <a:buClr>
                <a:srgbClr val="000099"/>
              </a:buClr>
            </a:pPr>
            <a:r>
              <a:rPr lang="en-US" sz="2000" i="1" dirty="0">
                <a:sym typeface="Symbol" pitchFamily="18" charset="2"/>
              </a:rPr>
              <a:t>i.e. two tables are union compatible if they have the </a:t>
            </a:r>
            <a:r>
              <a:rPr lang="en-US" sz="2000" b="1" i="1" dirty="0">
                <a:sym typeface="Symbol" pitchFamily="18" charset="2"/>
              </a:rPr>
              <a:t>same number of columns </a:t>
            </a:r>
            <a:r>
              <a:rPr lang="en-US" sz="2000" i="1" dirty="0">
                <a:sym typeface="Symbol" pitchFamily="18" charset="2"/>
              </a:rPr>
              <a:t>and each pair of the corresponding </a:t>
            </a:r>
            <a:r>
              <a:rPr lang="en-US" sz="2000" b="1" i="1" dirty="0">
                <a:sym typeface="Symbol" pitchFamily="18" charset="2"/>
              </a:rPr>
              <a:t>columns have the same domain</a:t>
            </a:r>
            <a:endParaRPr lang="en-US" sz="2000" b="1" dirty="0"/>
          </a:p>
          <a:p>
            <a:pPr marL="179388" lvl="1" algn="l">
              <a:lnSpc>
                <a:spcPct val="110000"/>
              </a:lnSpc>
              <a:spcBef>
                <a:spcPct val="20000"/>
              </a:spcBef>
              <a:buClr>
                <a:srgbClr val="000099"/>
              </a:buClr>
            </a:pPr>
            <a:endParaRPr lang="en-US" sz="2000" i="1" dirty="0">
              <a:highlight>
                <a:srgbClr val="FFFF00"/>
              </a:highlight>
              <a:latin typeface="Arial" charset="0"/>
              <a:sym typeface="Symbol" pitchFamily="18" charset="2"/>
            </a:endParaRPr>
          </a:p>
        </p:txBody>
      </p:sp>
      <p:sp>
        <p:nvSpPr>
          <p:cNvPr id="17" name="Rectangle 16">
            <a:extLst>
              <a:ext uri="{FF2B5EF4-FFF2-40B4-BE49-F238E27FC236}">
                <a16:creationId xmlns:a16="http://schemas.microsoft.com/office/drawing/2014/main" id="{C649774D-45B6-EF7D-5012-01B877D66975}"/>
              </a:ext>
            </a:extLst>
          </p:cNvPr>
          <p:cNvSpPr/>
          <p:nvPr/>
        </p:nvSpPr>
        <p:spPr>
          <a:xfrm>
            <a:off x="6331627" y="2712118"/>
            <a:ext cx="3932487"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a:t>
            </a:r>
            <a:r>
              <a:rPr lang="en-US" sz="2400" dirty="0" err="1">
                <a:sym typeface="Symbol" pitchFamily="18" charset="2"/>
              </a:rPr>
              <a:t>PartStudent</a:t>
            </a:r>
            <a:r>
              <a:rPr lang="en-US" sz="2400" dirty="0">
                <a:sym typeface="Symbol" pitchFamily="18" charset="2"/>
              </a:rPr>
              <a:t> ) </a:t>
            </a:r>
            <a:endParaRPr lang="en-GB" sz="2400" dirty="0"/>
          </a:p>
        </p:txBody>
      </p:sp>
      <p:pic>
        <p:nvPicPr>
          <p:cNvPr id="6" name="Picture 5" descr="A picture containing square">
            <a:extLst>
              <a:ext uri="{FF2B5EF4-FFF2-40B4-BE49-F238E27FC236}">
                <a16:creationId xmlns:a16="http://schemas.microsoft.com/office/drawing/2014/main" id="{13CF8FB5-AB69-AFED-FB9F-20A01FC47C6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464770" y="926627"/>
            <a:ext cx="1625921" cy="2164443"/>
          </a:xfrm>
          <a:prstGeom prst="rect">
            <a:avLst/>
          </a:prstGeom>
          <a:ln>
            <a:noFill/>
          </a:ln>
          <a:extLst>
            <a:ext uri="{53640926-AAD7-44D8-BBD7-CCE9431645EC}">
              <a14:shadowObscured xmlns:a14="http://schemas.microsoft.com/office/drawing/2010/main"/>
            </a:ext>
          </a:extLst>
        </p:spPr>
      </p:pic>
      <p:graphicFrame>
        <p:nvGraphicFramePr>
          <p:cNvPr id="10" name="Table 5">
            <a:extLst>
              <a:ext uri="{FF2B5EF4-FFF2-40B4-BE49-F238E27FC236}">
                <a16:creationId xmlns:a16="http://schemas.microsoft.com/office/drawing/2014/main" id="{CDF8A46F-F453-73E9-8AD0-0660823D7B38}"/>
              </a:ext>
            </a:extLst>
          </p:cNvPr>
          <p:cNvGraphicFramePr>
            <a:graphicFrameLocks noGrp="1"/>
          </p:cNvGraphicFramePr>
          <p:nvPr>
            <p:extLst>
              <p:ext uri="{D42A27DB-BD31-4B8C-83A1-F6EECF244321}">
                <p14:modId xmlns:p14="http://schemas.microsoft.com/office/powerpoint/2010/main" val="1169576893"/>
              </p:ext>
            </p:extLst>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GB" dirty="0">
                          <a:solidFill>
                            <a:schemeClr val="accent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118269229"/>
                  </a:ext>
                </a:extLst>
              </a:tr>
            </a:tbl>
          </a:graphicData>
        </a:graphic>
      </p:graphicFrame>
      <p:graphicFrame>
        <p:nvGraphicFramePr>
          <p:cNvPr id="13" name="Table 12">
            <a:extLst>
              <a:ext uri="{FF2B5EF4-FFF2-40B4-BE49-F238E27FC236}">
                <a16:creationId xmlns:a16="http://schemas.microsoft.com/office/drawing/2014/main" id="{633931A6-59B5-F18E-9DA8-54F05C3BEFD1}"/>
              </a:ext>
            </a:extLst>
          </p:cNvPr>
          <p:cNvGraphicFramePr>
            <a:graphicFrameLocks noGrp="1"/>
          </p:cNvGraphicFramePr>
          <p:nvPr>
            <p:extLst>
              <p:ext uri="{D42A27DB-BD31-4B8C-83A1-F6EECF244321}">
                <p14:modId xmlns:p14="http://schemas.microsoft.com/office/powerpoint/2010/main" val="2047182866"/>
              </p:ext>
            </p:extLst>
          </p:nvPr>
        </p:nvGraphicFramePr>
        <p:xfrm>
          <a:off x="571500" y="1533525"/>
          <a:ext cx="2628900" cy="1885950"/>
        </p:xfrm>
        <a:graphic>
          <a:graphicData uri="http://schemas.openxmlformats.org/drawingml/2006/table">
            <a:tbl>
              <a:tblPr firstRow="1"/>
              <a:tblGrid>
                <a:gridCol w="2628900">
                  <a:extLst>
                    <a:ext uri="{9D8B030D-6E8A-4147-A177-3AD203B41FA5}">
                      <a16:colId xmlns:a16="http://schemas.microsoft.com/office/drawing/2014/main" val="575937926"/>
                    </a:ext>
                  </a:extLst>
                </a:gridCol>
              </a:tblGrid>
              <a:tr h="1885950">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2557727287"/>
                  </a:ext>
                </a:extLst>
              </a:tr>
            </a:tbl>
          </a:graphicData>
        </a:graphic>
      </p:graphicFrame>
      <p:graphicFrame>
        <p:nvGraphicFramePr>
          <p:cNvPr id="18" name="Table 5">
            <a:extLst>
              <a:ext uri="{FF2B5EF4-FFF2-40B4-BE49-F238E27FC236}">
                <a16:creationId xmlns:a16="http://schemas.microsoft.com/office/drawing/2014/main" id="{C517C386-B0B2-1A6D-C347-FA3A145A859A}"/>
              </a:ext>
            </a:extLst>
          </p:cNvPr>
          <p:cNvGraphicFramePr>
            <a:graphicFrameLocks noGrp="1"/>
          </p:cNvGraphicFramePr>
          <p:nvPr>
            <p:extLst>
              <p:ext uri="{D42A27DB-BD31-4B8C-83A1-F6EECF244321}">
                <p14:modId xmlns:p14="http://schemas.microsoft.com/office/powerpoint/2010/main" val="3860546459"/>
              </p:ext>
            </p:extLst>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758537548"/>
                  </a:ext>
                </a:extLst>
              </a:tr>
            </a:tbl>
          </a:graphicData>
        </a:graphic>
      </p:graphicFrame>
      <p:graphicFrame>
        <p:nvGraphicFramePr>
          <p:cNvPr id="19" name="Table 18">
            <a:extLst>
              <a:ext uri="{FF2B5EF4-FFF2-40B4-BE49-F238E27FC236}">
                <a16:creationId xmlns:a16="http://schemas.microsoft.com/office/drawing/2014/main" id="{4DB61E1C-5800-C977-6859-86C2C2CB46F6}"/>
              </a:ext>
            </a:extLst>
          </p:cNvPr>
          <p:cNvGraphicFramePr>
            <a:graphicFrameLocks noGrp="1"/>
          </p:cNvGraphicFramePr>
          <p:nvPr>
            <p:extLst>
              <p:ext uri="{D42A27DB-BD31-4B8C-83A1-F6EECF244321}">
                <p14:modId xmlns:p14="http://schemas.microsoft.com/office/powerpoint/2010/main" val="4108000336"/>
              </p:ext>
            </p:extLst>
          </p:nvPr>
        </p:nvGraphicFramePr>
        <p:xfrm>
          <a:off x="6200775" y="1543050"/>
          <a:ext cx="2314575" cy="1133475"/>
        </p:xfrm>
        <a:graphic>
          <a:graphicData uri="http://schemas.openxmlformats.org/drawingml/2006/table">
            <a:tbl>
              <a:tblPr firstRow="1"/>
              <a:tblGrid>
                <a:gridCol w="2314575">
                  <a:extLst>
                    <a:ext uri="{9D8B030D-6E8A-4147-A177-3AD203B41FA5}">
                      <a16:colId xmlns:a16="http://schemas.microsoft.com/office/drawing/2014/main" val="565074753"/>
                    </a:ext>
                  </a:extLst>
                </a:gridCol>
              </a:tblGrid>
              <a:tr h="1133475">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4066515225"/>
                  </a:ext>
                </a:extLst>
              </a:tr>
            </a:tbl>
          </a:graphicData>
        </a:graphic>
      </p:graphicFrame>
    </p:spTree>
    <p:extLst>
      <p:ext uri="{BB962C8B-B14F-4D97-AF65-F5344CB8AC3E}">
        <p14:creationId xmlns:p14="http://schemas.microsoft.com/office/powerpoint/2010/main" val="3743046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38</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Union(1.1)</a:t>
            </a:r>
          </a:p>
        </p:txBody>
      </p:sp>
      <p:sp>
        <p:nvSpPr>
          <p:cNvPr id="7" name="Content Placeholder 16">
            <a:extLst>
              <a:ext uri="{FF2B5EF4-FFF2-40B4-BE49-F238E27FC236}">
                <a16:creationId xmlns:a16="http://schemas.microsoft.com/office/drawing/2014/main" id="{A6A76EAF-2810-BFD4-1A93-722A3C0781E2}"/>
              </a:ext>
            </a:extLst>
          </p:cNvPr>
          <p:cNvSpPr txBox="1">
            <a:spLocks/>
          </p:cNvSpPr>
          <p:nvPr/>
        </p:nvSpPr>
        <p:spPr>
          <a:xfrm>
            <a:off x="457200" y="1016001"/>
            <a:ext cx="9541566" cy="50200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tabLst>
                <a:tab pos="3676650" algn="l"/>
              </a:tabLst>
            </a:pPr>
            <a:r>
              <a:rPr lang="en-US" sz="2800" dirty="0">
                <a:solidFill>
                  <a:srgbClr val="FF0000"/>
                </a:solidFill>
              </a:rPr>
              <a:t>Union  </a:t>
            </a:r>
            <a:r>
              <a:rPr lang="en-GB" sz="1800" b="1" i="0" u="none" strike="noStrike" dirty="0">
                <a:solidFill>
                  <a:srgbClr val="FF0000"/>
                </a:solidFill>
                <a:latin typeface="Symbol" panose="05050102010706020507" pitchFamily="18" charset="2"/>
              </a:rPr>
              <a:t> </a:t>
            </a:r>
            <a:r>
              <a:rPr lang="en-GB" sz="3900" b="1" i="0" u="none" strike="noStrike" dirty="0">
                <a:solidFill>
                  <a:srgbClr val="FF0000"/>
                </a:solidFill>
                <a:latin typeface="Symbol" panose="05050102010706020507" pitchFamily="18" charset="2"/>
              </a:rPr>
              <a:t></a:t>
            </a:r>
            <a:endParaRPr lang="en-US" dirty="0">
              <a:solidFill>
                <a:srgbClr val="FF0000"/>
              </a:solidFill>
              <a:sym typeface="Symbol" pitchFamily="18" charset="2"/>
            </a:endParaRPr>
          </a:p>
          <a:p>
            <a:pPr marL="0" indent="0">
              <a:lnSpc>
                <a:spcPct val="100000"/>
              </a:lnSpc>
              <a:buNone/>
              <a:tabLst>
                <a:tab pos="3676650" algn="l"/>
              </a:tabLst>
            </a:pPr>
            <a:r>
              <a:rPr lang="en-US" dirty="0">
                <a:sym typeface="Symbol" pitchFamily="18" charset="2"/>
              </a:rPr>
              <a:t>Union combines two tables </a:t>
            </a:r>
          </a:p>
          <a:p>
            <a:pPr marL="0" indent="0">
              <a:lnSpc>
                <a:spcPct val="100000"/>
              </a:lnSpc>
              <a:buNone/>
              <a:tabLst>
                <a:tab pos="3676650" algn="l"/>
              </a:tabLst>
            </a:pPr>
            <a:r>
              <a:rPr lang="en-US" dirty="0">
                <a:sym typeface="Symbol" pitchFamily="18" charset="2"/>
              </a:rPr>
              <a:t>e.g.  </a:t>
            </a:r>
            <a:r>
              <a:rPr lang="en-US" b="1" dirty="0"/>
              <a:t>T</a:t>
            </a:r>
            <a:r>
              <a:rPr lang="en-US" dirty="0"/>
              <a:t> </a:t>
            </a:r>
            <a:r>
              <a:rPr lang="en-US" b="1" dirty="0">
                <a:sym typeface="Symbol" pitchFamily="18" charset="2"/>
              </a:rPr>
              <a:t> R  S </a:t>
            </a:r>
            <a:r>
              <a:rPr lang="en-US" b="1" dirty="0"/>
              <a:t>	</a:t>
            </a:r>
          </a:p>
          <a:p>
            <a:pPr lvl="1"/>
            <a:r>
              <a:rPr lang="en-US" sz="2400" dirty="0"/>
              <a:t>Table </a:t>
            </a:r>
            <a:r>
              <a:rPr lang="en-US" sz="2400" b="1" dirty="0"/>
              <a:t>T</a:t>
            </a:r>
            <a:r>
              <a:rPr lang="en-US" sz="2400" dirty="0"/>
              <a:t> is formed by combining all rows of </a:t>
            </a:r>
            <a:r>
              <a:rPr lang="en-US" sz="2400" b="1" dirty="0"/>
              <a:t>R</a:t>
            </a:r>
            <a:r>
              <a:rPr lang="en-US" sz="2400" dirty="0"/>
              <a:t>, or </a:t>
            </a:r>
            <a:r>
              <a:rPr lang="en-US" sz="2400" b="1" dirty="0"/>
              <a:t>S</a:t>
            </a:r>
            <a:r>
              <a:rPr lang="en-US" sz="2400" dirty="0"/>
              <a:t>, or both </a:t>
            </a:r>
            <a:r>
              <a:rPr lang="en-US" sz="2400" b="1" dirty="0"/>
              <a:t>R</a:t>
            </a:r>
            <a:r>
              <a:rPr lang="en-US" sz="2400" dirty="0"/>
              <a:t> and </a:t>
            </a:r>
            <a:r>
              <a:rPr lang="en-US" sz="2400" b="1" dirty="0"/>
              <a:t>S</a:t>
            </a:r>
          </a:p>
          <a:p>
            <a:pPr lvl="1"/>
            <a:r>
              <a:rPr lang="en-US" sz="2400" b="1" dirty="0"/>
              <a:t>R</a:t>
            </a:r>
            <a:r>
              <a:rPr lang="en-US" sz="2400" dirty="0"/>
              <a:t> and </a:t>
            </a:r>
            <a:r>
              <a:rPr lang="en-US" sz="2400" b="1" dirty="0"/>
              <a:t>S</a:t>
            </a:r>
            <a:r>
              <a:rPr lang="en-US" sz="2400" dirty="0"/>
              <a:t> are union compatible</a:t>
            </a:r>
          </a:p>
          <a:p>
            <a:pPr lvl="1"/>
            <a:r>
              <a:rPr lang="en-US" sz="2400" dirty="0"/>
              <a:t>All duplicate rows are eliminated so that the result table </a:t>
            </a:r>
            <a:r>
              <a:rPr lang="en-US" sz="2400" b="1" dirty="0"/>
              <a:t>T</a:t>
            </a:r>
            <a:r>
              <a:rPr lang="en-US" sz="2400" dirty="0"/>
              <a:t> is valid</a:t>
            </a:r>
          </a:p>
          <a:p>
            <a:r>
              <a:rPr lang="en-US" dirty="0"/>
              <a:t>Alternatively,</a:t>
            </a:r>
          </a:p>
          <a:p>
            <a:pPr>
              <a:spcBef>
                <a:spcPts val="600"/>
              </a:spcBef>
              <a:buNone/>
            </a:pPr>
            <a:r>
              <a:rPr lang="en-US" sz="1800" dirty="0"/>
              <a:t>	 </a:t>
            </a:r>
            <a:r>
              <a:rPr lang="en-US" dirty="0"/>
              <a:t>	T = </a:t>
            </a:r>
            <a:r>
              <a:rPr lang="en-US" i="1" dirty="0"/>
              <a:t>R</a:t>
            </a:r>
            <a:r>
              <a:rPr lang="en-US" dirty="0">
                <a:sym typeface="Symbol" pitchFamily="18" charset="2"/>
              </a:rPr>
              <a:t> </a:t>
            </a:r>
            <a:r>
              <a:rPr lang="en-US" dirty="0">
                <a:solidFill>
                  <a:srgbClr val="CC3300"/>
                </a:solidFill>
                <a:sym typeface="Symbol" pitchFamily="18" charset="2"/>
              </a:rPr>
              <a:t>UNION</a:t>
            </a:r>
            <a:r>
              <a:rPr lang="en-US" dirty="0">
                <a:sym typeface="Symbol" pitchFamily="18" charset="2"/>
              </a:rPr>
              <a:t> </a:t>
            </a:r>
            <a:r>
              <a:rPr lang="en-US" i="1" dirty="0">
                <a:sym typeface="Symbol" pitchFamily="18" charset="2"/>
              </a:rPr>
              <a:t>S</a:t>
            </a:r>
            <a:endParaRPr lang="en-GB" i="1" dirty="0"/>
          </a:p>
          <a:p>
            <a:pPr marL="0" indent="0">
              <a:lnSpc>
                <a:spcPct val="100000"/>
              </a:lnSpc>
              <a:buNone/>
              <a:tabLst>
                <a:tab pos="3676650" algn="l"/>
              </a:tabLst>
            </a:pPr>
            <a:endParaRPr lang="en-US" dirty="0">
              <a:sym typeface="Symbol" pitchFamily="18" charset="2"/>
            </a:endParaRPr>
          </a:p>
          <a:p>
            <a:pPr marL="0" indent="0">
              <a:lnSpc>
                <a:spcPct val="150000"/>
              </a:lnSpc>
              <a:buNone/>
              <a:tabLst>
                <a:tab pos="3676650" algn="l"/>
              </a:tabLst>
            </a:pPr>
            <a:endParaRPr lang="en-US" b="1" dirty="0"/>
          </a:p>
        </p:txBody>
      </p:sp>
      <p:pic>
        <p:nvPicPr>
          <p:cNvPr id="5" name="Picture 4" descr="A picture containing square">
            <a:extLst>
              <a:ext uri="{FF2B5EF4-FFF2-40B4-BE49-F238E27FC236}">
                <a16:creationId xmlns:a16="http://schemas.microsoft.com/office/drawing/2014/main" id="{7EFE08F4-DB5A-58C5-80FA-DFAAB84C674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464770" y="926627"/>
            <a:ext cx="1625921" cy="2164443"/>
          </a:xfrm>
          <a:prstGeom prst="rect">
            <a:avLst/>
          </a:prstGeom>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83A04F33-72DC-6EB0-E395-73DA57129645}"/>
              </a:ext>
            </a:extLst>
          </p:cNvPr>
          <p:cNvSpPr txBox="1"/>
          <p:nvPr/>
        </p:nvSpPr>
        <p:spPr>
          <a:xfrm>
            <a:off x="5300651" y="4824683"/>
            <a:ext cx="4931117" cy="523220"/>
          </a:xfrm>
          <a:prstGeom prst="rect">
            <a:avLst/>
          </a:prstGeom>
          <a:noFill/>
        </p:spPr>
        <p:txBody>
          <a:bodyPr wrap="square">
            <a:spAutoFit/>
          </a:bodyPr>
          <a:lstStyle/>
          <a:p>
            <a:r>
              <a:rPr lang="en-US" sz="2800" dirty="0"/>
              <a:t>What could union be useful for?</a:t>
            </a:r>
          </a:p>
        </p:txBody>
      </p:sp>
      <p:pic>
        <p:nvPicPr>
          <p:cNvPr id="8" name="Picture 7" descr="Map">
            <a:extLst>
              <a:ext uri="{FF2B5EF4-FFF2-40B4-BE49-F238E27FC236}">
                <a16:creationId xmlns:a16="http://schemas.microsoft.com/office/drawing/2014/main" id="{22303CD6-75A7-BEC6-D9B1-363E79108345}"/>
              </a:ext>
            </a:extLst>
          </p:cNvPr>
          <p:cNvPicPr>
            <a:picLocks noChangeAspect="1"/>
          </p:cNvPicPr>
          <p:nvPr/>
        </p:nvPicPr>
        <p:blipFill rotWithShape="1">
          <a:blip r:embed="rId4">
            <a:extLst>
              <a:ext uri="{28A0092B-C50C-407E-A947-70E740481C1C}">
                <a14:useLocalDpi xmlns:a14="http://schemas.microsoft.com/office/drawing/2010/main" val="0"/>
              </a:ext>
            </a:extLst>
          </a:blip>
          <a:srcRect b="7790"/>
          <a:stretch/>
        </p:blipFill>
        <p:spPr>
          <a:xfrm>
            <a:off x="10016836" y="4285403"/>
            <a:ext cx="2175164" cy="2005716"/>
          </a:xfrm>
          <a:prstGeom prst="rect">
            <a:avLst/>
          </a:prstGeom>
        </p:spPr>
      </p:pic>
    </p:spTree>
    <p:extLst>
      <p:ext uri="{BB962C8B-B14F-4D97-AF65-F5344CB8AC3E}">
        <p14:creationId xmlns:p14="http://schemas.microsoft.com/office/powerpoint/2010/main" val="247579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39</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Union (1.2)</a:t>
            </a:r>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extLst>
              <p:ext uri="{D42A27DB-BD31-4B8C-83A1-F6EECF244321}">
                <p14:modId xmlns:p14="http://schemas.microsoft.com/office/powerpoint/2010/main" val="4017573911"/>
              </p:ext>
            </p:extLst>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bg1">
                              <a:lumMod val="75000"/>
                            </a:schemeClr>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bg1">
                              <a:lumMod val="75000"/>
                            </a:schemeClr>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bg1">
                              <a:lumMod val="75000"/>
                            </a:schemeClr>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bg1">
                              <a:lumMod val="75000"/>
                            </a:schemeClr>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bg1">
                              <a:lumMod val="75000"/>
                            </a:schemeClr>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extLst>
              <p:ext uri="{D42A27DB-BD31-4B8C-83A1-F6EECF244321}">
                <p14:modId xmlns:p14="http://schemas.microsoft.com/office/powerpoint/2010/main" val="2692148134"/>
              </p:ext>
            </p:extLst>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bg1">
                              <a:lumMod val="75000"/>
                            </a:schemeClr>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758537548"/>
                  </a:ext>
                </a:extLst>
              </a:tr>
            </a:tbl>
          </a:graphicData>
        </a:graphic>
      </p:graphicFrame>
      <p:graphicFrame>
        <p:nvGraphicFramePr>
          <p:cNvPr id="13" name="Table 5">
            <a:extLst>
              <a:ext uri="{FF2B5EF4-FFF2-40B4-BE49-F238E27FC236}">
                <a16:creationId xmlns:a16="http://schemas.microsoft.com/office/drawing/2014/main" id="{F269F3FB-F8F6-25D1-BF70-2D66A395D15C}"/>
              </a:ext>
            </a:extLst>
          </p:cNvPr>
          <p:cNvGraphicFramePr>
            <a:graphicFrameLocks noGrp="1"/>
          </p:cNvGraphicFramePr>
          <p:nvPr>
            <p:extLst>
              <p:ext uri="{D42A27DB-BD31-4B8C-83A1-F6EECF244321}">
                <p14:modId xmlns:p14="http://schemas.microsoft.com/office/powerpoint/2010/main" val="2809355228"/>
              </p:ext>
            </p:extLst>
          </p:nvPr>
        </p:nvGraphicFramePr>
        <p:xfrm>
          <a:off x="9690652" y="3669373"/>
          <a:ext cx="2469470" cy="2646000"/>
        </p:xfrm>
        <a:graphic>
          <a:graphicData uri="http://schemas.openxmlformats.org/drawingml/2006/table">
            <a:tbl>
              <a:tblPr firstRow="1" bandRow="1">
                <a:tableStyleId>{5C22544A-7EE6-4342-B048-85BDC9FD1C3A}</a:tableStyleId>
              </a:tblPr>
              <a:tblGrid>
                <a:gridCol w="769836">
                  <a:extLst>
                    <a:ext uri="{9D8B030D-6E8A-4147-A177-3AD203B41FA5}">
                      <a16:colId xmlns:a16="http://schemas.microsoft.com/office/drawing/2014/main" val="399776364"/>
                    </a:ext>
                  </a:extLst>
                </a:gridCol>
                <a:gridCol w="849817">
                  <a:extLst>
                    <a:ext uri="{9D8B030D-6E8A-4147-A177-3AD203B41FA5}">
                      <a16:colId xmlns:a16="http://schemas.microsoft.com/office/drawing/2014/main" val="4105041697"/>
                    </a:ext>
                  </a:extLst>
                </a:gridCol>
                <a:gridCol w="849817">
                  <a:extLst>
                    <a:ext uri="{9D8B030D-6E8A-4147-A177-3AD203B41FA5}">
                      <a16:colId xmlns:a16="http://schemas.microsoft.com/office/drawing/2014/main" val="321313186"/>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4876618"/>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3287265"/>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6544472"/>
                  </a:ext>
                </a:extLst>
              </a:tr>
            </a:tbl>
          </a:graphicData>
        </a:graphic>
      </p:graphicFrame>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1" name="Rectangle 10">
            <a:extLst>
              <a:ext uri="{FF2B5EF4-FFF2-40B4-BE49-F238E27FC236}">
                <a16:creationId xmlns:a16="http://schemas.microsoft.com/office/drawing/2014/main" id="{7A4BD639-0FAB-B79B-E9A3-43E842F70F4D}"/>
              </a:ext>
            </a:extLst>
          </p:cNvPr>
          <p:cNvSpPr/>
          <p:nvPr/>
        </p:nvSpPr>
        <p:spPr>
          <a:xfrm>
            <a:off x="67301" y="4237273"/>
            <a:ext cx="9612440" cy="461665"/>
          </a:xfrm>
          <a:prstGeom prst="rect">
            <a:avLst/>
          </a:prstGeom>
        </p:spPr>
        <p:txBody>
          <a:bodyPr wrap="none">
            <a:spAutoFit/>
          </a:bodyPr>
          <a:lstStyle/>
          <a:p>
            <a:r>
              <a:rPr lang="en-US" sz="2400" dirty="0" err="1"/>
              <a:t>AllStudent</a:t>
            </a:r>
            <a:r>
              <a:rPr lang="en-US" sz="2400" dirty="0"/>
              <a:t>  </a:t>
            </a:r>
            <a:r>
              <a:rPr lang="en-US" sz="2400" b="1" dirty="0">
                <a:sym typeface="Symbol" pitchFamily="18" charset="2"/>
              </a:rPr>
              <a:t> </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Student )  </a:t>
            </a:r>
            <a:r>
              <a:rPr lang="en-US" sz="2400" b="1" dirty="0">
                <a:solidFill>
                  <a:schemeClr val="accent2">
                    <a:lumMod val="75000"/>
                  </a:schemeClr>
                </a:solidFill>
                <a:latin typeface="Courier New" pitchFamily="49" charset="0"/>
                <a:cs typeface="Courier New" pitchFamily="49" charset="0"/>
                <a:sym typeface="Symbol" pitchFamily="18" charset="2"/>
              </a:rPr>
              <a:t></a:t>
            </a:r>
            <a:r>
              <a:rPr lang="en-US" sz="2400" b="1" dirty="0">
                <a:latin typeface="Courier New" pitchFamily="49" charset="0"/>
                <a:cs typeface="Courier New" pitchFamily="49" charset="0"/>
                <a:sym typeface="Symbol" pitchFamily="18" charset="2"/>
              </a:rPr>
              <a:t> </a:t>
            </a:r>
            <a:r>
              <a:rPr lang="en-US" sz="2400" dirty="0">
                <a:sym typeface="Symbol" pitchFamily="18" charset="2"/>
              </a:rPr>
              <a:t> </a:t>
            </a:r>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a:t>
            </a:r>
            <a:r>
              <a:rPr lang="en-US" sz="2400" dirty="0" err="1">
                <a:sym typeface="Symbol" pitchFamily="18" charset="2"/>
              </a:rPr>
              <a:t>PartStudent</a:t>
            </a:r>
            <a:r>
              <a:rPr lang="en-US" sz="2400" dirty="0">
                <a:sym typeface="Symbol" pitchFamily="18" charset="2"/>
              </a:rPr>
              <a:t> ) </a:t>
            </a:r>
            <a:endParaRPr lang="en-GB" sz="2400" dirty="0"/>
          </a:p>
        </p:txBody>
      </p:sp>
      <p:sp>
        <p:nvSpPr>
          <p:cNvPr id="18" name="TextBox 17">
            <a:extLst>
              <a:ext uri="{FF2B5EF4-FFF2-40B4-BE49-F238E27FC236}">
                <a16:creationId xmlns:a16="http://schemas.microsoft.com/office/drawing/2014/main" id="{B400BC23-1546-C6C0-7BBB-D3CDC144646D}"/>
              </a:ext>
            </a:extLst>
          </p:cNvPr>
          <p:cNvSpPr txBox="1"/>
          <p:nvPr/>
        </p:nvSpPr>
        <p:spPr>
          <a:xfrm>
            <a:off x="9690652" y="3358154"/>
            <a:ext cx="1161985" cy="369332"/>
          </a:xfrm>
          <a:prstGeom prst="rect">
            <a:avLst/>
          </a:prstGeom>
          <a:noFill/>
        </p:spPr>
        <p:txBody>
          <a:bodyPr wrap="none" rtlCol="0">
            <a:spAutoFit/>
          </a:bodyPr>
          <a:lstStyle/>
          <a:p>
            <a:r>
              <a:rPr lang="en-GB" dirty="0" err="1"/>
              <a:t>AllStudent</a:t>
            </a:r>
            <a:endParaRPr lang="en-GB" dirty="0"/>
          </a:p>
        </p:txBody>
      </p:sp>
      <p:sp>
        <p:nvSpPr>
          <p:cNvPr id="19" name="Rectangle 12">
            <a:extLst>
              <a:ext uri="{FF2B5EF4-FFF2-40B4-BE49-F238E27FC236}">
                <a16:creationId xmlns:a16="http://schemas.microsoft.com/office/drawing/2014/main" id="{C065AD27-12E3-0F9E-C838-4A76F79FB447}"/>
              </a:ext>
            </a:extLst>
          </p:cNvPr>
          <p:cNvSpPr>
            <a:spLocks noChangeArrowheads="1"/>
          </p:cNvSpPr>
          <p:nvPr/>
        </p:nvSpPr>
        <p:spPr bwMode="auto">
          <a:xfrm>
            <a:off x="76200" y="4910927"/>
            <a:ext cx="8743950" cy="1089081"/>
          </a:xfrm>
          <a:prstGeom prst="rect">
            <a:avLst/>
          </a:prstGeom>
          <a:noFill/>
          <a:ln w="9525" algn="ctr">
            <a:noFill/>
            <a:prstDash val="dash"/>
            <a:miter lim="800000"/>
            <a:headEnd/>
            <a:tailEnd/>
          </a:ln>
        </p:spPr>
        <p:txBody>
          <a:bodyPr wrap="square">
            <a:spAutoFit/>
          </a:bodyPr>
          <a:lstStyle/>
          <a:p>
            <a:pPr marL="179388" lvl="1" algn="l">
              <a:lnSpc>
                <a:spcPct val="110000"/>
              </a:lnSpc>
              <a:spcBef>
                <a:spcPct val="20000"/>
              </a:spcBef>
              <a:buClr>
                <a:srgbClr val="000099"/>
              </a:buClr>
            </a:pPr>
            <a:r>
              <a:rPr lang="en-US" sz="2000" i="1" dirty="0">
                <a:latin typeface="Arial" charset="0"/>
                <a:sym typeface="Symbol" pitchFamily="18" charset="2"/>
              </a:rPr>
              <a:t>The table </a:t>
            </a:r>
            <a:r>
              <a:rPr lang="en-US" sz="2000" i="1" dirty="0" err="1">
                <a:latin typeface="Arial" charset="0"/>
                <a:sym typeface="Symbol" pitchFamily="18" charset="2"/>
              </a:rPr>
              <a:t>AllStudent</a:t>
            </a:r>
            <a:r>
              <a:rPr lang="en-US" sz="2000" i="1" dirty="0">
                <a:latin typeface="Arial" charset="0"/>
                <a:sym typeface="Symbol" pitchFamily="18" charset="2"/>
              </a:rPr>
              <a:t> is formed by adding rows from tables Student and </a:t>
            </a:r>
            <a:r>
              <a:rPr lang="en-US" sz="2000" i="1" dirty="0" err="1">
                <a:latin typeface="Arial" charset="0"/>
                <a:sym typeface="Symbol" pitchFamily="18" charset="2"/>
              </a:rPr>
              <a:t>PartStudent</a:t>
            </a:r>
            <a:r>
              <a:rPr lang="en-US" sz="2000" i="1" dirty="0">
                <a:latin typeface="Arial" charset="0"/>
                <a:sym typeface="Symbol" pitchFamily="18" charset="2"/>
              </a:rPr>
              <a:t> once they are union compatible with the </a:t>
            </a:r>
            <a:r>
              <a:rPr lang="en-US" sz="2000" b="1" i="1" dirty="0">
                <a:sym typeface="Symbol" pitchFamily="18" charset="2"/>
              </a:rPr>
              <a:t>same number of columns </a:t>
            </a:r>
            <a:r>
              <a:rPr lang="en-US" sz="2000" i="1" dirty="0">
                <a:sym typeface="Symbol" pitchFamily="18" charset="2"/>
              </a:rPr>
              <a:t>and each pair of the corresponding </a:t>
            </a:r>
            <a:r>
              <a:rPr lang="en-US" sz="2000" b="1" i="1" dirty="0">
                <a:sym typeface="Symbol" pitchFamily="18" charset="2"/>
              </a:rPr>
              <a:t>columns have the same domain</a:t>
            </a:r>
            <a:endParaRPr lang="en-US" sz="2000" i="1" dirty="0">
              <a:latin typeface="Arial" charset="0"/>
              <a:sym typeface="Symbol" pitchFamily="18" charset="2"/>
            </a:endParaRPr>
          </a:p>
        </p:txBody>
      </p:sp>
      <p:sp>
        <p:nvSpPr>
          <p:cNvPr id="6" name="Rectangle 5">
            <a:extLst>
              <a:ext uri="{FF2B5EF4-FFF2-40B4-BE49-F238E27FC236}">
                <a16:creationId xmlns:a16="http://schemas.microsoft.com/office/drawing/2014/main" id="{0DA384CB-095B-C920-5F5D-12098C08ED50}"/>
              </a:ext>
            </a:extLst>
          </p:cNvPr>
          <p:cNvSpPr/>
          <p:nvPr/>
        </p:nvSpPr>
        <p:spPr>
          <a:xfrm>
            <a:off x="921026" y="3516480"/>
            <a:ext cx="3485441"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Student ) </a:t>
            </a:r>
            <a:endParaRPr lang="en-GB" sz="2400" dirty="0"/>
          </a:p>
        </p:txBody>
      </p:sp>
      <p:sp>
        <p:nvSpPr>
          <p:cNvPr id="9" name="Rectangle 8">
            <a:extLst>
              <a:ext uri="{FF2B5EF4-FFF2-40B4-BE49-F238E27FC236}">
                <a16:creationId xmlns:a16="http://schemas.microsoft.com/office/drawing/2014/main" id="{65834019-6030-E79D-3B28-F687095AD11D}"/>
              </a:ext>
            </a:extLst>
          </p:cNvPr>
          <p:cNvSpPr/>
          <p:nvPr/>
        </p:nvSpPr>
        <p:spPr>
          <a:xfrm>
            <a:off x="6331627" y="2712118"/>
            <a:ext cx="4030719" cy="461665"/>
          </a:xfrm>
          <a:prstGeom prst="rect">
            <a:avLst/>
          </a:prstGeom>
        </p:spPr>
        <p:txBody>
          <a:bodyPr wrap="none">
            <a:spAutoFit/>
          </a:bodyPr>
          <a:lstStyle/>
          <a:p>
            <a:r>
              <a:rPr lang="en-US" sz="2400" b="1" dirty="0">
                <a:sym typeface="Symbol" pitchFamily="18" charset="2"/>
              </a:rPr>
              <a:t></a:t>
            </a:r>
            <a:r>
              <a:rPr lang="en-US" sz="2400" dirty="0">
                <a:sym typeface="Symbol" pitchFamily="18" charset="2"/>
              </a:rPr>
              <a:t> </a:t>
            </a:r>
            <a:r>
              <a:rPr lang="en-US" sz="2400" baseline="-25000" dirty="0" err="1">
                <a:sym typeface="Symbol" pitchFamily="18" charset="2"/>
              </a:rPr>
              <a:t>sid</a:t>
            </a:r>
            <a:r>
              <a:rPr lang="en-US" sz="2400" baseline="-25000" dirty="0">
                <a:sym typeface="Symbol" pitchFamily="18" charset="2"/>
              </a:rPr>
              <a:t>, name, gender</a:t>
            </a:r>
            <a:r>
              <a:rPr lang="en-US" sz="2400" dirty="0">
                <a:sym typeface="Symbol" pitchFamily="18" charset="2"/>
              </a:rPr>
              <a:t> ( </a:t>
            </a:r>
            <a:r>
              <a:rPr lang="en-US" sz="2400" dirty="0" err="1">
                <a:sym typeface="Symbol" pitchFamily="18" charset="2"/>
              </a:rPr>
              <a:t>PartStudent</a:t>
            </a:r>
            <a:r>
              <a:rPr lang="en-US" sz="2400" dirty="0">
                <a:sym typeface="Symbol" pitchFamily="18" charset="2"/>
              </a:rPr>
              <a:t> ) </a:t>
            </a:r>
            <a:endParaRPr lang="en-GB" sz="2400" dirty="0"/>
          </a:p>
        </p:txBody>
      </p:sp>
    </p:spTree>
    <p:extLst>
      <p:ext uri="{BB962C8B-B14F-4D97-AF65-F5344CB8AC3E}">
        <p14:creationId xmlns:p14="http://schemas.microsoft.com/office/powerpoint/2010/main" val="41398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40</a:t>
            </a:fld>
            <a:endParaRPr lang="en-GB"/>
          </a:p>
        </p:txBody>
      </p:sp>
      <p:pic>
        <p:nvPicPr>
          <p:cNvPr id="9" name="Picture 8" descr="A picture containing square">
            <a:extLst>
              <a:ext uri="{FF2B5EF4-FFF2-40B4-BE49-F238E27FC236}">
                <a16:creationId xmlns:a16="http://schemas.microsoft.com/office/drawing/2014/main" id="{2D58C005-7751-A38A-0AAD-47DBC37888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569"/>
          <a:stretch/>
        </p:blipFill>
        <p:spPr bwMode="auto">
          <a:xfrm>
            <a:off x="10221105" y="916688"/>
            <a:ext cx="1858153" cy="2164442"/>
          </a:xfrm>
          <a:prstGeom prst="rect">
            <a:avLst/>
          </a:prstGeom>
          <a:ln>
            <a:noFill/>
          </a:ln>
          <a:extLst>
            <a:ext uri="{53640926-AAD7-44D8-BBD7-CCE9431645EC}">
              <a14:shadowObscured xmlns:a14="http://schemas.microsoft.com/office/drawing/2010/main"/>
            </a:ext>
          </a:extLst>
        </p:spPr>
      </p:pic>
      <p:sp>
        <p:nvSpPr>
          <p:cNvPr id="4" name="Title 4">
            <a:extLst>
              <a:ext uri="{FF2B5EF4-FFF2-40B4-BE49-F238E27FC236}">
                <a16:creationId xmlns:a16="http://schemas.microsoft.com/office/drawing/2014/main" id="{E99B2886-78D2-EBDC-76A0-5AD085716A77}"/>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Intersection operation(1)</a:t>
            </a:r>
          </a:p>
        </p:txBody>
      </p:sp>
      <p:sp>
        <p:nvSpPr>
          <p:cNvPr id="6" name="TextBox 5">
            <a:extLst>
              <a:ext uri="{FF2B5EF4-FFF2-40B4-BE49-F238E27FC236}">
                <a16:creationId xmlns:a16="http://schemas.microsoft.com/office/drawing/2014/main" id="{81D9D853-ED8F-073E-C59C-63998A74F60A}"/>
              </a:ext>
            </a:extLst>
          </p:cNvPr>
          <p:cNvSpPr txBox="1"/>
          <p:nvPr/>
        </p:nvSpPr>
        <p:spPr>
          <a:xfrm>
            <a:off x="457199" y="1659285"/>
            <a:ext cx="10420351" cy="3539430"/>
          </a:xfrm>
          <a:prstGeom prst="rect">
            <a:avLst/>
          </a:prstGeom>
          <a:noFill/>
        </p:spPr>
        <p:txBody>
          <a:bodyPr wrap="square">
            <a:spAutoFit/>
          </a:bodyPr>
          <a:lstStyle/>
          <a:p>
            <a:r>
              <a:rPr lang="en-US" sz="2800" b="1" dirty="0">
                <a:solidFill>
                  <a:srgbClr val="CC3300"/>
                </a:solidFill>
                <a:latin typeface="Courier New" pitchFamily="49" charset="0"/>
                <a:cs typeface="Courier New" pitchFamily="49" charset="0"/>
                <a:sym typeface="Symbol" pitchFamily="18" charset="2"/>
              </a:rPr>
              <a:t>Intersection    </a:t>
            </a:r>
          </a:p>
          <a:p>
            <a:r>
              <a:rPr lang="en-US" sz="2800" dirty="0"/>
              <a:t>e.g.    T </a:t>
            </a:r>
            <a:r>
              <a:rPr lang="en-US" sz="2800" dirty="0">
                <a:sym typeface="Symbol" pitchFamily="18" charset="2"/>
              </a:rPr>
              <a:t> R </a:t>
            </a:r>
            <a:r>
              <a:rPr lang="en-US" sz="2800" b="1" dirty="0">
                <a:sym typeface="Symbol" pitchFamily="18" charset="2"/>
              </a:rPr>
              <a:t></a:t>
            </a:r>
            <a:r>
              <a:rPr lang="en-US" sz="2800" dirty="0">
                <a:sym typeface="Symbol" pitchFamily="18" charset="2"/>
              </a:rPr>
              <a:t> S </a:t>
            </a:r>
          </a:p>
          <a:p>
            <a:pPr lvl="1"/>
            <a:r>
              <a:rPr lang="en-US" sz="2800" dirty="0"/>
              <a:t>table T contains all rows which are in both tables R and S</a:t>
            </a:r>
          </a:p>
          <a:p>
            <a:pPr lvl="1"/>
            <a:r>
              <a:rPr lang="en-US" sz="2800" dirty="0"/>
              <a:t>R and S must be union compatible</a:t>
            </a:r>
          </a:p>
          <a:p>
            <a:pPr lvl="1"/>
            <a:r>
              <a:rPr lang="en-US" sz="2800" dirty="0"/>
              <a:t>All duplicate rows are eliminated so that the result table T is valid</a:t>
            </a:r>
          </a:p>
          <a:p>
            <a:endParaRPr lang="en-US" sz="2800" dirty="0"/>
          </a:p>
          <a:p>
            <a:r>
              <a:rPr lang="en-US" sz="2800" dirty="0"/>
              <a:t>Alternatively,</a:t>
            </a:r>
          </a:p>
          <a:p>
            <a:pPr>
              <a:buNone/>
            </a:pPr>
            <a:r>
              <a:rPr lang="en-US" sz="2800" dirty="0"/>
              <a:t>	 	T = </a:t>
            </a:r>
            <a:r>
              <a:rPr lang="en-US" sz="2800" i="1" dirty="0"/>
              <a:t>R</a:t>
            </a:r>
            <a:r>
              <a:rPr lang="en-US" sz="2800" dirty="0">
                <a:sym typeface="Symbol" pitchFamily="18" charset="2"/>
              </a:rPr>
              <a:t> </a:t>
            </a:r>
            <a:r>
              <a:rPr lang="en-US" sz="2800" dirty="0">
                <a:solidFill>
                  <a:srgbClr val="CC3300"/>
                </a:solidFill>
                <a:sym typeface="Symbol" pitchFamily="18" charset="2"/>
              </a:rPr>
              <a:t>INTERSECT</a:t>
            </a:r>
            <a:r>
              <a:rPr lang="en-US" sz="2800" dirty="0">
                <a:sym typeface="Symbol" pitchFamily="18" charset="2"/>
              </a:rPr>
              <a:t> </a:t>
            </a:r>
            <a:r>
              <a:rPr lang="en-US" sz="2800" i="1" dirty="0">
                <a:sym typeface="Symbol" pitchFamily="18" charset="2"/>
              </a:rPr>
              <a:t>S</a:t>
            </a:r>
            <a:r>
              <a:rPr lang="en-US" sz="2800" dirty="0"/>
              <a:t> </a:t>
            </a:r>
            <a:endParaRPr lang="en-GB" sz="2800" dirty="0"/>
          </a:p>
        </p:txBody>
      </p:sp>
    </p:spTree>
    <p:extLst>
      <p:ext uri="{BB962C8B-B14F-4D97-AF65-F5344CB8AC3E}">
        <p14:creationId xmlns:p14="http://schemas.microsoft.com/office/powerpoint/2010/main" val="3801333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41</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Intersection operation(2)</a:t>
            </a:r>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bl>
          </a:graphicData>
        </a:graphic>
      </p:graphicFrame>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1" name="Rectangle 10">
            <a:extLst>
              <a:ext uri="{FF2B5EF4-FFF2-40B4-BE49-F238E27FC236}">
                <a16:creationId xmlns:a16="http://schemas.microsoft.com/office/drawing/2014/main" id="{7A4BD639-0FAB-B79B-E9A3-43E842F70F4D}"/>
              </a:ext>
            </a:extLst>
          </p:cNvPr>
          <p:cNvSpPr/>
          <p:nvPr/>
        </p:nvSpPr>
        <p:spPr>
          <a:xfrm>
            <a:off x="884488" y="3711766"/>
            <a:ext cx="6682172" cy="461665"/>
          </a:xfrm>
          <a:prstGeom prst="rect">
            <a:avLst/>
          </a:prstGeom>
        </p:spPr>
        <p:txBody>
          <a:bodyPr wrap="square">
            <a:spAutoFit/>
          </a:bodyPr>
          <a:lstStyle/>
          <a:p>
            <a:pPr algn="l"/>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(Student) )  </a:t>
            </a:r>
            <a:r>
              <a:rPr lang="en-US" sz="2400" b="1" dirty="0">
                <a:latin typeface="Courier New" pitchFamily="49" charset="0"/>
                <a:cs typeface="Courier New" pitchFamily="49" charset="0"/>
                <a:sym typeface="Symbol" pitchFamily="18" charset="2"/>
              </a:rPr>
              <a:t></a:t>
            </a:r>
            <a:r>
              <a:rPr lang="en-US" sz="2400" b="1" dirty="0">
                <a:latin typeface="Arial" charset="0"/>
                <a:sym typeface="Symbol" pitchFamily="18" charset="2"/>
              </a:rPr>
              <a:t>  </a:t>
            </a:r>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a:t>
            </a:r>
            <a:r>
              <a:rPr lang="en-US" sz="2400" dirty="0" err="1">
                <a:latin typeface="Arial" charset="0"/>
                <a:sym typeface="Symbol" pitchFamily="18" charset="2"/>
              </a:rPr>
              <a:t>PartStudent</a:t>
            </a:r>
            <a:r>
              <a:rPr lang="en-US" sz="2400" dirty="0">
                <a:latin typeface="Arial" charset="0"/>
                <a:sym typeface="Symbol" pitchFamily="18" charset="2"/>
              </a:rPr>
              <a:t>) )</a:t>
            </a:r>
            <a:endParaRPr lang="en-GB" sz="2400" b="1" dirty="0">
              <a:latin typeface="Arial" charset="0"/>
              <a:sym typeface="Symbol" pitchFamily="18" charset="2"/>
            </a:endParaRPr>
          </a:p>
        </p:txBody>
      </p:sp>
      <p:sp>
        <p:nvSpPr>
          <p:cNvPr id="9" name="Rectangle 21">
            <a:extLst>
              <a:ext uri="{FF2B5EF4-FFF2-40B4-BE49-F238E27FC236}">
                <a16:creationId xmlns:a16="http://schemas.microsoft.com/office/drawing/2014/main" id="{53B99A78-A6B0-BE5E-0459-CD2335087E0C}"/>
              </a:ext>
            </a:extLst>
          </p:cNvPr>
          <p:cNvSpPr>
            <a:spLocks noChangeArrowheads="1"/>
          </p:cNvSpPr>
          <p:nvPr/>
        </p:nvSpPr>
        <p:spPr bwMode="auto">
          <a:xfrm>
            <a:off x="1013436" y="4750370"/>
            <a:ext cx="9833634" cy="646331"/>
          </a:xfrm>
          <a:prstGeom prst="rect">
            <a:avLst/>
          </a:prstGeom>
          <a:noFill/>
          <a:ln w="9525" algn="ctr">
            <a:solidFill>
              <a:srgbClr val="660066"/>
            </a:solidFill>
            <a:miter lim="800000"/>
            <a:headEnd/>
            <a:tailEnd/>
          </a:ln>
        </p:spPr>
        <p:txBody>
          <a:bodyPr wrap="square">
            <a:spAutoFit/>
          </a:bodyPr>
          <a:lstStyle/>
          <a:p>
            <a:pPr algn="l"/>
            <a:r>
              <a:rPr lang="en-US" sz="1800" dirty="0">
                <a:latin typeface="Arial" charset="0"/>
              </a:rPr>
              <a:t>OR </a:t>
            </a:r>
          </a:p>
          <a:p>
            <a:pPr algn="l"/>
            <a:r>
              <a:rPr lang="en-US" sz="1800" dirty="0">
                <a:latin typeface="Arial" charset="0"/>
              </a:rPr>
              <a:t>( PROJECT  Student  OVER  Name )  INTERSECT  ( PROJECT  </a:t>
            </a:r>
            <a:r>
              <a:rPr lang="en-US" sz="1800" dirty="0" err="1">
                <a:latin typeface="Arial" charset="0"/>
              </a:rPr>
              <a:t>PartStudent</a:t>
            </a:r>
            <a:r>
              <a:rPr lang="en-US" sz="1800" dirty="0">
                <a:latin typeface="Arial" charset="0"/>
              </a:rPr>
              <a:t>  OVER  Name )</a:t>
            </a:r>
            <a:endParaRPr lang="en-GB" sz="1800" dirty="0">
              <a:latin typeface="Arial" charset="0"/>
            </a:endParaRPr>
          </a:p>
        </p:txBody>
      </p:sp>
    </p:spTree>
    <p:extLst>
      <p:ext uri="{BB962C8B-B14F-4D97-AF65-F5344CB8AC3E}">
        <p14:creationId xmlns:p14="http://schemas.microsoft.com/office/powerpoint/2010/main" val="25258615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42</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Intersection operation(3)</a:t>
            </a:r>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extLst>
              <p:ext uri="{D42A27DB-BD31-4B8C-83A1-F6EECF244321}">
                <p14:modId xmlns:p14="http://schemas.microsoft.com/office/powerpoint/2010/main" val="488217141"/>
              </p:ext>
            </p:extLst>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extLst>
              <p:ext uri="{D42A27DB-BD31-4B8C-83A1-F6EECF244321}">
                <p14:modId xmlns:p14="http://schemas.microsoft.com/office/powerpoint/2010/main" val="4257322872"/>
              </p:ext>
            </p:extLst>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758537548"/>
                  </a:ext>
                </a:extLst>
              </a:tr>
            </a:tbl>
          </a:graphicData>
        </a:graphic>
      </p:graphicFrame>
      <p:graphicFrame>
        <p:nvGraphicFramePr>
          <p:cNvPr id="13" name="Table 5">
            <a:extLst>
              <a:ext uri="{FF2B5EF4-FFF2-40B4-BE49-F238E27FC236}">
                <a16:creationId xmlns:a16="http://schemas.microsoft.com/office/drawing/2014/main" id="{F269F3FB-F8F6-25D1-BF70-2D66A395D15C}"/>
              </a:ext>
            </a:extLst>
          </p:cNvPr>
          <p:cNvGraphicFramePr>
            <a:graphicFrameLocks noGrp="1"/>
          </p:cNvGraphicFramePr>
          <p:nvPr>
            <p:extLst>
              <p:ext uri="{D42A27DB-BD31-4B8C-83A1-F6EECF244321}">
                <p14:modId xmlns:p14="http://schemas.microsoft.com/office/powerpoint/2010/main" val="427417227"/>
              </p:ext>
            </p:extLst>
          </p:nvPr>
        </p:nvGraphicFramePr>
        <p:xfrm>
          <a:off x="9706653" y="3587927"/>
          <a:ext cx="849817" cy="756000"/>
        </p:xfrm>
        <a:graphic>
          <a:graphicData uri="http://schemas.openxmlformats.org/drawingml/2006/table">
            <a:tbl>
              <a:tblPr firstRow="1" bandRow="1">
                <a:tableStyleId>{5C22544A-7EE6-4342-B048-85BDC9FD1C3A}</a:tableStyleId>
              </a:tblPr>
              <a:tblGrid>
                <a:gridCol w="849817">
                  <a:extLst>
                    <a:ext uri="{9D8B030D-6E8A-4147-A177-3AD203B41FA5}">
                      <a16:colId xmlns:a16="http://schemas.microsoft.com/office/drawing/2014/main" val="4105041697"/>
                    </a:ext>
                  </a:extLst>
                </a:gridCol>
              </a:tblGrid>
              <a:tr h="378000">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bl>
          </a:graphicData>
        </a:graphic>
      </p:graphicFrame>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8" name="TextBox 17">
            <a:extLst>
              <a:ext uri="{FF2B5EF4-FFF2-40B4-BE49-F238E27FC236}">
                <a16:creationId xmlns:a16="http://schemas.microsoft.com/office/drawing/2014/main" id="{B400BC23-1546-C6C0-7BBB-D3CDC144646D}"/>
              </a:ext>
            </a:extLst>
          </p:cNvPr>
          <p:cNvSpPr txBox="1"/>
          <p:nvPr/>
        </p:nvSpPr>
        <p:spPr>
          <a:xfrm>
            <a:off x="9234392" y="3269974"/>
            <a:ext cx="1601721" cy="369332"/>
          </a:xfrm>
          <a:prstGeom prst="rect">
            <a:avLst/>
          </a:prstGeom>
          <a:noFill/>
        </p:spPr>
        <p:txBody>
          <a:bodyPr wrap="none" rtlCol="0">
            <a:spAutoFit/>
          </a:bodyPr>
          <a:lstStyle/>
          <a:p>
            <a:r>
              <a:rPr lang="en-GB" dirty="0" err="1"/>
              <a:t>CommonName</a:t>
            </a:r>
            <a:endParaRPr lang="en-GB" dirty="0"/>
          </a:p>
        </p:txBody>
      </p:sp>
      <p:sp>
        <p:nvSpPr>
          <p:cNvPr id="6" name="Rectangle 5">
            <a:extLst>
              <a:ext uri="{FF2B5EF4-FFF2-40B4-BE49-F238E27FC236}">
                <a16:creationId xmlns:a16="http://schemas.microsoft.com/office/drawing/2014/main" id="{A69D865C-A81A-2306-16DA-AC8B970770A0}"/>
              </a:ext>
            </a:extLst>
          </p:cNvPr>
          <p:cNvSpPr/>
          <p:nvPr/>
        </p:nvSpPr>
        <p:spPr>
          <a:xfrm>
            <a:off x="793048" y="3683550"/>
            <a:ext cx="6682172" cy="461665"/>
          </a:xfrm>
          <a:prstGeom prst="rect">
            <a:avLst/>
          </a:prstGeom>
        </p:spPr>
        <p:txBody>
          <a:bodyPr wrap="square">
            <a:spAutoFit/>
          </a:bodyPr>
          <a:lstStyle/>
          <a:p>
            <a:r>
              <a:rPr lang="en-US" sz="2400" dirty="0" err="1"/>
              <a:t>CommonName</a:t>
            </a:r>
            <a:r>
              <a:rPr lang="en-US" sz="2400" dirty="0"/>
              <a:t>  </a:t>
            </a:r>
            <a:r>
              <a:rPr lang="en-US" sz="2400" b="1" dirty="0">
                <a:sym typeface="Symbol" pitchFamily="18" charset="2"/>
              </a:rPr>
              <a:t>  </a:t>
            </a:r>
            <a:r>
              <a:rPr lang="en-US" sz="2400" dirty="0">
                <a:sym typeface="Symbol" pitchFamily="18" charset="2"/>
              </a:rPr>
              <a:t>Student  </a:t>
            </a:r>
            <a:r>
              <a:rPr lang="en-US" sz="2400" b="1" dirty="0">
                <a:solidFill>
                  <a:srgbClr val="CC3300"/>
                </a:solidFill>
                <a:latin typeface="Courier New" pitchFamily="49" charset="0"/>
                <a:cs typeface="Courier New" pitchFamily="49" charset="0"/>
                <a:sym typeface="Symbol" pitchFamily="18" charset="2"/>
              </a:rPr>
              <a:t> </a:t>
            </a:r>
            <a:r>
              <a:rPr lang="en-US" sz="2400" dirty="0" err="1">
                <a:sym typeface="Symbol" pitchFamily="18" charset="2"/>
              </a:rPr>
              <a:t>PartStudent</a:t>
            </a:r>
            <a:r>
              <a:rPr lang="en-US" sz="2400" dirty="0">
                <a:sym typeface="Symbol" pitchFamily="18" charset="2"/>
              </a:rPr>
              <a:t> </a:t>
            </a:r>
            <a:endParaRPr lang="en-GB" sz="2400" dirty="0"/>
          </a:p>
        </p:txBody>
      </p:sp>
      <p:sp>
        <p:nvSpPr>
          <p:cNvPr id="10" name="Rectangle 9">
            <a:extLst>
              <a:ext uri="{FF2B5EF4-FFF2-40B4-BE49-F238E27FC236}">
                <a16:creationId xmlns:a16="http://schemas.microsoft.com/office/drawing/2014/main" id="{DD0457B9-8850-73FD-F9B7-5FCFED05389E}"/>
              </a:ext>
            </a:extLst>
          </p:cNvPr>
          <p:cNvSpPr/>
          <p:nvPr/>
        </p:nvSpPr>
        <p:spPr>
          <a:xfrm>
            <a:off x="793048" y="4113094"/>
            <a:ext cx="6682172" cy="461665"/>
          </a:xfrm>
          <a:prstGeom prst="rect">
            <a:avLst/>
          </a:prstGeom>
        </p:spPr>
        <p:txBody>
          <a:bodyPr wrap="square">
            <a:spAutoFit/>
          </a:bodyPr>
          <a:lstStyle/>
          <a:p>
            <a:pPr algn="l"/>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(Student) )  </a:t>
            </a:r>
            <a:r>
              <a:rPr lang="en-US" sz="2400" b="1" dirty="0">
                <a:latin typeface="Courier New" pitchFamily="49" charset="0"/>
                <a:cs typeface="Courier New" pitchFamily="49" charset="0"/>
                <a:sym typeface="Symbol" pitchFamily="18" charset="2"/>
              </a:rPr>
              <a:t></a:t>
            </a:r>
            <a:r>
              <a:rPr lang="en-US" sz="2400" b="1" dirty="0">
                <a:latin typeface="Arial" charset="0"/>
                <a:sym typeface="Symbol" pitchFamily="18" charset="2"/>
              </a:rPr>
              <a:t>  </a:t>
            </a:r>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a:t>
            </a:r>
            <a:r>
              <a:rPr lang="en-US" sz="2400" dirty="0" err="1">
                <a:latin typeface="Arial" charset="0"/>
                <a:sym typeface="Symbol" pitchFamily="18" charset="2"/>
              </a:rPr>
              <a:t>PartStudent</a:t>
            </a:r>
            <a:r>
              <a:rPr lang="en-US" sz="2400" dirty="0">
                <a:latin typeface="Arial" charset="0"/>
                <a:sym typeface="Symbol" pitchFamily="18" charset="2"/>
              </a:rPr>
              <a:t>) )</a:t>
            </a:r>
            <a:endParaRPr lang="en-GB" sz="2400" b="1" dirty="0">
              <a:latin typeface="Arial" charset="0"/>
              <a:sym typeface="Symbol" pitchFamily="18" charset="2"/>
            </a:endParaRPr>
          </a:p>
        </p:txBody>
      </p:sp>
      <p:sp>
        <p:nvSpPr>
          <p:cNvPr id="16" name="Arrow: Right 15" descr="arrow">
            <a:extLst>
              <a:ext uri="{FF2B5EF4-FFF2-40B4-BE49-F238E27FC236}">
                <a16:creationId xmlns:a16="http://schemas.microsoft.com/office/drawing/2014/main" id="{BCF89DBE-CD6B-F9FF-E401-1B1892843B29}"/>
              </a:ext>
            </a:extLst>
          </p:cNvPr>
          <p:cNvSpPr/>
          <p:nvPr/>
        </p:nvSpPr>
        <p:spPr>
          <a:xfrm>
            <a:off x="7475220" y="3897845"/>
            <a:ext cx="207727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1" name="Table 10">
            <a:extLst>
              <a:ext uri="{FF2B5EF4-FFF2-40B4-BE49-F238E27FC236}">
                <a16:creationId xmlns:a16="http://schemas.microsoft.com/office/drawing/2014/main" id="{6D054B19-4EEA-2914-0838-F89817DB9DCA}"/>
              </a:ext>
            </a:extLst>
          </p:cNvPr>
          <p:cNvGraphicFramePr>
            <a:graphicFrameLocks noGrp="1"/>
          </p:cNvGraphicFramePr>
          <p:nvPr>
            <p:extLst>
              <p:ext uri="{D42A27DB-BD31-4B8C-83A1-F6EECF244321}">
                <p14:modId xmlns:p14="http://schemas.microsoft.com/office/powerpoint/2010/main" val="319810681"/>
              </p:ext>
            </p:extLst>
          </p:nvPr>
        </p:nvGraphicFramePr>
        <p:xfrm>
          <a:off x="1181100" y="1543050"/>
          <a:ext cx="1076325" cy="1885950"/>
        </p:xfrm>
        <a:graphic>
          <a:graphicData uri="http://schemas.openxmlformats.org/drawingml/2006/table">
            <a:tbl>
              <a:tblPr firstRow="1"/>
              <a:tblGrid>
                <a:gridCol w="1076325">
                  <a:extLst>
                    <a:ext uri="{9D8B030D-6E8A-4147-A177-3AD203B41FA5}">
                      <a16:colId xmlns:a16="http://schemas.microsoft.com/office/drawing/2014/main" val="477715599"/>
                    </a:ext>
                  </a:extLst>
                </a:gridCol>
              </a:tblGrid>
              <a:tr h="1885950">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4286808661"/>
                  </a:ext>
                </a:extLst>
              </a:tr>
            </a:tbl>
          </a:graphicData>
        </a:graphic>
      </p:graphicFrame>
      <p:graphicFrame>
        <p:nvGraphicFramePr>
          <p:cNvPr id="17" name="Table 16">
            <a:extLst>
              <a:ext uri="{FF2B5EF4-FFF2-40B4-BE49-F238E27FC236}">
                <a16:creationId xmlns:a16="http://schemas.microsoft.com/office/drawing/2014/main" id="{00FDA0AF-A8D3-08EF-050D-7173B95DBEA7}"/>
              </a:ext>
            </a:extLst>
          </p:cNvPr>
          <p:cNvGraphicFramePr>
            <a:graphicFrameLocks noGrp="1"/>
          </p:cNvGraphicFramePr>
          <p:nvPr>
            <p:extLst>
              <p:ext uri="{D42A27DB-BD31-4B8C-83A1-F6EECF244321}">
                <p14:modId xmlns:p14="http://schemas.microsoft.com/office/powerpoint/2010/main" val="3047652750"/>
              </p:ext>
            </p:extLst>
          </p:nvPr>
        </p:nvGraphicFramePr>
        <p:xfrm>
          <a:off x="6762750" y="1571625"/>
          <a:ext cx="781050" cy="1095375"/>
        </p:xfrm>
        <a:graphic>
          <a:graphicData uri="http://schemas.openxmlformats.org/drawingml/2006/table">
            <a:tbl>
              <a:tblPr firstRow="1"/>
              <a:tblGrid>
                <a:gridCol w="781050">
                  <a:extLst>
                    <a:ext uri="{9D8B030D-6E8A-4147-A177-3AD203B41FA5}">
                      <a16:colId xmlns:a16="http://schemas.microsoft.com/office/drawing/2014/main" val="1506501446"/>
                    </a:ext>
                  </a:extLst>
                </a:gridCol>
              </a:tblGrid>
              <a:tr h="1095375">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1330573845"/>
                  </a:ext>
                </a:extLst>
              </a:tr>
            </a:tbl>
          </a:graphicData>
        </a:graphic>
      </p:graphicFrame>
      <p:sp>
        <p:nvSpPr>
          <p:cNvPr id="19" name="Rectangle 4">
            <a:extLst>
              <a:ext uri="{FF2B5EF4-FFF2-40B4-BE49-F238E27FC236}">
                <a16:creationId xmlns:a16="http://schemas.microsoft.com/office/drawing/2014/main" id="{A06F4BF7-E364-0604-7BCB-1A5871357DA6}"/>
              </a:ext>
            </a:extLst>
          </p:cNvPr>
          <p:cNvSpPr>
            <a:spLocks noChangeArrowheads="1"/>
          </p:cNvSpPr>
          <p:nvPr/>
        </p:nvSpPr>
        <p:spPr bwMode="auto">
          <a:xfrm>
            <a:off x="587360" y="4943070"/>
            <a:ext cx="10497221" cy="1143326"/>
          </a:xfrm>
          <a:prstGeom prst="rect">
            <a:avLst/>
          </a:prstGeom>
          <a:noFill/>
          <a:ln w="9525" algn="ctr">
            <a:noFill/>
            <a:prstDash val="dash"/>
            <a:miter lim="800000"/>
            <a:headEnd/>
            <a:tailEnd/>
          </a:ln>
        </p:spPr>
        <p:txBody>
          <a:bodyPr wrap="square">
            <a:spAutoFit/>
          </a:bodyPr>
          <a:lstStyle/>
          <a:p>
            <a:pPr marL="179388" lvl="1">
              <a:lnSpc>
                <a:spcPct val="110000"/>
              </a:lnSpc>
              <a:spcBef>
                <a:spcPct val="20000"/>
              </a:spcBef>
              <a:buClr>
                <a:srgbClr val="000099"/>
              </a:buClr>
            </a:pPr>
            <a:r>
              <a:rPr lang="en-US" sz="2000" i="1" dirty="0">
                <a:sym typeface="Symbol" pitchFamily="18" charset="2"/>
              </a:rPr>
              <a:t>i.e. two tables are union compatible if they have the </a:t>
            </a:r>
            <a:r>
              <a:rPr lang="en-US" sz="2000" b="1" i="1" dirty="0">
                <a:sym typeface="Symbol" pitchFamily="18" charset="2"/>
              </a:rPr>
              <a:t>same number of columns </a:t>
            </a:r>
            <a:r>
              <a:rPr lang="en-US" sz="2000" i="1" dirty="0">
                <a:sym typeface="Symbol" pitchFamily="18" charset="2"/>
              </a:rPr>
              <a:t>and each pair of the corresponding </a:t>
            </a:r>
            <a:r>
              <a:rPr lang="en-US" sz="2000" b="1" i="1" dirty="0">
                <a:sym typeface="Symbol" pitchFamily="18" charset="2"/>
              </a:rPr>
              <a:t>columns have the same domain</a:t>
            </a:r>
            <a:endParaRPr lang="en-US" sz="2000" b="1" dirty="0"/>
          </a:p>
          <a:p>
            <a:pPr marL="179388" lvl="1" algn="l">
              <a:lnSpc>
                <a:spcPct val="110000"/>
              </a:lnSpc>
              <a:spcBef>
                <a:spcPct val="20000"/>
              </a:spcBef>
              <a:buClr>
                <a:srgbClr val="000099"/>
              </a:buClr>
            </a:pPr>
            <a:endParaRPr lang="en-US" sz="2000" i="1" dirty="0">
              <a:highlight>
                <a:srgbClr val="FFFF00"/>
              </a:highlight>
              <a:latin typeface="Arial" charset="0"/>
              <a:sym typeface="Symbol" pitchFamily="18" charset="2"/>
            </a:endParaRPr>
          </a:p>
        </p:txBody>
      </p:sp>
    </p:spTree>
    <p:extLst>
      <p:ext uri="{BB962C8B-B14F-4D97-AF65-F5344CB8AC3E}">
        <p14:creationId xmlns:p14="http://schemas.microsoft.com/office/powerpoint/2010/main" val="173927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43</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Difference operation(1)</a:t>
            </a:r>
          </a:p>
        </p:txBody>
      </p:sp>
      <p:sp>
        <p:nvSpPr>
          <p:cNvPr id="6" name="Content Placeholder 5">
            <a:extLst>
              <a:ext uri="{FF2B5EF4-FFF2-40B4-BE49-F238E27FC236}">
                <a16:creationId xmlns:a16="http://schemas.microsoft.com/office/drawing/2014/main" id="{CEF263F3-D9D1-EED8-8C68-CECA861097C4}"/>
              </a:ext>
            </a:extLst>
          </p:cNvPr>
          <p:cNvSpPr txBox="1">
            <a:spLocks/>
          </p:cNvSpPr>
          <p:nvPr/>
        </p:nvSpPr>
        <p:spPr>
          <a:xfrm>
            <a:off x="457200" y="1600200"/>
            <a:ext cx="10001250" cy="4525963"/>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b="1" dirty="0">
                <a:solidFill>
                  <a:srgbClr val="CC3300"/>
                </a:solidFill>
                <a:sym typeface="Symbol" pitchFamily="18" charset="2"/>
              </a:rPr>
              <a:t>Difference   –</a:t>
            </a:r>
            <a:r>
              <a:rPr lang="en-US" sz="2800" b="1" dirty="0">
                <a:solidFill>
                  <a:srgbClr val="996633"/>
                </a:solidFill>
                <a:sym typeface="Symbol" pitchFamily="18" charset="2"/>
              </a:rPr>
              <a:t> </a:t>
            </a:r>
          </a:p>
          <a:p>
            <a:r>
              <a:rPr lang="en-US" sz="2800" dirty="0"/>
              <a:t>e.g.	T </a:t>
            </a:r>
            <a:r>
              <a:rPr lang="en-US" sz="2800" dirty="0">
                <a:sym typeface="Symbol" pitchFamily="18" charset="2"/>
              </a:rPr>
              <a:t> R</a:t>
            </a:r>
            <a:r>
              <a:rPr lang="en-US" sz="2800" dirty="0">
                <a:solidFill>
                  <a:srgbClr val="996633"/>
                </a:solidFill>
                <a:sym typeface="Symbol" pitchFamily="18" charset="2"/>
              </a:rPr>
              <a:t> </a:t>
            </a:r>
            <a:r>
              <a:rPr lang="en-US" sz="2800" b="1" dirty="0">
                <a:solidFill>
                  <a:srgbClr val="CC3300"/>
                </a:solidFill>
                <a:sym typeface="Symbol" pitchFamily="18" charset="2"/>
              </a:rPr>
              <a:t>–</a:t>
            </a:r>
            <a:r>
              <a:rPr lang="en-US" sz="2800" dirty="0">
                <a:solidFill>
                  <a:srgbClr val="996633"/>
                </a:solidFill>
                <a:sym typeface="Symbol" pitchFamily="18" charset="2"/>
              </a:rPr>
              <a:t> </a:t>
            </a:r>
            <a:r>
              <a:rPr lang="en-US" sz="2800" dirty="0"/>
              <a:t>S</a:t>
            </a:r>
            <a:endParaRPr lang="en-US" sz="2800" dirty="0">
              <a:sym typeface="Symbol" pitchFamily="18" charset="2"/>
            </a:endParaRPr>
          </a:p>
          <a:p>
            <a:pPr lvl="1"/>
            <a:r>
              <a:rPr lang="en-US" sz="2800" dirty="0"/>
              <a:t>table T contains all rows which are in table R but </a:t>
            </a:r>
            <a:r>
              <a:rPr lang="en-US" sz="2800" i="1" dirty="0"/>
              <a:t>not</a:t>
            </a:r>
            <a:r>
              <a:rPr lang="en-US" sz="2800" dirty="0"/>
              <a:t> in S</a:t>
            </a:r>
          </a:p>
          <a:p>
            <a:pPr lvl="1"/>
            <a:r>
              <a:rPr lang="en-US" sz="2800" dirty="0"/>
              <a:t>table 1(R) and table 2(S) must be union compatible</a:t>
            </a:r>
          </a:p>
          <a:p>
            <a:pPr lvl="1"/>
            <a:r>
              <a:rPr lang="en-US" sz="2800" dirty="0"/>
              <a:t>All duplicate rows are eliminated so that the result table 3 (T) is valid</a:t>
            </a:r>
          </a:p>
          <a:p>
            <a:pPr>
              <a:lnSpc>
                <a:spcPct val="100000"/>
              </a:lnSpc>
            </a:pPr>
            <a:r>
              <a:rPr lang="en-US" sz="2800" dirty="0"/>
              <a:t>Alternatively,</a:t>
            </a:r>
          </a:p>
          <a:p>
            <a:pPr>
              <a:lnSpc>
                <a:spcPct val="100000"/>
              </a:lnSpc>
              <a:buFont typeface="Calibri" panose="020F0502020204030204" pitchFamily="34" charset="0"/>
              <a:buNone/>
            </a:pPr>
            <a:r>
              <a:rPr lang="en-US" sz="2800" dirty="0"/>
              <a:t>		T = </a:t>
            </a:r>
            <a:r>
              <a:rPr lang="en-US" sz="2800" i="1" dirty="0"/>
              <a:t>R</a:t>
            </a:r>
            <a:r>
              <a:rPr lang="en-US" sz="2800" dirty="0">
                <a:sym typeface="Symbol" pitchFamily="18" charset="2"/>
              </a:rPr>
              <a:t> </a:t>
            </a:r>
            <a:r>
              <a:rPr lang="en-US" sz="2800" dirty="0">
                <a:solidFill>
                  <a:srgbClr val="CC3300"/>
                </a:solidFill>
                <a:sym typeface="Symbol" pitchFamily="18" charset="2"/>
              </a:rPr>
              <a:t>DIFFERENCE</a:t>
            </a:r>
            <a:r>
              <a:rPr lang="en-US" sz="2800" dirty="0">
                <a:sym typeface="Symbol" pitchFamily="18" charset="2"/>
              </a:rPr>
              <a:t> </a:t>
            </a:r>
            <a:r>
              <a:rPr lang="en-US" sz="2800" i="1" dirty="0">
                <a:sym typeface="Symbol" pitchFamily="18" charset="2"/>
              </a:rPr>
              <a:t>S</a:t>
            </a:r>
          </a:p>
          <a:p>
            <a:pPr>
              <a:lnSpc>
                <a:spcPct val="100000"/>
              </a:lnSpc>
              <a:buFont typeface="Calibri" panose="020F0502020204030204" pitchFamily="34" charset="0"/>
              <a:buNone/>
            </a:pPr>
            <a:endParaRPr lang="en-GB" sz="2800" i="1" dirty="0"/>
          </a:p>
          <a:p>
            <a:endParaRPr lang="en-GB" dirty="0"/>
          </a:p>
        </p:txBody>
      </p:sp>
      <p:pic>
        <p:nvPicPr>
          <p:cNvPr id="8" name="Picture 7" descr="A picture containing square">
            <a:extLst>
              <a:ext uri="{FF2B5EF4-FFF2-40B4-BE49-F238E27FC236}">
                <a16:creationId xmlns:a16="http://schemas.microsoft.com/office/drawing/2014/main" id="{2D58C005-7751-A38A-0AAD-47DBC37888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072914" y="1067955"/>
            <a:ext cx="1892044" cy="251234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21927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44</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Difference operation(2)</a:t>
            </a:r>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extLst>
              <p:ext uri="{D42A27DB-BD31-4B8C-83A1-F6EECF244321}">
                <p14:modId xmlns:p14="http://schemas.microsoft.com/office/powerpoint/2010/main" val="1529208078"/>
              </p:ext>
            </p:extLst>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537548"/>
                  </a:ext>
                </a:extLst>
              </a:tr>
            </a:tbl>
          </a:graphicData>
        </a:graphic>
      </p:graphicFrame>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1" name="Rectangle 10">
            <a:extLst>
              <a:ext uri="{FF2B5EF4-FFF2-40B4-BE49-F238E27FC236}">
                <a16:creationId xmlns:a16="http://schemas.microsoft.com/office/drawing/2014/main" id="{7A4BD639-0FAB-B79B-E9A3-43E842F70F4D}"/>
              </a:ext>
            </a:extLst>
          </p:cNvPr>
          <p:cNvSpPr/>
          <p:nvPr/>
        </p:nvSpPr>
        <p:spPr>
          <a:xfrm>
            <a:off x="884488" y="3711766"/>
            <a:ext cx="6682172" cy="461665"/>
          </a:xfrm>
          <a:prstGeom prst="rect">
            <a:avLst/>
          </a:prstGeom>
        </p:spPr>
        <p:txBody>
          <a:bodyPr wrap="square">
            <a:spAutoFit/>
          </a:bodyPr>
          <a:lstStyle/>
          <a:p>
            <a:pPr algn="l"/>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(Student) ) </a:t>
            </a:r>
            <a:r>
              <a:rPr lang="en-US" sz="2400" b="1" dirty="0">
                <a:solidFill>
                  <a:srgbClr val="CC3300"/>
                </a:solidFill>
                <a:sym typeface="Symbol" pitchFamily="18" charset="2"/>
              </a:rPr>
              <a:t>–</a:t>
            </a:r>
            <a:r>
              <a:rPr lang="en-US" sz="2400" b="1" dirty="0">
                <a:latin typeface="Arial" charset="0"/>
                <a:sym typeface="Symbol" pitchFamily="18" charset="2"/>
              </a:rPr>
              <a:t>  </a:t>
            </a:r>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a:t>
            </a:r>
            <a:r>
              <a:rPr lang="en-US" sz="2400" dirty="0" err="1">
                <a:latin typeface="Arial" charset="0"/>
                <a:sym typeface="Symbol" pitchFamily="18" charset="2"/>
              </a:rPr>
              <a:t>PartStudent</a:t>
            </a:r>
            <a:r>
              <a:rPr lang="en-US" sz="2400" dirty="0">
                <a:latin typeface="Arial" charset="0"/>
                <a:sym typeface="Symbol" pitchFamily="18" charset="2"/>
              </a:rPr>
              <a:t>) )</a:t>
            </a:r>
            <a:endParaRPr lang="en-GB" sz="2400" b="1" dirty="0">
              <a:latin typeface="Arial" charset="0"/>
              <a:sym typeface="Symbol" pitchFamily="18" charset="2"/>
            </a:endParaRPr>
          </a:p>
        </p:txBody>
      </p:sp>
      <p:sp>
        <p:nvSpPr>
          <p:cNvPr id="9" name="Rectangle 21">
            <a:extLst>
              <a:ext uri="{FF2B5EF4-FFF2-40B4-BE49-F238E27FC236}">
                <a16:creationId xmlns:a16="http://schemas.microsoft.com/office/drawing/2014/main" id="{53B99A78-A6B0-BE5E-0459-CD2335087E0C}"/>
              </a:ext>
            </a:extLst>
          </p:cNvPr>
          <p:cNvSpPr>
            <a:spLocks noChangeArrowheads="1"/>
          </p:cNvSpPr>
          <p:nvPr/>
        </p:nvSpPr>
        <p:spPr bwMode="auto">
          <a:xfrm>
            <a:off x="1013435" y="4750370"/>
            <a:ext cx="10199047" cy="646331"/>
          </a:xfrm>
          <a:prstGeom prst="rect">
            <a:avLst/>
          </a:prstGeom>
          <a:noFill/>
          <a:ln w="9525" algn="ctr">
            <a:solidFill>
              <a:srgbClr val="660066"/>
            </a:solidFill>
            <a:miter lim="800000"/>
            <a:headEnd/>
            <a:tailEnd/>
          </a:ln>
        </p:spPr>
        <p:txBody>
          <a:bodyPr wrap="square">
            <a:spAutoFit/>
          </a:bodyPr>
          <a:lstStyle/>
          <a:p>
            <a:pPr algn="l"/>
            <a:r>
              <a:rPr lang="en-US" sz="1800" dirty="0">
                <a:latin typeface="Arial" charset="0"/>
              </a:rPr>
              <a:t>OR </a:t>
            </a:r>
          </a:p>
          <a:p>
            <a:pPr algn="l"/>
            <a:r>
              <a:rPr lang="en-US" sz="1800" dirty="0">
                <a:latin typeface="Arial" charset="0"/>
              </a:rPr>
              <a:t>( PROJECT  Student  OVER  Name )  DIFFERENCE  ( PROJECT  </a:t>
            </a:r>
            <a:r>
              <a:rPr lang="en-US" sz="1800" dirty="0" err="1">
                <a:latin typeface="Arial" charset="0"/>
              </a:rPr>
              <a:t>PartStudent</a:t>
            </a:r>
            <a:r>
              <a:rPr lang="en-US" sz="1800" dirty="0">
                <a:latin typeface="Arial" charset="0"/>
              </a:rPr>
              <a:t>  OVER  Name )</a:t>
            </a:r>
            <a:endParaRPr lang="en-GB" sz="1800" dirty="0">
              <a:latin typeface="Arial" charset="0"/>
            </a:endParaRPr>
          </a:p>
        </p:txBody>
      </p:sp>
    </p:spTree>
    <p:extLst>
      <p:ext uri="{BB962C8B-B14F-4D97-AF65-F5344CB8AC3E}">
        <p14:creationId xmlns:p14="http://schemas.microsoft.com/office/powerpoint/2010/main" val="1554129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45</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Difference operation(3)</a:t>
            </a:r>
          </a:p>
        </p:txBody>
      </p:sp>
      <p:graphicFrame>
        <p:nvGraphicFramePr>
          <p:cNvPr id="5" name="Table 5">
            <a:extLst>
              <a:ext uri="{FF2B5EF4-FFF2-40B4-BE49-F238E27FC236}">
                <a16:creationId xmlns:a16="http://schemas.microsoft.com/office/drawing/2014/main" id="{60779EC7-ACAC-8CCE-A18C-E1D632F926FA}"/>
              </a:ext>
            </a:extLst>
          </p:cNvPr>
          <p:cNvGraphicFramePr>
            <a:graphicFrameLocks noGrp="1"/>
          </p:cNvGraphicFramePr>
          <p:nvPr>
            <p:extLst>
              <p:ext uri="{D42A27DB-BD31-4B8C-83A1-F6EECF244321}">
                <p14:modId xmlns:p14="http://schemas.microsoft.com/office/powerpoint/2010/main" val="717896310"/>
              </p:ext>
            </p:extLst>
          </p:nvPr>
        </p:nvGraphicFramePr>
        <p:xfrm>
          <a:off x="587360" y="1527162"/>
          <a:ext cx="5029199" cy="1890000"/>
        </p:xfrm>
        <a:graphic>
          <a:graphicData uri="http://schemas.openxmlformats.org/drawingml/2006/table">
            <a:tbl>
              <a:tblPr firstRow="1" bandRow="1">
                <a:tableStyleId>{5C22544A-7EE6-4342-B048-85BDC9FD1C3A}</a:tableStyleId>
              </a:tblPr>
              <a:tblGrid>
                <a:gridCol w="576470">
                  <a:extLst>
                    <a:ext uri="{9D8B030D-6E8A-4147-A177-3AD203B41FA5}">
                      <a16:colId xmlns:a16="http://schemas.microsoft.com/office/drawing/2014/main" val="399776364"/>
                    </a:ext>
                  </a:extLst>
                </a:gridCol>
                <a:gridCol w="1083365">
                  <a:extLst>
                    <a:ext uri="{9D8B030D-6E8A-4147-A177-3AD203B41FA5}">
                      <a16:colId xmlns:a16="http://schemas.microsoft.com/office/drawing/2014/main" val="321313186"/>
                    </a:ext>
                  </a:extLst>
                </a:gridCol>
                <a:gridCol w="964096">
                  <a:extLst>
                    <a:ext uri="{9D8B030D-6E8A-4147-A177-3AD203B41FA5}">
                      <a16:colId xmlns:a16="http://schemas.microsoft.com/office/drawing/2014/main" val="937381134"/>
                    </a:ext>
                  </a:extLst>
                </a:gridCol>
                <a:gridCol w="894521">
                  <a:extLst>
                    <a:ext uri="{9D8B030D-6E8A-4147-A177-3AD203B41FA5}">
                      <a16:colId xmlns:a16="http://schemas.microsoft.com/office/drawing/2014/main" val="4143470804"/>
                    </a:ext>
                  </a:extLst>
                </a:gridCol>
                <a:gridCol w="1510747">
                  <a:extLst>
                    <a:ext uri="{9D8B030D-6E8A-4147-A177-3AD203B41FA5}">
                      <a16:colId xmlns:a16="http://schemas.microsoft.com/office/drawing/2014/main" val="1991308373"/>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entry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birthdate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05-01-2000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31-08-2000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758537548"/>
                  </a:ext>
                </a:extLst>
              </a:tr>
              <a:tr h="378000">
                <a:tc>
                  <a:txBody>
                    <a:bodyPr/>
                    <a:lstStyle/>
                    <a:p>
                      <a:pPr algn="ctr"/>
                      <a:r>
                        <a:rPr lang="en-GB" dirty="0">
                          <a:solidFill>
                            <a:schemeClr val="accent2"/>
                          </a:solidFill>
                          <a:latin typeface="+mn-lt"/>
                        </a:rPr>
                        <a:t>S3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28-02-2001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508683821"/>
                  </a:ext>
                </a:extLst>
              </a:tr>
              <a:tr h="378000">
                <a:tc>
                  <a:txBody>
                    <a:bodyPr/>
                    <a:lstStyle/>
                    <a:p>
                      <a:pPr algn="ctr"/>
                      <a:r>
                        <a:rPr lang="en-GB" dirty="0">
                          <a:solidFill>
                            <a:schemeClr val="accent2"/>
                          </a:solidFill>
                          <a:latin typeface="+mn-lt"/>
                        </a:rPr>
                        <a:t>S4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latin typeface="+mn-lt"/>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latin typeface="+mn-lt"/>
                        </a:rPr>
                        <a:t>14-03-2000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118269229"/>
                  </a:ext>
                </a:extLst>
              </a:tr>
            </a:tbl>
          </a:graphicData>
        </a:graphic>
      </p:graphicFrame>
      <p:graphicFrame>
        <p:nvGraphicFramePr>
          <p:cNvPr id="8" name="Table 5">
            <a:extLst>
              <a:ext uri="{FF2B5EF4-FFF2-40B4-BE49-F238E27FC236}">
                <a16:creationId xmlns:a16="http://schemas.microsoft.com/office/drawing/2014/main" id="{A26A71A0-4EA1-DD12-719E-63356F81E9F7}"/>
              </a:ext>
            </a:extLst>
          </p:cNvPr>
          <p:cNvGraphicFramePr>
            <a:graphicFrameLocks noGrp="1"/>
          </p:cNvGraphicFramePr>
          <p:nvPr>
            <p:extLst>
              <p:ext uri="{D42A27DB-BD31-4B8C-83A1-F6EECF244321}">
                <p14:modId xmlns:p14="http://schemas.microsoft.com/office/powerpoint/2010/main" val="1155438401"/>
              </p:ext>
            </p:extLst>
          </p:nvPr>
        </p:nvGraphicFramePr>
        <p:xfrm>
          <a:off x="6199544" y="1545954"/>
          <a:ext cx="3700914" cy="1134000"/>
        </p:xfrm>
        <a:graphic>
          <a:graphicData uri="http://schemas.openxmlformats.org/drawingml/2006/table">
            <a:tbl>
              <a:tblPr firstRow="1" bandRow="1">
                <a:tableStyleId>{5C22544A-7EE6-4342-B048-85BDC9FD1C3A}</a:tableStyleId>
              </a:tblPr>
              <a:tblGrid>
                <a:gridCol w="550727">
                  <a:extLst>
                    <a:ext uri="{9D8B030D-6E8A-4147-A177-3AD203B41FA5}">
                      <a16:colId xmlns:a16="http://schemas.microsoft.com/office/drawing/2014/main" val="399776364"/>
                    </a:ext>
                  </a:extLst>
                </a:gridCol>
                <a:gridCol w="810945">
                  <a:extLst>
                    <a:ext uri="{9D8B030D-6E8A-4147-A177-3AD203B41FA5}">
                      <a16:colId xmlns:a16="http://schemas.microsoft.com/office/drawing/2014/main" val="321313186"/>
                    </a:ext>
                  </a:extLst>
                </a:gridCol>
                <a:gridCol w="954157">
                  <a:extLst>
                    <a:ext uri="{9D8B030D-6E8A-4147-A177-3AD203B41FA5}">
                      <a16:colId xmlns:a16="http://schemas.microsoft.com/office/drawing/2014/main" val="3864178726"/>
                    </a:ext>
                  </a:extLst>
                </a:gridCol>
                <a:gridCol w="1385085">
                  <a:extLst>
                    <a:ext uri="{9D8B030D-6E8A-4147-A177-3AD203B41FA5}">
                      <a16:colId xmlns:a16="http://schemas.microsoft.com/office/drawing/2014/main" val="1504429169"/>
                    </a:ext>
                  </a:extLst>
                </a:gridCol>
              </a:tblGrid>
              <a:tr h="378000">
                <a:tc>
                  <a:txBody>
                    <a:bodyPr/>
                    <a:lstStyle/>
                    <a:p>
                      <a:pPr algn="ctr"/>
                      <a:r>
                        <a:rPr lang="en-GB" dirty="0" err="1">
                          <a:solidFill>
                            <a:schemeClr val="accent2"/>
                          </a:solidFill>
                        </a:rPr>
                        <a:t>sid</a:t>
                      </a:r>
                      <a:endParaRPr lang="en-GB" dirty="0">
                        <a:solidFill>
                          <a:schemeClr val="accent2"/>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parttime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rPr>
                        <a:t>PS1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John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rPr>
                        <a:t>PS2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Anne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solidFill>
                            <a:schemeClr val="accent2"/>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lgn="ctr"/>
                      <a:r>
                        <a:rPr lang="en-GB" dirty="0">
                          <a:solidFill>
                            <a:schemeClr val="accent2"/>
                          </a:solidFill>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758537548"/>
                  </a:ext>
                </a:extLst>
              </a:tr>
            </a:tbl>
          </a:graphicData>
        </a:graphic>
      </p:graphicFrame>
      <p:graphicFrame>
        <p:nvGraphicFramePr>
          <p:cNvPr id="13" name="Table 5">
            <a:extLst>
              <a:ext uri="{FF2B5EF4-FFF2-40B4-BE49-F238E27FC236}">
                <a16:creationId xmlns:a16="http://schemas.microsoft.com/office/drawing/2014/main" id="{F269F3FB-F8F6-25D1-BF70-2D66A395D15C}"/>
              </a:ext>
            </a:extLst>
          </p:cNvPr>
          <p:cNvGraphicFramePr>
            <a:graphicFrameLocks noGrp="1"/>
          </p:cNvGraphicFramePr>
          <p:nvPr>
            <p:extLst>
              <p:ext uri="{D42A27DB-BD31-4B8C-83A1-F6EECF244321}">
                <p14:modId xmlns:p14="http://schemas.microsoft.com/office/powerpoint/2010/main" val="887355502"/>
              </p:ext>
            </p:extLst>
          </p:nvPr>
        </p:nvGraphicFramePr>
        <p:xfrm>
          <a:off x="9706653" y="3228007"/>
          <a:ext cx="849817" cy="1134000"/>
        </p:xfrm>
        <a:graphic>
          <a:graphicData uri="http://schemas.openxmlformats.org/drawingml/2006/table">
            <a:tbl>
              <a:tblPr firstRow="1" bandRow="1">
                <a:tableStyleId>{5C22544A-7EE6-4342-B048-85BDC9FD1C3A}</a:tableStyleId>
              </a:tblPr>
              <a:tblGrid>
                <a:gridCol w="849817">
                  <a:extLst>
                    <a:ext uri="{9D8B030D-6E8A-4147-A177-3AD203B41FA5}">
                      <a16:colId xmlns:a16="http://schemas.microsoft.com/office/drawing/2014/main" val="4105041697"/>
                    </a:ext>
                  </a:extLst>
                </a:gridCol>
              </a:tblGrid>
              <a:tr h="378000">
                <a:tc>
                  <a:txBody>
                    <a:bodyPr/>
                    <a:lstStyle/>
                    <a:p>
                      <a:pPr algn="ctr"/>
                      <a:r>
                        <a:rPr lang="en-GB" dirty="0">
                          <a:solidFill>
                            <a:schemeClr val="accent2"/>
                          </a:solidFill>
                        </a:rPr>
                        <a:t>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85877"/>
                  </a:ext>
                </a:extLst>
              </a:tr>
              <a:tr h="378000">
                <a:tc>
                  <a:txBody>
                    <a:bodyPr/>
                    <a:lstStyle/>
                    <a:p>
                      <a:pPr algn="ctr"/>
                      <a:r>
                        <a:rPr lang="en-GB" dirty="0">
                          <a:solidFill>
                            <a:schemeClr val="accent2"/>
                          </a:solidFill>
                          <a:latin typeface="+mn-lt"/>
                        </a:rPr>
                        <a:t>Kate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7993239"/>
                  </a:ext>
                </a:extLst>
              </a:tr>
              <a:tr h="378000">
                <a:tc>
                  <a:txBody>
                    <a:bodyPr/>
                    <a:lstStyle/>
                    <a:p>
                      <a:pPr algn="ctr"/>
                      <a:r>
                        <a:rPr lang="en-GB" dirty="0">
                          <a:solidFill>
                            <a:schemeClr val="accent2"/>
                          </a:solidFill>
                          <a:latin typeface="+mn-lt"/>
                        </a:rPr>
                        <a:t>Fred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7742322"/>
                  </a:ext>
                </a:extLst>
              </a:tr>
            </a:tbl>
          </a:graphicData>
        </a:graphic>
      </p:graphicFrame>
      <p:sp>
        <p:nvSpPr>
          <p:cNvPr id="14" name="TextBox 13">
            <a:extLst>
              <a:ext uri="{FF2B5EF4-FFF2-40B4-BE49-F238E27FC236}">
                <a16:creationId xmlns:a16="http://schemas.microsoft.com/office/drawing/2014/main" id="{87A1B990-A2B1-EDF4-051F-DD84F0521E9C}"/>
              </a:ext>
            </a:extLst>
          </p:cNvPr>
          <p:cNvSpPr txBox="1"/>
          <p:nvPr/>
        </p:nvSpPr>
        <p:spPr>
          <a:xfrm>
            <a:off x="551868" y="1197697"/>
            <a:ext cx="923138" cy="369332"/>
          </a:xfrm>
          <a:prstGeom prst="rect">
            <a:avLst/>
          </a:prstGeom>
          <a:noFill/>
        </p:spPr>
        <p:txBody>
          <a:bodyPr wrap="none" rtlCol="0">
            <a:spAutoFit/>
          </a:bodyPr>
          <a:lstStyle/>
          <a:p>
            <a:r>
              <a:rPr lang="en-GB" dirty="0"/>
              <a:t>Student</a:t>
            </a:r>
          </a:p>
        </p:txBody>
      </p:sp>
      <p:sp>
        <p:nvSpPr>
          <p:cNvPr id="15" name="TextBox 14">
            <a:extLst>
              <a:ext uri="{FF2B5EF4-FFF2-40B4-BE49-F238E27FC236}">
                <a16:creationId xmlns:a16="http://schemas.microsoft.com/office/drawing/2014/main" id="{1C177980-CA35-30FD-497E-A9330F2CFB19}"/>
              </a:ext>
            </a:extLst>
          </p:cNvPr>
          <p:cNvSpPr txBox="1"/>
          <p:nvPr/>
        </p:nvSpPr>
        <p:spPr>
          <a:xfrm>
            <a:off x="6096000" y="1219019"/>
            <a:ext cx="1304524" cy="369332"/>
          </a:xfrm>
          <a:prstGeom prst="rect">
            <a:avLst/>
          </a:prstGeom>
          <a:noFill/>
        </p:spPr>
        <p:txBody>
          <a:bodyPr wrap="none" rtlCol="0">
            <a:spAutoFit/>
          </a:bodyPr>
          <a:lstStyle/>
          <a:p>
            <a:r>
              <a:rPr lang="en-GB" dirty="0" err="1"/>
              <a:t>PartStudent</a:t>
            </a:r>
            <a:endParaRPr lang="en-GB" dirty="0"/>
          </a:p>
        </p:txBody>
      </p:sp>
      <p:sp>
        <p:nvSpPr>
          <p:cNvPr id="18" name="TextBox 17">
            <a:extLst>
              <a:ext uri="{FF2B5EF4-FFF2-40B4-BE49-F238E27FC236}">
                <a16:creationId xmlns:a16="http://schemas.microsoft.com/office/drawing/2014/main" id="{B400BC23-1546-C6C0-7BBB-D3CDC144646D}"/>
              </a:ext>
            </a:extLst>
          </p:cNvPr>
          <p:cNvSpPr txBox="1"/>
          <p:nvPr/>
        </p:nvSpPr>
        <p:spPr>
          <a:xfrm>
            <a:off x="9552498" y="2900642"/>
            <a:ext cx="1078500" cy="369332"/>
          </a:xfrm>
          <a:prstGeom prst="rect">
            <a:avLst/>
          </a:prstGeom>
          <a:noFill/>
        </p:spPr>
        <p:txBody>
          <a:bodyPr wrap="none" rtlCol="0">
            <a:spAutoFit/>
          </a:bodyPr>
          <a:lstStyle/>
          <a:p>
            <a:r>
              <a:rPr lang="en-GB" dirty="0" err="1"/>
              <a:t>DiffName</a:t>
            </a:r>
            <a:endParaRPr lang="en-GB" dirty="0"/>
          </a:p>
        </p:txBody>
      </p:sp>
      <p:sp>
        <p:nvSpPr>
          <p:cNvPr id="6" name="Rectangle 5">
            <a:extLst>
              <a:ext uri="{FF2B5EF4-FFF2-40B4-BE49-F238E27FC236}">
                <a16:creationId xmlns:a16="http://schemas.microsoft.com/office/drawing/2014/main" id="{A69D865C-A81A-2306-16DA-AC8B970770A0}"/>
              </a:ext>
            </a:extLst>
          </p:cNvPr>
          <p:cNvSpPr/>
          <p:nvPr/>
        </p:nvSpPr>
        <p:spPr>
          <a:xfrm>
            <a:off x="793048" y="3683550"/>
            <a:ext cx="6682172" cy="461665"/>
          </a:xfrm>
          <a:prstGeom prst="rect">
            <a:avLst/>
          </a:prstGeom>
        </p:spPr>
        <p:txBody>
          <a:bodyPr wrap="square">
            <a:spAutoFit/>
          </a:bodyPr>
          <a:lstStyle/>
          <a:p>
            <a:r>
              <a:rPr lang="en-US" sz="2400" dirty="0" err="1"/>
              <a:t>DiffName</a:t>
            </a:r>
            <a:r>
              <a:rPr lang="en-US" sz="2400" dirty="0"/>
              <a:t>  </a:t>
            </a:r>
            <a:r>
              <a:rPr lang="en-US" sz="2400" b="1" dirty="0">
                <a:sym typeface="Symbol" pitchFamily="18" charset="2"/>
              </a:rPr>
              <a:t>  </a:t>
            </a:r>
            <a:r>
              <a:rPr lang="en-US" sz="2400" dirty="0">
                <a:sym typeface="Symbol" pitchFamily="18" charset="2"/>
              </a:rPr>
              <a:t>Student </a:t>
            </a:r>
            <a:r>
              <a:rPr lang="en-US" sz="2400" b="1" dirty="0">
                <a:solidFill>
                  <a:srgbClr val="CC3300"/>
                </a:solidFill>
                <a:sym typeface="Symbol" pitchFamily="18" charset="2"/>
              </a:rPr>
              <a:t>–</a:t>
            </a:r>
            <a:r>
              <a:rPr lang="en-US" sz="2400" b="1" dirty="0">
                <a:solidFill>
                  <a:srgbClr val="CC3300"/>
                </a:solidFill>
                <a:latin typeface="Courier New" pitchFamily="49" charset="0"/>
                <a:cs typeface="Courier New" pitchFamily="49" charset="0"/>
                <a:sym typeface="Symbol" pitchFamily="18" charset="2"/>
              </a:rPr>
              <a:t> </a:t>
            </a:r>
            <a:r>
              <a:rPr lang="en-US" sz="2400" dirty="0" err="1">
                <a:sym typeface="Symbol" pitchFamily="18" charset="2"/>
              </a:rPr>
              <a:t>PartStudent</a:t>
            </a:r>
            <a:r>
              <a:rPr lang="en-US" sz="2400" dirty="0">
                <a:sym typeface="Symbol" pitchFamily="18" charset="2"/>
              </a:rPr>
              <a:t> </a:t>
            </a:r>
            <a:endParaRPr lang="en-GB" sz="2400" dirty="0"/>
          </a:p>
        </p:txBody>
      </p:sp>
      <p:sp>
        <p:nvSpPr>
          <p:cNvPr id="10" name="Rectangle 9">
            <a:extLst>
              <a:ext uri="{FF2B5EF4-FFF2-40B4-BE49-F238E27FC236}">
                <a16:creationId xmlns:a16="http://schemas.microsoft.com/office/drawing/2014/main" id="{DD0457B9-8850-73FD-F9B7-5FCFED05389E}"/>
              </a:ext>
            </a:extLst>
          </p:cNvPr>
          <p:cNvSpPr/>
          <p:nvPr/>
        </p:nvSpPr>
        <p:spPr>
          <a:xfrm>
            <a:off x="793048" y="4113094"/>
            <a:ext cx="6682172" cy="461665"/>
          </a:xfrm>
          <a:prstGeom prst="rect">
            <a:avLst/>
          </a:prstGeom>
        </p:spPr>
        <p:txBody>
          <a:bodyPr wrap="square">
            <a:spAutoFit/>
          </a:bodyPr>
          <a:lstStyle/>
          <a:p>
            <a:pPr algn="l"/>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(Student) ) </a:t>
            </a:r>
            <a:r>
              <a:rPr lang="en-US" sz="2400" b="1" dirty="0">
                <a:solidFill>
                  <a:srgbClr val="CC3300"/>
                </a:solidFill>
                <a:sym typeface="Symbol" pitchFamily="18" charset="2"/>
              </a:rPr>
              <a:t>–</a:t>
            </a:r>
            <a:r>
              <a:rPr lang="en-US" sz="2400" b="1" dirty="0">
                <a:latin typeface="Arial" charset="0"/>
                <a:sym typeface="Symbol" pitchFamily="18" charset="2"/>
              </a:rPr>
              <a:t>  </a:t>
            </a:r>
            <a:r>
              <a:rPr lang="en-US" sz="2400" dirty="0">
                <a:latin typeface="Arial" charset="0"/>
                <a:sym typeface="Symbol" pitchFamily="18" charset="2"/>
              </a:rPr>
              <a:t>( </a:t>
            </a:r>
            <a:r>
              <a:rPr lang="en-US" sz="2400" baseline="-25000" dirty="0">
                <a:latin typeface="Arial" charset="0"/>
                <a:sym typeface="Symbol" pitchFamily="18" charset="2"/>
              </a:rPr>
              <a:t>Name</a:t>
            </a:r>
            <a:r>
              <a:rPr lang="en-US" sz="2400" dirty="0">
                <a:latin typeface="Arial" charset="0"/>
                <a:sym typeface="Symbol" pitchFamily="18" charset="2"/>
              </a:rPr>
              <a:t>(</a:t>
            </a:r>
            <a:r>
              <a:rPr lang="en-US" sz="2400" dirty="0" err="1">
                <a:latin typeface="Arial" charset="0"/>
                <a:sym typeface="Symbol" pitchFamily="18" charset="2"/>
              </a:rPr>
              <a:t>PartStudent</a:t>
            </a:r>
            <a:r>
              <a:rPr lang="en-US" sz="2400" dirty="0">
                <a:latin typeface="Arial" charset="0"/>
                <a:sym typeface="Symbol" pitchFamily="18" charset="2"/>
              </a:rPr>
              <a:t>) )</a:t>
            </a:r>
            <a:endParaRPr lang="en-GB" sz="2400" b="1" dirty="0">
              <a:latin typeface="Arial" charset="0"/>
              <a:sym typeface="Symbol" pitchFamily="18" charset="2"/>
            </a:endParaRPr>
          </a:p>
        </p:txBody>
      </p:sp>
      <p:sp>
        <p:nvSpPr>
          <p:cNvPr id="16" name="Arrow: Right 15" descr="arrow">
            <a:extLst>
              <a:ext uri="{FF2B5EF4-FFF2-40B4-BE49-F238E27FC236}">
                <a16:creationId xmlns:a16="http://schemas.microsoft.com/office/drawing/2014/main" id="{BCF89DBE-CD6B-F9FF-E401-1B1892843B29}"/>
              </a:ext>
            </a:extLst>
          </p:cNvPr>
          <p:cNvSpPr/>
          <p:nvPr/>
        </p:nvSpPr>
        <p:spPr>
          <a:xfrm>
            <a:off x="7475220" y="3897845"/>
            <a:ext cx="207727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1" name="Table 10">
            <a:extLst>
              <a:ext uri="{FF2B5EF4-FFF2-40B4-BE49-F238E27FC236}">
                <a16:creationId xmlns:a16="http://schemas.microsoft.com/office/drawing/2014/main" id="{90E023DA-1503-86E6-4C03-B4AE823860A5}"/>
              </a:ext>
            </a:extLst>
          </p:cNvPr>
          <p:cNvGraphicFramePr>
            <a:graphicFrameLocks noGrp="1"/>
          </p:cNvGraphicFramePr>
          <p:nvPr>
            <p:extLst>
              <p:ext uri="{D42A27DB-BD31-4B8C-83A1-F6EECF244321}">
                <p14:modId xmlns:p14="http://schemas.microsoft.com/office/powerpoint/2010/main" val="1930748948"/>
              </p:ext>
            </p:extLst>
          </p:nvPr>
        </p:nvGraphicFramePr>
        <p:xfrm>
          <a:off x="1171575" y="1543050"/>
          <a:ext cx="1076325" cy="1876425"/>
        </p:xfrm>
        <a:graphic>
          <a:graphicData uri="http://schemas.openxmlformats.org/drawingml/2006/table">
            <a:tbl>
              <a:tblPr firstRow="1"/>
              <a:tblGrid>
                <a:gridCol w="1076325">
                  <a:extLst>
                    <a:ext uri="{9D8B030D-6E8A-4147-A177-3AD203B41FA5}">
                      <a16:colId xmlns:a16="http://schemas.microsoft.com/office/drawing/2014/main" val="851314879"/>
                    </a:ext>
                  </a:extLst>
                </a:gridCol>
              </a:tblGrid>
              <a:tr h="1876425">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3237799517"/>
                  </a:ext>
                </a:extLst>
              </a:tr>
            </a:tbl>
          </a:graphicData>
        </a:graphic>
      </p:graphicFrame>
      <p:graphicFrame>
        <p:nvGraphicFramePr>
          <p:cNvPr id="17" name="Table 16">
            <a:extLst>
              <a:ext uri="{FF2B5EF4-FFF2-40B4-BE49-F238E27FC236}">
                <a16:creationId xmlns:a16="http://schemas.microsoft.com/office/drawing/2014/main" id="{F8DFF6F1-2B96-E22F-C664-F99A898DE27A}"/>
              </a:ext>
            </a:extLst>
          </p:cNvPr>
          <p:cNvGraphicFramePr>
            <a:graphicFrameLocks noGrp="1"/>
          </p:cNvGraphicFramePr>
          <p:nvPr>
            <p:extLst>
              <p:ext uri="{D42A27DB-BD31-4B8C-83A1-F6EECF244321}">
                <p14:modId xmlns:p14="http://schemas.microsoft.com/office/powerpoint/2010/main" val="3333358503"/>
              </p:ext>
            </p:extLst>
          </p:nvPr>
        </p:nvGraphicFramePr>
        <p:xfrm>
          <a:off x="6762750" y="1543050"/>
          <a:ext cx="790575" cy="1133475"/>
        </p:xfrm>
        <a:graphic>
          <a:graphicData uri="http://schemas.openxmlformats.org/drawingml/2006/table">
            <a:tbl>
              <a:tblPr firstRow="1"/>
              <a:tblGrid>
                <a:gridCol w="790575">
                  <a:extLst>
                    <a:ext uri="{9D8B030D-6E8A-4147-A177-3AD203B41FA5}">
                      <a16:colId xmlns:a16="http://schemas.microsoft.com/office/drawing/2014/main" val="2334973445"/>
                    </a:ext>
                  </a:extLst>
                </a:gridCol>
              </a:tblGrid>
              <a:tr h="1133475">
                <a:tc>
                  <a:txBody>
                    <a:bodyPr/>
                    <a:lstStyle/>
                    <a:p>
                      <a:endParaRPr lang="en-GB" dirty="0"/>
                    </a:p>
                  </a:txBody>
                  <a:tcPr>
                    <a:lnL w="38100" cmpd="sng">
                      <a:solidFill>
                        <a:schemeClr val="accent2"/>
                      </a:solidFill>
                      <a:prstDash val="solid"/>
                    </a:lnL>
                    <a:lnR w="38100" cmpd="sng">
                      <a:solidFill>
                        <a:schemeClr val="accent2"/>
                      </a:solidFill>
                      <a:prstDash val="solid"/>
                    </a:lnR>
                    <a:lnT w="38100" cmpd="sng">
                      <a:solidFill>
                        <a:schemeClr val="accent2"/>
                      </a:solidFill>
                      <a:prstDash val="solid"/>
                    </a:lnT>
                    <a:lnB w="38100" cmpd="sng">
                      <a:solidFill>
                        <a:schemeClr val="accent2"/>
                      </a:solidFill>
                      <a:prstDash val="solid"/>
                    </a:lnB>
                  </a:tcPr>
                </a:tc>
                <a:extLst>
                  <a:ext uri="{0D108BD9-81ED-4DB2-BD59-A6C34878D82A}">
                    <a16:rowId xmlns:a16="http://schemas.microsoft.com/office/drawing/2014/main" val="2564709057"/>
                  </a:ext>
                </a:extLst>
              </a:tr>
            </a:tbl>
          </a:graphicData>
        </a:graphic>
      </p:graphicFrame>
      <p:sp>
        <p:nvSpPr>
          <p:cNvPr id="19" name="Rectangle 4">
            <a:extLst>
              <a:ext uri="{FF2B5EF4-FFF2-40B4-BE49-F238E27FC236}">
                <a16:creationId xmlns:a16="http://schemas.microsoft.com/office/drawing/2014/main" id="{9CCFEBB7-49B7-25B9-6B06-70800BF1CAE4}"/>
              </a:ext>
            </a:extLst>
          </p:cNvPr>
          <p:cNvSpPr>
            <a:spLocks noChangeArrowheads="1"/>
          </p:cNvSpPr>
          <p:nvPr/>
        </p:nvSpPr>
        <p:spPr bwMode="auto">
          <a:xfrm>
            <a:off x="587360" y="4826943"/>
            <a:ext cx="10497221" cy="1143326"/>
          </a:xfrm>
          <a:prstGeom prst="rect">
            <a:avLst/>
          </a:prstGeom>
          <a:noFill/>
          <a:ln w="9525" algn="ctr">
            <a:noFill/>
            <a:prstDash val="dash"/>
            <a:miter lim="800000"/>
            <a:headEnd/>
            <a:tailEnd/>
          </a:ln>
        </p:spPr>
        <p:txBody>
          <a:bodyPr wrap="square">
            <a:spAutoFit/>
          </a:bodyPr>
          <a:lstStyle/>
          <a:p>
            <a:pPr marL="179388" lvl="1">
              <a:lnSpc>
                <a:spcPct val="110000"/>
              </a:lnSpc>
              <a:spcBef>
                <a:spcPct val="20000"/>
              </a:spcBef>
              <a:buClr>
                <a:srgbClr val="000099"/>
              </a:buClr>
            </a:pPr>
            <a:r>
              <a:rPr lang="en-US" sz="2000" i="1" dirty="0">
                <a:sym typeface="Symbol" pitchFamily="18" charset="2"/>
              </a:rPr>
              <a:t>i.e. two tables are union compatible if they have the </a:t>
            </a:r>
            <a:r>
              <a:rPr lang="en-US" sz="2000" b="1" i="1" dirty="0">
                <a:sym typeface="Symbol" pitchFamily="18" charset="2"/>
              </a:rPr>
              <a:t>same number of columns </a:t>
            </a:r>
            <a:r>
              <a:rPr lang="en-US" sz="2000" i="1" dirty="0">
                <a:sym typeface="Symbol" pitchFamily="18" charset="2"/>
              </a:rPr>
              <a:t>and each pair of the corresponding </a:t>
            </a:r>
            <a:r>
              <a:rPr lang="en-US" sz="2000" b="1" i="1" dirty="0">
                <a:sym typeface="Symbol" pitchFamily="18" charset="2"/>
              </a:rPr>
              <a:t>columns have the same domain</a:t>
            </a:r>
            <a:endParaRPr lang="en-US" sz="2000" b="1" dirty="0"/>
          </a:p>
          <a:p>
            <a:pPr marL="179388" lvl="1" algn="l">
              <a:lnSpc>
                <a:spcPct val="110000"/>
              </a:lnSpc>
              <a:spcBef>
                <a:spcPct val="20000"/>
              </a:spcBef>
              <a:buClr>
                <a:srgbClr val="000099"/>
              </a:buClr>
            </a:pPr>
            <a:endParaRPr lang="en-US" sz="2000" i="1" dirty="0">
              <a:highlight>
                <a:srgbClr val="FFFF00"/>
              </a:highlight>
              <a:latin typeface="Arial" charset="0"/>
              <a:sym typeface="Symbol" pitchFamily="18" charset="2"/>
            </a:endParaRPr>
          </a:p>
        </p:txBody>
      </p:sp>
    </p:spTree>
    <p:extLst>
      <p:ext uri="{BB962C8B-B14F-4D97-AF65-F5344CB8AC3E}">
        <p14:creationId xmlns:p14="http://schemas.microsoft.com/office/powerpoint/2010/main" val="132302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46</a:t>
            </a:fld>
            <a:endParaRPr lang="en-GB"/>
          </a:p>
        </p:txBody>
      </p:sp>
      <p:pic>
        <p:nvPicPr>
          <p:cNvPr id="4" name="Picture 3" descr="A picture containing square">
            <a:extLst>
              <a:ext uri="{FF2B5EF4-FFF2-40B4-BE49-F238E27FC236}">
                <a16:creationId xmlns:a16="http://schemas.microsoft.com/office/drawing/2014/main" id="{2D58C005-7751-A38A-0AAD-47DBC37888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8777194" y="1192642"/>
            <a:ext cx="2957607" cy="2511176"/>
          </a:xfrm>
          <a:prstGeom prst="rect">
            <a:avLst/>
          </a:prstGeom>
          <a:ln>
            <a:noFill/>
          </a:ln>
          <a:extLst>
            <a:ext uri="{53640926-AAD7-44D8-BBD7-CCE9431645EC}">
              <a14:shadowObscured xmlns:a14="http://schemas.microsoft.com/office/drawing/2010/main"/>
            </a:ext>
          </a:extLst>
        </p:spPr>
      </p:pic>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product(1)</a:t>
            </a:r>
          </a:p>
        </p:txBody>
      </p:sp>
      <p:sp>
        <p:nvSpPr>
          <p:cNvPr id="6" name="Content Placeholder 6">
            <a:extLst>
              <a:ext uri="{FF2B5EF4-FFF2-40B4-BE49-F238E27FC236}">
                <a16:creationId xmlns:a16="http://schemas.microsoft.com/office/drawing/2014/main" id="{19293DC0-E290-9271-7124-9BA971418680}"/>
              </a:ext>
            </a:extLst>
          </p:cNvPr>
          <p:cNvSpPr txBox="1">
            <a:spLocks/>
          </p:cNvSpPr>
          <p:nvPr/>
        </p:nvSpPr>
        <p:spPr>
          <a:xfrm>
            <a:off x="457200" y="1600201"/>
            <a:ext cx="8858250" cy="4065157"/>
          </a:xfrm>
          <a:prstGeom prst="rect">
            <a:avLst/>
          </a:prstGeom>
        </p:spPr>
        <p:txBody>
          <a:bodyP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3000" dirty="0">
                <a:solidFill>
                  <a:srgbClr val="CC3300"/>
                </a:solidFill>
                <a:highlight>
                  <a:srgbClr val="D2EFFA"/>
                </a:highlight>
                <a:sym typeface="Symbol" pitchFamily="18" charset="2"/>
              </a:rPr>
              <a:t>CARTESIAN PRODUCT   X</a:t>
            </a:r>
          </a:p>
          <a:p>
            <a:r>
              <a:rPr lang="en-US" sz="3000" dirty="0"/>
              <a:t>Multiplies two tables</a:t>
            </a:r>
          </a:p>
          <a:p>
            <a:r>
              <a:rPr lang="en-US" sz="3000" dirty="0"/>
              <a:t>Defines a table that is the concatenation of every row of table P with every row with table Q</a:t>
            </a:r>
          </a:p>
          <a:p>
            <a:r>
              <a:rPr lang="en-US" sz="3000" dirty="0"/>
              <a:t>e.g.		  	</a:t>
            </a:r>
          </a:p>
          <a:p>
            <a:pPr>
              <a:spcBef>
                <a:spcPts val="600"/>
              </a:spcBef>
              <a:spcAft>
                <a:spcPts val="600"/>
              </a:spcAft>
              <a:buFont typeface="Calibri" panose="020F0502020204030204" pitchFamily="34" charset="0"/>
              <a:buNone/>
            </a:pPr>
            <a:r>
              <a:rPr lang="en-US" sz="3000" dirty="0"/>
              <a:t>		PQ </a:t>
            </a:r>
            <a:r>
              <a:rPr lang="en-US" sz="3000" dirty="0">
                <a:sym typeface="Symbol" pitchFamily="18" charset="2"/>
              </a:rPr>
              <a:t> P X Q </a:t>
            </a:r>
          </a:p>
          <a:p>
            <a:pPr marL="0" indent="0">
              <a:buFont typeface="Calibri" panose="020F0502020204030204" pitchFamily="34" charset="0"/>
              <a:buNone/>
            </a:pPr>
            <a:r>
              <a:rPr lang="en-US" sz="3000" dirty="0">
                <a:sym typeface="Symbol" pitchFamily="18" charset="2"/>
              </a:rPr>
              <a:t>Table PQ contains all rows which are the concatenation of every row of P with every row of Q</a:t>
            </a:r>
          </a:p>
          <a:p>
            <a:endParaRPr lang="en-GB" dirty="0"/>
          </a:p>
        </p:txBody>
      </p:sp>
    </p:spTree>
    <p:extLst>
      <p:ext uri="{BB962C8B-B14F-4D97-AF65-F5344CB8AC3E}">
        <p14:creationId xmlns:p14="http://schemas.microsoft.com/office/powerpoint/2010/main" val="1278862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47</a:t>
            </a:fld>
            <a:endParaRPr lang="en-GB"/>
          </a:p>
        </p:txBody>
      </p:sp>
      <p:pic>
        <p:nvPicPr>
          <p:cNvPr id="4" name="Picture 3" descr="A picture containing square">
            <a:extLst>
              <a:ext uri="{FF2B5EF4-FFF2-40B4-BE49-F238E27FC236}">
                <a16:creationId xmlns:a16="http://schemas.microsoft.com/office/drawing/2014/main" id="{2D58C005-7751-A38A-0AAD-47DBC37888C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8777194" y="1192642"/>
            <a:ext cx="2957607" cy="2511176"/>
          </a:xfrm>
          <a:prstGeom prst="rect">
            <a:avLst/>
          </a:prstGeom>
          <a:ln>
            <a:noFill/>
          </a:ln>
          <a:extLst>
            <a:ext uri="{53640926-AAD7-44D8-BBD7-CCE9431645EC}">
              <a14:shadowObscured xmlns:a14="http://schemas.microsoft.com/office/drawing/2010/main"/>
            </a:ext>
          </a:extLst>
        </p:spPr>
      </p:pic>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product(2)</a:t>
            </a:r>
          </a:p>
        </p:txBody>
      </p:sp>
      <p:sp>
        <p:nvSpPr>
          <p:cNvPr id="6" name="Content Placeholder 6">
            <a:extLst>
              <a:ext uri="{FF2B5EF4-FFF2-40B4-BE49-F238E27FC236}">
                <a16:creationId xmlns:a16="http://schemas.microsoft.com/office/drawing/2014/main" id="{19293DC0-E290-9271-7124-9BA971418680}"/>
              </a:ext>
            </a:extLst>
          </p:cNvPr>
          <p:cNvSpPr txBox="1">
            <a:spLocks/>
          </p:cNvSpPr>
          <p:nvPr/>
        </p:nvSpPr>
        <p:spPr>
          <a:xfrm>
            <a:off x="457199" y="1610353"/>
            <a:ext cx="8229600" cy="192023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b="1" dirty="0">
                <a:sym typeface="Symbol" pitchFamily="18" charset="2"/>
              </a:rPr>
              <a:t>Columns with the same name</a:t>
            </a:r>
            <a:r>
              <a:rPr lang="en-US" sz="2800" dirty="0">
                <a:sym typeface="Symbol" pitchFamily="18" charset="2"/>
              </a:rPr>
              <a:t> in P and Q must be prefixed with the table name to maintain the uniqueness of column names within PQ</a:t>
            </a:r>
          </a:p>
          <a:p>
            <a:endParaRPr lang="en-GB" dirty="0"/>
          </a:p>
        </p:txBody>
      </p:sp>
      <p:graphicFrame>
        <p:nvGraphicFramePr>
          <p:cNvPr id="7" name="Group 55">
            <a:extLst>
              <a:ext uri="{FF2B5EF4-FFF2-40B4-BE49-F238E27FC236}">
                <a16:creationId xmlns:a16="http://schemas.microsoft.com/office/drawing/2014/main" id="{72746223-5F1E-6A77-8955-3ECFC48F8F30}"/>
              </a:ext>
            </a:extLst>
          </p:cNvPr>
          <p:cNvGraphicFramePr>
            <a:graphicFrameLocks noGrp="1"/>
          </p:cNvGraphicFramePr>
          <p:nvPr>
            <p:extLst>
              <p:ext uri="{D42A27DB-BD31-4B8C-83A1-F6EECF244321}">
                <p14:modId xmlns:p14="http://schemas.microsoft.com/office/powerpoint/2010/main" val="1448024413"/>
              </p:ext>
            </p:extLst>
          </p:nvPr>
        </p:nvGraphicFramePr>
        <p:xfrm>
          <a:off x="2102034" y="3820558"/>
          <a:ext cx="4392488" cy="1641957"/>
        </p:xfrm>
        <a:graphic>
          <a:graphicData uri="http://schemas.openxmlformats.org/drawingml/2006/table">
            <a:tbl>
              <a:tblPr firstRow="1"/>
              <a:tblGrid>
                <a:gridCol w="1081087">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gridCol w="1800101">
                  <a:extLst>
                    <a:ext uri="{9D8B030D-6E8A-4147-A177-3AD203B41FA5}">
                      <a16:colId xmlns:a16="http://schemas.microsoft.com/office/drawing/2014/main" val="20002"/>
                    </a:ext>
                  </a:extLst>
                </a:gridCol>
              </a:tblGrid>
              <a:tr h="50689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noProof="0" dirty="0">
                          <a:ln>
                            <a:noFill/>
                          </a:ln>
                          <a:solidFill>
                            <a:schemeClr val="tx1"/>
                          </a:solidFill>
                          <a:effectLst/>
                          <a:latin typeface="Arial" charset="0"/>
                          <a:cs typeface="Arial" charset="0"/>
                        </a:rPr>
                        <a:t>table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noProof="0" dirty="0">
                          <a:ln>
                            <a:noFill/>
                          </a:ln>
                          <a:solidFill>
                            <a:schemeClr val="tx1"/>
                          </a:solidFill>
                          <a:effectLst/>
                          <a:latin typeface="Arial" charset="0"/>
                          <a:cs typeface="Arial" charset="0"/>
                        </a:rPr>
                        <a:t>No. of rows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noProof="0" dirty="0">
                          <a:ln>
                            <a:noFill/>
                          </a:ln>
                          <a:solidFill>
                            <a:schemeClr val="tx1"/>
                          </a:solidFill>
                          <a:effectLst/>
                          <a:latin typeface="Arial" charset="0"/>
                          <a:cs typeface="Arial" charset="0"/>
                        </a:rPr>
                        <a:t>No. of columns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noProof="0" dirty="0">
                          <a:ln>
                            <a:noFill/>
                          </a:ln>
                          <a:solidFill>
                            <a:schemeClr val="tx1"/>
                          </a:solidFill>
                          <a:effectLst/>
                          <a:latin typeface="Arial" charset="0"/>
                          <a:cs typeface="Arial" charset="0"/>
                        </a:rPr>
                        <a:t>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noProof="0" dirty="0">
                          <a:ln>
                            <a:noFill/>
                          </a:ln>
                          <a:solidFill>
                            <a:schemeClr val="tx1"/>
                          </a:solidFill>
                          <a:effectLst/>
                          <a:latin typeface="Arial" charset="0"/>
                          <a:cs typeface="Arial" charset="0"/>
                        </a:rPr>
                        <a:t>S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noProof="0" dirty="0">
                          <a:ln>
                            <a:noFill/>
                          </a:ln>
                          <a:solidFill>
                            <a:schemeClr val="tx1"/>
                          </a:solidFill>
                          <a:effectLst/>
                          <a:latin typeface="Arial" charset="0"/>
                          <a:cs typeface="Arial" charset="0"/>
                        </a:rPr>
                        <a:t>M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0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noProof="0" dirty="0">
                          <a:ln>
                            <a:noFill/>
                          </a:ln>
                          <a:solidFill>
                            <a:schemeClr val="tx1"/>
                          </a:solidFill>
                          <a:effectLst/>
                          <a:latin typeface="Arial" charset="0"/>
                          <a:cs typeface="Arial" charset="0"/>
                        </a:rPr>
                        <a:t>Q</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noProof="0" dirty="0">
                          <a:ln>
                            <a:noFill/>
                          </a:ln>
                          <a:solidFill>
                            <a:schemeClr val="tx1"/>
                          </a:solidFill>
                          <a:effectLst/>
                          <a:latin typeface="Arial" charset="0"/>
                          <a:cs typeface="Arial" charset="0"/>
                        </a:rPr>
                        <a:t>T (3)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noProof="0" dirty="0">
                          <a:ln>
                            <a:noFill/>
                          </a:ln>
                          <a:solidFill>
                            <a:schemeClr val="tx1"/>
                          </a:solidFill>
                          <a:effectLst/>
                          <a:latin typeface="Arial" charset="0"/>
                          <a:cs typeface="Arial" charset="0"/>
                        </a:rPr>
                        <a:t>N (1)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06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noProof="0" dirty="0">
                          <a:ln>
                            <a:noFill/>
                          </a:ln>
                          <a:solidFill>
                            <a:schemeClr val="tx1"/>
                          </a:solidFill>
                          <a:effectLst/>
                          <a:latin typeface="Arial" charset="0"/>
                          <a:cs typeface="Arial" charset="0"/>
                        </a:rPr>
                        <a:t>PQ</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noProof="0" dirty="0">
                          <a:ln>
                            <a:noFill/>
                          </a:ln>
                          <a:solidFill>
                            <a:schemeClr val="tx1"/>
                          </a:solidFill>
                          <a:effectLst/>
                          <a:latin typeface="Arial" charset="0"/>
                          <a:cs typeface="Arial" charset="0"/>
                        </a:rPr>
                        <a:t>S * T (= 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noProof="0" dirty="0">
                          <a:ln>
                            <a:noFill/>
                          </a:ln>
                          <a:solidFill>
                            <a:schemeClr val="tx1"/>
                          </a:solidFill>
                          <a:effectLst/>
                          <a:latin typeface="Arial" charset="0"/>
                          <a:cs typeface="Arial" charset="0"/>
                        </a:rPr>
                        <a:t>M + N (=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352114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48</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 operation(1)</a:t>
            </a:r>
          </a:p>
        </p:txBody>
      </p:sp>
      <p:sp>
        <p:nvSpPr>
          <p:cNvPr id="6" name="Content Placeholder 6">
            <a:extLst>
              <a:ext uri="{FF2B5EF4-FFF2-40B4-BE49-F238E27FC236}">
                <a16:creationId xmlns:a16="http://schemas.microsoft.com/office/drawing/2014/main" id="{19293DC0-E290-9271-7124-9BA971418680}"/>
              </a:ext>
            </a:extLst>
          </p:cNvPr>
          <p:cNvSpPr txBox="1">
            <a:spLocks/>
          </p:cNvSpPr>
          <p:nvPr/>
        </p:nvSpPr>
        <p:spPr>
          <a:xfrm>
            <a:off x="457199" y="1600201"/>
            <a:ext cx="10755283" cy="1920239"/>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t>Example task:</a:t>
            </a:r>
          </a:p>
          <a:p>
            <a:pPr lvl="1"/>
            <a:r>
              <a:rPr lang="en-US" sz="2800" b="1" dirty="0"/>
              <a:t>List</a:t>
            </a:r>
            <a:r>
              <a:rPr lang="en-US" sz="2800" dirty="0"/>
              <a:t> students’ ID and name together with their course IDs and marks.</a:t>
            </a:r>
          </a:p>
          <a:p>
            <a:endParaRPr lang="en-GB" dirty="0"/>
          </a:p>
        </p:txBody>
      </p:sp>
      <p:sp>
        <p:nvSpPr>
          <p:cNvPr id="9" name="TextBox 8">
            <a:extLst>
              <a:ext uri="{FF2B5EF4-FFF2-40B4-BE49-F238E27FC236}">
                <a16:creationId xmlns:a16="http://schemas.microsoft.com/office/drawing/2014/main" id="{1A68CE6A-C06F-2A3A-EF3B-A9ADD287AA8B}"/>
              </a:ext>
            </a:extLst>
          </p:cNvPr>
          <p:cNvSpPr txBox="1"/>
          <p:nvPr/>
        </p:nvSpPr>
        <p:spPr>
          <a:xfrm>
            <a:off x="637222" y="3158649"/>
            <a:ext cx="9478327" cy="2246769"/>
          </a:xfrm>
          <a:prstGeom prst="rect">
            <a:avLst/>
          </a:prstGeom>
          <a:noFill/>
        </p:spPr>
        <p:txBody>
          <a:bodyPr wrap="square">
            <a:spAutoFit/>
          </a:bodyPr>
          <a:lstStyle/>
          <a:p>
            <a:r>
              <a:rPr lang="en-US" sz="2800" dirty="0"/>
              <a:t>Possible solution in 3 steps:</a:t>
            </a:r>
          </a:p>
          <a:p>
            <a:pPr marL="843534" lvl="1" indent="-514350">
              <a:buClr>
                <a:schemeClr val="tx1"/>
              </a:buClr>
              <a:buFont typeface="+mj-lt"/>
              <a:buAutoNum type="arabicParenR"/>
            </a:pPr>
            <a:r>
              <a:rPr lang="en-US" sz="2800" dirty="0"/>
              <a:t>Cartesian product of Student and Registration</a:t>
            </a:r>
          </a:p>
          <a:p>
            <a:pPr marL="843534" lvl="1" indent="-514350">
              <a:buClr>
                <a:schemeClr val="tx1"/>
              </a:buClr>
              <a:buFont typeface="+mj-lt"/>
              <a:buAutoNum type="arabicParenR"/>
            </a:pPr>
            <a:r>
              <a:rPr lang="en-US" sz="2800" dirty="0"/>
              <a:t>Select those rows where </a:t>
            </a:r>
          </a:p>
          <a:p>
            <a:pPr marL="786384" lvl="2">
              <a:buClr>
                <a:schemeClr val="tx1"/>
              </a:buClr>
            </a:pPr>
            <a:r>
              <a:rPr lang="en-US" sz="2800" dirty="0">
                <a:sym typeface="Symbol" pitchFamily="18" charset="2"/>
              </a:rPr>
              <a:t>					</a:t>
            </a:r>
            <a:r>
              <a:rPr lang="en-US" sz="2800" dirty="0" err="1">
                <a:sym typeface="Symbol" pitchFamily="18" charset="2"/>
              </a:rPr>
              <a:t>Student.SID</a:t>
            </a:r>
            <a:r>
              <a:rPr lang="en-US" sz="2800" dirty="0">
                <a:sym typeface="Symbol" pitchFamily="18" charset="2"/>
              </a:rPr>
              <a:t> = </a:t>
            </a:r>
            <a:r>
              <a:rPr lang="en-US" sz="2800" dirty="0" err="1">
                <a:sym typeface="Symbol" pitchFamily="18" charset="2"/>
              </a:rPr>
              <a:t>Registration.SID</a:t>
            </a:r>
            <a:endParaRPr lang="en-US" sz="2800" dirty="0">
              <a:sym typeface="Symbol" pitchFamily="18" charset="2"/>
            </a:endParaRPr>
          </a:p>
          <a:p>
            <a:pPr marL="843534" lvl="1" indent="-514350">
              <a:buClr>
                <a:schemeClr val="tx1"/>
              </a:buClr>
              <a:buFont typeface="+mj-lt"/>
              <a:buAutoNum type="arabicParenR"/>
            </a:pPr>
            <a:r>
              <a:rPr lang="en-US" sz="2800" dirty="0"/>
              <a:t>Project the columns as specified</a:t>
            </a:r>
            <a:endParaRPr lang="en-GB" sz="2800" dirty="0"/>
          </a:p>
        </p:txBody>
      </p:sp>
    </p:spTree>
    <p:extLst>
      <p:ext uri="{BB962C8B-B14F-4D97-AF65-F5344CB8AC3E}">
        <p14:creationId xmlns:p14="http://schemas.microsoft.com/office/powerpoint/2010/main" val="101322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49</a:t>
            </a:fld>
            <a:endParaRPr lang="en-GB"/>
          </a:p>
        </p:txBody>
      </p:sp>
      <p:graphicFrame>
        <p:nvGraphicFramePr>
          <p:cNvPr id="5" name="Group 5">
            <a:extLst>
              <a:ext uri="{FF2B5EF4-FFF2-40B4-BE49-F238E27FC236}">
                <a16:creationId xmlns:a16="http://schemas.microsoft.com/office/drawing/2014/main" id="{4D8F2B96-6FB3-EF97-B17E-25BAF1BB49CF}"/>
              </a:ext>
            </a:extLst>
          </p:cNvPr>
          <p:cNvGraphicFramePr>
            <a:graphicFrameLocks noGrp="1"/>
          </p:cNvGraphicFramePr>
          <p:nvPr>
            <p:extLst>
              <p:ext uri="{D42A27DB-BD31-4B8C-83A1-F6EECF244321}">
                <p14:modId xmlns:p14="http://schemas.microsoft.com/office/powerpoint/2010/main" val="3447899010"/>
              </p:ext>
            </p:extLst>
          </p:nvPr>
        </p:nvGraphicFramePr>
        <p:xfrm>
          <a:off x="3936230" y="4508776"/>
          <a:ext cx="2663827" cy="180054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 Box 31">
            <a:extLst>
              <a:ext uri="{FF2B5EF4-FFF2-40B4-BE49-F238E27FC236}">
                <a16:creationId xmlns:a16="http://schemas.microsoft.com/office/drawing/2014/main" id="{0032123A-B1C8-6210-5F21-06256FED7564}"/>
              </a:ext>
            </a:extLst>
          </p:cNvPr>
          <p:cNvSpPr txBox="1">
            <a:spLocks noChangeArrowheads="1"/>
          </p:cNvSpPr>
          <p:nvPr/>
        </p:nvSpPr>
        <p:spPr bwMode="auto">
          <a:xfrm>
            <a:off x="3853676" y="4167696"/>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graphicFrame>
        <p:nvGraphicFramePr>
          <p:cNvPr id="7" name="Group 32">
            <a:extLst>
              <a:ext uri="{FF2B5EF4-FFF2-40B4-BE49-F238E27FC236}">
                <a16:creationId xmlns:a16="http://schemas.microsoft.com/office/drawing/2014/main" id="{CDE82CE4-117E-046D-F850-EC9D55820B3A}"/>
              </a:ext>
            </a:extLst>
          </p:cNvPr>
          <p:cNvGraphicFramePr>
            <a:graphicFrameLocks noGrp="1"/>
          </p:cNvGraphicFramePr>
          <p:nvPr>
            <p:extLst>
              <p:ext uri="{D42A27DB-BD31-4B8C-83A1-F6EECF244321}">
                <p14:modId xmlns:p14="http://schemas.microsoft.com/office/powerpoint/2010/main" val="3508652353"/>
              </p:ext>
            </p:extLst>
          </p:nvPr>
        </p:nvGraphicFramePr>
        <p:xfrm>
          <a:off x="7176590" y="3411652"/>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Text Box 70">
            <a:extLst>
              <a:ext uri="{FF2B5EF4-FFF2-40B4-BE49-F238E27FC236}">
                <a16:creationId xmlns:a16="http://schemas.microsoft.com/office/drawing/2014/main" id="{79E94985-CF6D-3781-501B-A1CACBE634FC}"/>
              </a:ext>
            </a:extLst>
          </p:cNvPr>
          <p:cNvSpPr txBox="1">
            <a:spLocks noChangeArrowheads="1"/>
          </p:cNvSpPr>
          <p:nvPr/>
        </p:nvSpPr>
        <p:spPr bwMode="auto">
          <a:xfrm>
            <a:off x="7062807" y="3042887"/>
            <a:ext cx="1531188" cy="369332"/>
          </a:xfrm>
          <a:prstGeom prst="rect">
            <a:avLst/>
          </a:prstGeom>
          <a:noFill/>
          <a:ln w="9525" algn="ctr">
            <a:noFill/>
            <a:prstDash val="dash"/>
            <a:miter lim="800000"/>
            <a:headEnd/>
            <a:tailEnd/>
          </a:ln>
        </p:spPr>
        <p:txBody>
          <a:bodyPr wrap="none">
            <a:spAutoFit/>
          </a:bodyPr>
          <a:lstStyle/>
          <a:p>
            <a:pPr algn="l"/>
            <a:r>
              <a:rPr lang="en-GB" b="1" dirty="0">
                <a:latin typeface="Arial" charset="0"/>
              </a:rPr>
              <a:t>Registration</a:t>
            </a:r>
          </a:p>
        </p:txBody>
      </p:sp>
      <p:sp>
        <p:nvSpPr>
          <p:cNvPr id="9" name="Rectangle 4">
            <a:extLst>
              <a:ext uri="{FF2B5EF4-FFF2-40B4-BE49-F238E27FC236}">
                <a16:creationId xmlns:a16="http://schemas.microsoft.com/office/drawing/2014/main" id="{C6111135-9E2D-7E7E-7125-E3D23B0806AE}"/>
              </a:ext>
            </a:extLst>
          </p:cNvPr>
          <p:cNvSpPr>
            <a:spLocks noChangeArrowheads="1"/>
          </p:cNvSpPr>
          <p:nvPr/>
        </p:nvSpPr>
        <p:spPr bwMode="auto">
          <a:xfrm>
            <a:off x="1365433" y="2175718"/>
            <a:ext cx="4248472" cy="830997"/>
          </a:xfrm>
          <a:prstGeom prst="rect">
            <a:avLst/>
          </a:prstGeom>
          <a:noFill/>
          <a:ln w="9525" algn="ctr">
            <a:noFill/>
            <a:prstDash val="dash"/>
            <a:miter lim="800000"/>
            <a:headEnd/>
            <a:tailEnd/>
          </a:ln>
        </p:spPr>
        <p:txBody>
          <a:bodyPr wrap="square">
            <a:spAutoFit/>
          </a:bodyPr>
          <a:lstStyle/>
          <a:p>
            <a:pPr marL="0" lvl="2"/>
            <a:r>
              <a:rPr lang="en-GB" sz="2400" b="1" dirty="0">
                <a:latin typeface="Arial" charset="0"/>
              </a:rPr>
              <a:t>Student</a:t>
            </a:r>
            <a:r>
              <a:rPr lang="en-GB" sz="2400" dirty="0">
                <a:latin typeface="Arial" charset="0"/>
              </a:rPr>
              <a:t> ( </a:t>
            </a:r>
            <a:r>
              <a:rPr lang="en-GB" sz="2400" u="sng" dirty="0" err="1">
                <a:latin typeface="Arial" charset="0"/>
              </a:rPr>
              <a:t>sid</a:t>
            </a:r>
            <a:r>
              <a:rPr lang="en-GB" sz="2400" dirty="0">
                <a:latin typeface="Arial" charset="0"/>
              </a:rPr>
              <a:t>, name, gender )</a:t>
            </a:r>
          </a:p>
          <a:p>
            <a:pPr marL="0" lvl="2"/>
            <a:r>
              <a:rPr lang="en-GB" sz="2400" b="1" dirty="0">
                <a:latin typeface="Arial" charset="0"/>
              </a:rPr>
              <a:t>Registration</a:t>
            </a:r>
            <a:r>
              <a:rPr lang="en-GB" sz="2400" dirty="0">
                <a:latin typeface="Arial" charset="0"/>
              </a:rPr>
              <a:t> (</a:t>
            </a:r>
            <a:r>
              <a:rPr lang="en-GB" sz="2400" i="1" dirty="0">
                <a:latin typeface="Arial" charset="0"/>
              </a:rPr>
              <a:t> </a:t>
            </a:r>
            <a:r>
              <a:rPr lang="en-GB" sz="2400" i="1" u="sng" dirty="0" err="1">
                <a:latin typeface="Arial" charset="0"/>
              </a:rPr>
              <a:t>sid</a:t>
            </a:r>
            <a:r>
              <a:rPr lang="en-GB" sz="2400" dirty="0">
                <a:latin typeface="Arial" charset="0"/>
              </a:rPr>
              <a:t>, </a:t>
            </a:r>
            <a:r>
              <a:rPr lang="en-GB" sz="2400" i="1" u="sng" dirty="0" err="1">
                <a:latin typeface="Arial" charset="0"/>
              </a:rPr>
              <a:t>cid</a:t>
            </a:r>
            <a:r>
              <a:rPr lang="en-GB" sz="2400" dirty="0">
                <a:latin typeface="Arial" charset="0"/>
              </a:rPr>
              <a:t>, mark )</a:t>
            </a: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 operation(2)</a:t>
            </a:r>
          </a:p>
        </p:txBody>
      </p:sp>
      <p:sp>
        <p:nvSpPr>
          <p:cNvPr id="27" name="TextBox 26">
            <a:extLst>
              <a:ext uri="{FF2B5EF4-FFF2-40B4-BE49-F238E27FC236}">
                <a16:creationId xmlns:a16="http://schemas.microsoft.com/office/drawing/2014/main" id="{F8DFFF5C-C1A1-E1C8-0629-B3338E4D4DE4}"/>
              </a:ext>
            </a:extLst>
          </p:cNvPr>
          <p:cNvSpPr txBox="1"/>
          <p:nvPr/>
        </p:nvSpPr>
        <p:spPr>
          <a:xfrm>
            <a:off x="0" y="1259672"/>
            <a:ext cx="11578590" cy="523220"/>
          </a:xfrm>
          <a:prstGeom prst="rect">
            <a:avLst/>
          </a:prstGeom>
          <a:noFill/>
        </p:spPr>
        <p:txBody>
          <a:bodyPr wrap="square">
            <a:spAutoFit/>
          </a:bodyPr>
          <a:lstStyle/>
          <a:p>
            <a:pPr lvl="1"/>
            <a:r>
              <a:rPr lang="en-US" sz="2800" dirty="0"/>
              <a:t>TASK: </a:t>
            </a:r>
            <a:r>
              <a:rPr lang="en-US" sz="2800" b="1" dirty="0"/>
              <a:t>List</a:t>
            </a:r>
            <a:r>
              <a:rPr lang="en-US" sz="2800" dirty="0"/>
              <a:t> students’ ID and name together with their course IDs and marks.</a:t>
            </a:r>
          </a:p>
        </p:txBody>
      </p:sp>
    </p:spTree>
    <p:extLst>
      <p:ext uri="{BB962C8B-B14F-4D97-AF65-F5344CB8AC3E}">
        <p14:creationId xmlns:p14="http://schemas.microsoft.com/office/powerpoint/2010/main" val="12009461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50</a:t>
            </a:fld>
            <a:endParaRPr lang="en-GB"/>
          </a:p>
        </p:txBody>
      </p:sp>
      <p:graphicFrame>
        <p:nvGraphicFramePr>
          <p:cNvPr id="5" name="Group 5">
            <a:extLst>
              <a:ext uri="{FF2B5EF4-FFF2-40B4-BE49-F238E27FC236}">
                <a16:creationId xmlns:a16="http://schemas.microsoft.com/office/drawing/2014/main" id="{4D8F2B96-6FB3-EF97-B17E-25BAF1BB49CF}"/>
              </a:ext>
            </a:extLst>
          </p:cNvPr>
          <p:cNvGraphicFramePr>
            <a:graphicFrameLocks noGrp="1"/>
          </p:cNvGraphicFramePr>
          <p:nvPr>
            <p:extLst>
              <p:ext uri="{D42A27DB-BD31-4B8C-83A1-F6EECF244321}">
                <p14:modId xmlns:p14="http://schemas.microsoft.com/office/powerpoint/2010/main" val="2511764009"/>
              </p:ext>
            </p:extLst>
          </p:nvPr>
        </p:nvGraphicFramePr>
        <p:xfrm>
          <a:off x="3936230" y="4508776"/>
          <a:ext cx="2663827" cy="180054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 Box 31">
            <a:extLst>
              <a:ext uri="{FF2B5EF4-FFF2-40B4-BE49-F238E27FC236}">
                <a16:creationId xmlns:a16="http://schemas.microsoft.com/office/drawing/2014/main" id="{0032123A-B1C8-6210-5F21-06256FED7564}"/>
              </a:ext>
            </a:extLst>
          </p:cNvPr>
          <p:cNvSpPr txBox="1">
            <a:spLocks noChangeArrowheads="1"/>
          </p:cNvSpPr>
          <p:nvPr/>
        </p:nvSpPr>
        <p:spPr bwMode="auto">
          <a:xfrm>
            <a:off x="3853676" y="4167696"/>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graphicFrame>
        <p:nvGraphicFramePr>
          <p:cNvPr id="7" name="Group 32">
            <a:extLst>
              <a:ext uri="{FF2B5EF4-FFF2-40B4-BE49-F238E27FC236}">
                <a16:creationId xmlns:a16="http://schemas.microsoft.com/office/drawing/2014/main" id="{CDE82CE4-117E-046D-F850-EC9D55820B3A}"/>
              </a:ext>
            </a:extLst>
          </p:cNvPr>
          <p:cNvGraphicFramePr>
            <a:graphicFrameLocks noGrp="1"/>
          </p:cNvGraphicFramePr>
          <p:nvPr>
            <p:extLst>
              <p:ext uri="{D42A27DB-BD31-4B8C-83A1-F6EECF244321}">
                <p14:modId xmlns:p14="http://schemas.microsoft.com/office/powerpoint/2010/main" val="2449294953"/>
              </p:ext>
            </p:extLst>
          </p:nvPr>
        </p:nvGraphicFramePr>
        <p:xfrm>
          <a:off x="7176590" y="3411652"/>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Text Box 70">
            <a:extLst>
              <a:ext uri="{FF2B5EF4-FFF2-40B4-BE49-F238E27FC236}">
                <a16:creationId xmlns:a16="http://schemas.microsoft.com/office/drawing/2014/main" id="{79E94985-CF6D-3781-501B-A1CACBE634FC}"/>
              </a:ext>
            </a:extLst>
          </p:cNvPr>
          <p:cNvSpPr txBox="1">
            <a:spLocks noChangeArrowheads="1"/>
          </p:cNvSpPr>
          <p:nvPr/>
        </p:nvSpPr>
        <p:spPr bwMode="auto">
          <a:xfrm>
            <a:off x="7062807" y="3042887"/>
            <a:ext cx="1531188" cy="369332"/>
          </a:xfrm>
          <a:prstGeom prst="rect">
            <a:avLst/>
          </a:prstGeom>
          <a:noFill/>
          <a:ln w="9525" algn="ctr">
            <a:noFill/>
            <a:prstDash val="dash"/>
            <a:miter lim="800000"/>
            <a:headEnd/>
            <a:tailEnd/>
          </a:ln>
        </p:spPr>
        <p:txBody>
          <a:bodyPr wrap="none">
            <a:spAutoFit/>
          </a:bodyPr>
          <a:lstStyle/>
          <a:p>
            <a:pPr algn="l"/>
            <a:r>
              <a:rPr lang="en-GB" b="1" dirty="0">
                <a:latin typeface="Arial" charset="0"/>
              </a:rPr>
              <a:t>Registration</a:t>
            </a:r>
          </a:p>
        </p:txBody>
      </p:sp>
      <p:sp>
        <p:nvSpPr>
          <p:cNvPr id="9" name="Rectangle 4">
            <a:extLst>
              <a:ext uri="{FF2B5EF4-FFF2-40B4-BE49-F238E27FC236}">
                <a16:creationId xmlns:a16="http://schemas.microsoft.com/office/drawing/2014/main" id="{C6111135-9E2D-7E7E-7125-E3D23B0806AE}"/>
              </a:ext>
            </a:extLst>
          </p:cNvPr>
          <p:cNvSpPr>
            <a:spLocks noChangeArrowheads="1"/>
          </p:cNvSpPr>
          <p:nvPr/>
        </p:nvSpPr>
        <p:spPr bwMode="auto">
          <a:xfrm>
            <a:off x="457199" y="1677555"/>
            <a:ext cx="1457777" cy="461665"/>
          </a:xfrm>
          <a:prstGeom prst="rect">
            <a:avLst/>
          </a:prstGeom>
          <a:noFill/>
          <a:ln w="9525" algn="ctr">
            <a:noFill/>
            <a:prstDash val="dash"/>
            <a:miter lim="800000"/>
            <a:headEnd/>
            <a:tailEnd/>
          </a:ln>
        </p:spPr>
        <p:txBody>
          <a:bodyPr wrap="square">
            <a:spAutoFit/>
          </a:bodyPr>
          <a:lstStyle/>
          <a:p>
            <a:pPr marL="0" lvl="2"/>
            <a:r>
              <a:rPr lang="en-GB" sz="2400" b="1" dirty="0">
                <a:latin typeface="Arial" charset="0"/>
              </a:rPr>
              <a:t>STEP 1:</a:t>
            </a:r>
            <a:endParaRPr lang="en-GB" sz="2400" dirty="0">
              <a:latin typeface="Arial" charset="0"/>
            </a:endParaRP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 operation(3)</a:t>
            </a:r>
          </a:p>
        </p:txBody>
      </p:sp>
      <p:sp>
        <p:nvSpPr>
          <p:cNvPr id="27" name="TextBox 26">
            <a:extLst>
              <a:ext uri="{FF2B5EF4-FFF2-40B4-BE49-F238E27FC236}">
                <a16:creationId xmlns:a16="http://schemas.microsoft.com/office/drawing/2014/main" id="{F8DFFF5C-C1A1-E1C8-0629-B3338E4D4DE4}"/>
              </a:ext>
            </a:extLst>
          </p:cNvPr>
          <p:cNvSpPr txBox="1"/>
          <p:nvPr/>
        </p:nvSpPr>
        <p:spPr>
          <a:xfrm>
            <a:off x="0" y="1035161"/>
            <a:ext cx="11578590" cy="523220"/>
          </a:xfrm>
          <a:prstGeom prst="rect">
            <a:avLst/>
          </a:prstGeom>
          <a:noFill/>
        </p:spPr>
        <p:txBody>
          <a:bodyPr wrap="square">
            <a:spAutoFit/>
          </a:bodyPr>
          <a:lstStyle/>
          <a:p>
            <a:pPr lvl="1"/>
            <a:r>
              <a:rPr lang="en-US" sz="2800" dirty="0"/>
              <a:t>TASK: </a:t>
            </a:r>
            <a:r>
              <a:rPr lang="en-US" sz="2800" b="1" dirty="0"/>
              <a:t>List</a:t>
            </a:r>
            <a:r>
              <a:rPr lang="en-US" sz="2800" dirty="0"/>
              <a:t> students’ ID and name together with their course IDs and marks.</a:t>
            </a:r>
          </a:p>
        </p:txBody>
      </p:sp>
      <p:grpSp>
        <p:nvGrpSpPr>
          <p:cNvPr id="10" name="Group 9" descr="cartesian product">
            <a:extLst>
              <a:ext uri="{FF2B5EF4-FFF2-40B4-BE49-F238E27FC236}">
                <a16:creationId xmlns:a16="http://schemas.microsoft.com/office/drawing/2014/main" id="{CEC91C68-DFC0-4295-B394-CEB60047FA07}"/>
              </a:ext>
            </a:extLst>
          </p:cNvPr>
          <p:cNvGrpSpPr/>
          <p:nvPr/>
        </p:nvGrpSpPr>
        <p:grpSpPr>
          <a:xfrm>
            <a:off x="777240" y="1804756"/>
            <a:ext cx="9351818" cy="1294879"/>
            <a:chOff x="905199" y="2350145"/>
            <a:chExt cx="7856183" cy="1294879"/>
          </a:xfrm>
        </p:grpSpPr>
        <p:sp>
          <p:nvSpPr>
            <p:cNvPr id="11" name="Rectangle 5">
              <a:extLst>
                <a:ext uri="{FF2B5EF4-FFF2-40B4-BE49-F238E27FC236}">
                  <a16:creationId xmlns:a16="http://schemas.microsoft.com/office/drawing/2014/main" id="{011ADE1E-E441-4EB0-81BB-BD2C560B02F3}"/>
                </a:ext>
              </a:extLst>
            </p:cNvPr>
            <p:cNvSpPr>
              <a:spLocks noChangeArrowheads="1"/>
            </p:cNvSpPr>
            <p:nvPr/>
          </p:nvSpPr>
          <p:spPr bwMode="auto">
            <a:xfrm>
              <a:off x="2390551" y="2350145"/>
              <a:ext cx="4657675" cy="461665"/>
            </a:xfrm>
            <a:prstGeom prst="rect">
              <a:avLst/>
            </a:prstGeom>
            <a:noFill/>
            <a:ln w="9525" algn="ctr">
              <a:noFill/>
              <a:prstDash val="dash"/>
              <a:miter lim="800000"/>
              <a:headEnd/>
              <a:tailEnd/>
            </a:ln>
          </p:spPr>
          <p:txBody>
            <a:bodyPr wrap="square">
              <a:spAutoFit/>
            </a:bodyPr>
            <a:lstStyle/>
            <a:p>
              <a:r>
                <a:rPr lang="en-US" sz="2400" dirty="0">
                  <a:latin typeface="Arial" charset="0"/>
                  <a:sym typeface="Symbol" pitchFamily="18" charset="2"/>
                </a:rPr>
                <a:t>A </a:t>
              </a:r>
              <a:r>
                <a:rPr lang="en-US" sz="2400" dirty="0">
                  <a:sym typeface="Symbol" pitchFamily="18" charset="2"/>
                </a:rPr>
                <a:t>   </a:t>
              </a:r>
              <a:r>
                <a:rPr lang="en-US" sz="2400" dirty="0">
                  <a:latin typeface="Arial" charset="0"/>
                  <a:sym typeface="Symbol" pitchFamily="18" charset="2"/>
                </a:rPr>
                <a:t>Student </a:t>
              </a:r>
              <a:r>
                <a:rPr lang="en-US" sz="2400" b="1" dirty="0">
                  <a:latin typeface="Arial" charset="0"/>
                  <a:sym typeface="Symbol" pitchFamily="18" charset="2"/>
                </a:rPr>
                <a:t>X</a:t>
              </a:r>
              <a:r>
                <a:rPr lang="en-US" sz="2400" dirty="0">
                  <a:latin typeface="Arial" charset="0"/>
                  <a:sym typeface="Symbol" pitchFamily="18" charset="2"/>
                </a:rPr>
                <a:t> Registration</a:t>
              </a:r>
              <a:endParaRPr lang="en-GB" sz="2400" dirty="0">
                <a:latin typeface="Arial" charset="0"/>
                <a:sym typeface="Symbol" pitchFamily="18" charset="2"/>
              </a:endParaRPr>
            </a:p>
          </p:txBody>
        </p:sp>
        <p:sp>
          <p:nvSpPr>
            <p:cNvPr id="12" name="Text Box 6">
              <a:extLst>
                <a:ext uri="{FF2B5EF4-FFF2-40B4-BE49-F238E27FC236}">
                  <a16:creationId xmlns:a16="http://schemas.microsoft.com/office/drawing/2014/main" id="{A59593D1-A6B9-7EEF-DDE1-3634AB0EEF3B}"/>
                </a:ext>
              </a:extLst>
            </p:cNvPr>
            <p:cNvSpPr txBox="1">
              <a:spLocks noChangeArrowheads="1"/>
            </p:cNvSpPr>
            <p:nvPr/>
          </p:nvSpPr>
          <p:spPr bwMode="auto">
            <a:xfrm>
              <a:off x="905199" y="2701474"/>
              <a:ext cx="1318890" cy="584775"/>
            </a:xfrm>
            <a:prstGeom prst="rect">
              <a:avLst/>
            </a:prstGeom>
            <a:solidFill>
              <a:schemeClr val="accent2"/>
            </a:solidFill>
            <a:ln w="34925">
              <a:noFill/>
              <a:miter lim="800000"/>
              <a:headEnd/>
              <a:tailEnd/>
            </a:ln>
          </p:spPr>
          <p:txBody>
            <a:bodyPr wrap="square">
              <a:spAutoFit/>
            </a:bodyPr>
            <a:lstStyle/>
            <a:p>
              <a:pPr algn="ctr"/>
              <a:r>
                <a:rPr lang="en-GB" sz="1600" b="1" dirty="0">
                  <a:solidFill>
                    <a:schemeClr val="bg1"/>
                  </a:solidFill>
                </a:rPr>
                <a:t>Cartesian product</a:t>
              </a:r>
              <a:endParaRPr lang="en-US" sz="1600" b="1" dirty="0">
                <a:solidFill>
                  <a:schemeClr val="bg1"/>
                </a:solidFill>
              </a:endParaRPr>
            </a:p>
          </p:txBody>
        </p:sp>
        <p:sp>
          <p:nvSpPr>
            <p:cNvPr id="13" name="Rectangle 482">
              <a:extLst>
                <a:ext uri="{FF2B5EF4-FFF2-40B4-BE49-F238E27FC236}">
                  <a16:creationId xmlns:a16="http://schemas.microsoft.com/office/drawing/2014/main" id="{4194219E-C06A-FB5B-2190-57EFD6A3ACF6}"/>
                </a:ext>
              </a:extLst>
            </p:cNvPr>
            <p:cNvSpPr>
              <a:spLocks noChangeArrowheads="1"/>
            </p:cNvSpPr>
            <p:nvPr/>
          </p:nvSpPr>
          <p:spPr bwMode="auto">
            <a:xfrm>
              <a:off x="2339752" y="3183359"/>
              <a:ext cx="6421630" cy="461665"/>
            </a:xfrm>
            <a:prstGeom prst="rect">
              <a:avLst/>
            </a:prstGeom>
            <a:noFill/>
            <a:ln w="9525" algn="ctr">
              <a:noFill/>
              <a:prstDash val="dash"/>
              <a:miter lim="800000"/>
              <a:headEnd/>
              <a:tailEnd/>
            </a:ln>
          </p:spPr>
          <p:txBody>
            <a:bodyPr wrap="none">
              <a:spAutoFit/>
            </a:bodyPr>
            <a:lstStyle/>
            <a:p>
              <a:pPr algn="l"/>
              <a:r>
                <a:rPr lang="en-US" sz="2400" dirty="0">
                  <a:latin typeface="Arial" charset="0"/>
                  <a:sym typeface="Symbol" pitchFamily="18" charset="2"/>
                </a:rPr>
                <a:t>A ( </a:t>
              </a:r>
              <a:r>
                <a:rPr lang="en-US" sz="2400" u="sng" dirty="0">
                  <a:latin typeface="Arial" charset="0"/>
                  <a:sym typeface="Symbol" pitchFamily="18" charset="2"/>
                </a:rPr>
                <a:t>S.SID,</a:t>
              </a:r>
              <a:r>
                <a:rPr lang="en-US" sz="2400" dirty="0">
                  <a:latin typeface="Arial" charset="0"/>
                  <a:sym typeface="Symbol" pitchFamily="18" charset="2"/>
                </a:rPr>
                <a:t> Name, Gender, </a:t>
              </a:r>
              <a:r>
                <a:rPr lang="en-US" sz="2400" u="sng" dirty="0">
                  <a:latin typeface="Arial" charset="0"/>
                  <a:sym typeface="Symbol" pitchFamily="18" charset="2"/>
                </a:rPr>
                <a:t>R.SID</a:t>
              </a:r>
              <a:r>
                <a:rPr lang="en-US" sz="2400" dirty="0">
                  <a:latin typeface="Arial" charset="0"/>
                  <a:sym typeface="Symbol" pitchFamily="18" charset="2"/>
                </a:rPr>
                <a:t>, </a:t>
              </a:r>
              <a:r>
                <a:rPr lang="en-US" sz="2400" u="sng" dirty="0">
                  <a:latin typeface="Arial" charset="0"/>
                  <a:sym typeface="Symbol" pitchFamily="18" charset="2"/>
                </a:rPr>
                <a:t>CID</a:t>
              </a:r>
              <a:r>
                <a:rPr lang="en-US" sz="2400" dirty="0">
                  <a:latin typeface="Arial" charset="0"/>
                  <a:sym typeface="Symbol" pitchFamily="18" charset="2"/>
                </a:rPr>
                <a:t>, Mark )</a:t>
              </a:r>
              <a:r>
                <a:rPr lang="en-US" sz="2400" dirty="0">
                  <a:sym typeface="Symbol" pitchFamily="18" charset="2"/>
                </a:rPr>
                <a:t> </a:t>
              </a:r>
              <a:endParaRPr lang="en-GB" sz="2400" dirty="0">
                <a:latin typeface="Arial" charset="0"/>
                <a:sym typeface="Symbol" pitchFamily="18" charset="2"/>
              </a:endParaRPr>
            </a:p>
          </p:txBody>
        </p:sp>
        <p:sp>
          <p:nvSpPr>
            <p:cNvPr id="14" name="AutoShape 888">
              <a:extLst>
                <a:ext uri="{FF2B5EF4-FFF2-40B4-BE49-F238E27FC236}">
                  <a16:creationId xmlns:a16="http://schemas.microsoft.com/office/drawing/2014/main" id="{328D2000-C831-96E2-43CE-A3F7A6494E7D}"/>
                </a:ext>
              </a:extLst>
            </p:cNvPr>
            <p:cNvSpPr>
              <a:spLocks noChangeArrowheads="1"/>
            </p:cNvSpPr>
            <p:nvPr/>
          </p:nvSpPr>
          <p:spPr bwMode="auto">
            <a:xfrm>
              <a:off x="4528071" y="2854201"/>
              <a:ext cx="215900" cy="358775"/>
            </a:xfrm>
            <a:prstGeom prst="downArrow">
              <a:avLst>
                <a:gd name="adj1" fmla="val 50000"/>
                <a:gd name="adj2" fmla="val 41544"/>
              </a:avLst>
            </a:prstGeom>
            <a:solidFill>
              <a:schemeClr val="accent3">
                <a:lumMod val="50000"/>
              </a:schemeClr>
            </a:solidFill>
            <a:ln w="25400" algn="ctr">
              <a:noFill/>
              <a:miter lim="800000"/>
              <a:headEnd/>
              <a:tailEnd/>
            </a:ln>
          </p:spPr>
          <p:txBody>
            <a:bodyPr wrap="none" anchor="ctr"/>
            <a:lstStyle/>
            <a:p>
              <a:endParaRPr lang="en-US"/>
            </a:p>
          </p:txBody>
        </p:sp>
      </p:grpSp>
    </p:spTree>
    <p:extLst>
      <p:ext uri="{BB962C8B-B14F-4D97-AF65-F5344CB8AC3E}">
        <p14:creationId xmlns:p14="http://schemas.microsoft.com/office/powerpoint/2010/main" val="36953929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51</a:t>
            </a:fld>
            <a:endParaRPr lang="en-GB"/>
          </a:p>
        </p:txBody>
      </p:sp>
      <p:sp>
        <p:nvSpPr>
          <p:cNvPr id="9" name="Rectangle 4">
            <a:extLst>
              <a:ext uri="{FF2B5EF4-FFF2-40B4-BE49-F238E27FC236}">
                <a16:creationId xmlns:a16="http://schemas.microsoft.com/office/drawing/2014/main" id="{C6111135-9E2D-7E7E-7125-E3D23B0806AE}"/>
              </a:ext>
            </a:extLst>
          </p:cNvPr>
          <p:cNvSpPr>
            <a:spLocks noChangeArrowheads="1"/>
          </p:cNvSpPr>
          <p:nvPr/>
        </p:nvSpPr>
        <p:spPr bwMode="auto">
          <a:xfrm>
            <a:off x="457199" y="1677555"/>
            <a:ext cx="1457777" cy="461665"/>
          </a:xfrm>
          <a:prstGeom prst="rect">
            <a:avLst/>
          </a:prstGeom>
          <a:noFill/>
          <a:ln w="9525" algn="ctr">
            <a:noFill/>
            <a:prstDash val="dash"/>
            <a:miter lim="800000"/>
            <a:headEnd/>
            <a:tailEnd/>
          </a:ln>
        </p:spPr>
        <p:txBody>
          <a:bodyPr wrap="square">
            <a:spAutoFit/>
          </a:bodyPr>
          <a:lstStyle/>
          <a:p>
            <a:pPr marL="0" lvl="2"/>
            <a:r>
              <a:rPr lang="en-GB" sz="2400" b="1" dirty="0">
                <a:latin typeface="Arial" charset="0"/>
              </a:rPr>
              <a:t>STEP 1:</a:t>
            </a:r>
            <a:endParaRPr lang="en-GB" sz="2400" dirty="0">
              <a:latin typeface="Arial" charset="0"/>
            </a:endParaRP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 operation(4.1)</a:t>
            </a:r>
          </a:p>
        </p:txBody>
      </p:sp>
      <p:sp>
        <p:nvSpPr>
          <p:cNvPr id="27" name="TextBox 26">
            <a:extLst>
              <a:ext uri="{FF2B5EF4-FFF2-40B4-BE49-F238E27FC236}">
                <a16:creationId xmlns:a16="http://schemas.microsoft.com/office/drawing/2014/main" id="{F8DFFF5C-C1A1-E1C8-0629-B3338E4D4DE4}"/>
              </a:ext>
            </a:extLst>
          </p:cNvPr>
          <p:cNvSpPr txBox="1"/>
          <p:nvPr/>
        </p:nvSpPr>
        <p:spPr>
          <a:xfrm>
            <a:off x="0" y="1035161"/>
            <a:ext cx="11578590" cy="523220"/>
          </a:xfrm>
          <a:prstGeom prst="rect">
            <a:avLst/>
          </a:prstGeom>
          <a:noFill/>
        </p:spPr>
        <p:txBody>
          <a:bodyPr wrap="square">
            <a:spAutoFit/>
          </a:bodyPr>
          <a:lstStyle/>
          <a:p>
            <a:pPr lvl="1"/>
            <a:r>
              <a:rPr lang="en-US" sz="2800" dirty="0"/>
              <a:t>TASK: </a:t>
            </a:r>
            <a:r>
              <a:rPr lang="en-US" sz="2800" b="1" dirty="0"/>
              <a:t>List </a:t>
            </a:r>
            <a:r>
              <a:rPr lang="en-US" sz="2800" dirty="0"/>
              <a:t>students’ ID and name together with their course IDs and marks.</a:t>
            </a:r>
          </a:p>
        </p:txBody>
      </p:sp>
      <p:grpSp>
        <p:nvGrpSpPr>
          <p:cNvPr id="10" name="Group 9" descr="Cartesian product">
            <a:extLst>
              <a:ext uri="{FF2B5EF4-FFF2-40B4-BE49-F238E27FC236}">
                <a16:creationId xmlns:a16="http://schemas.microsoft.com/office/drawing/2014/main" id="{CEC91C68-DFC0-4295-B394-CEB60047FA07}"/>
              </a:ext>
            </a:extLst>
          </p:cNvPr>
          <p:cNvGrpSpPr/>
          <p:nvPr/>
        </p:nvGrpSpPr>
        <p:grpSpPr>
          <a:xfrm>
            <a:off x="907329" y="1757021"/>
            <a:ext cx="9351818" cy="1294879"/>
            <a:chOff x="905199" y="2350145"/>
            <a:chExt cx="7856183" cy="1294879"/>
          </a:xfrm>
        </p:grpSpPr>
        <p:sp>
          <p:nvSpPr>
            <p:cNvPr id="11" name="Rectangle 5">
              <a:extLst>
                <a:ext uri="{FF2B5EF4-FFF2-40B4-BE49-F238E27FC236}">
                  <a16:creationId xmlns:a16="http://schemas.microsoft.com/office/drawing/2014/main" id="{011ADE1E-E441-4EB0-81BB-BD2C560B02F3}"/>
                </a:ext>
              </a:extLst>
            </p:cNvPr>
            <p:cNvSpPr>
              <a:spLocks noChangeArrowheads="1"/>
            </p:cNvSpPr>
            <p:nvPr/>
          </p:nvSpPr>
          <p:spPr bwMode="auto">
            <a:xfrm>
              <a:off x="2390551" y="2350145"/>
              <a:ext cx="4657675" cy="461665"/>
            </a:xfrm>
            <a:prstGeom prst="rect">
              <a:avLst/>
            </a:prstGeom>
            <a:noFill/>
            <a:ln w="9525" algn="ctr">
              <a:noFill/>
              <a:prstDash val="dash"/>
              <a:miter lim="800000"/>
              <a:headEnd/>
              <a:tailEnd/>
            </a:ln>
          </p:spPr>
          <p:txBody>
            <a:bodyPr wrap="square">
              <a:spAutoFit/>
            </a:bodyPr>
            <a:lstStyle/>
            <a:p>
              <a:r>
                <a:rPr lang="en-US" sz="2400" dirty="0">
                  <a:latin typeface="Arial" charset="0"/>
                  <a:sym typeface="Symbol" pitchFamily="18" charset="2"/>
                </a:rPr>
                <a:t>A </a:t>
              </a:r>
              <a:r>
                <a:rPr lang="en-US" sz="2400" dirty="0">
                  <a:sym typeface="Symbol" pitchFamily="18" charset="2"/>
                </a:rPr>
                <a:t>   </a:t>
              </a:r>
              <a:r>
                <a:rPr lang="en-US" sz="2400" dirty="0">
                  <a:latin typeface="Arial" charset="0"/>
                  <a:sym typeface="Symbol" pitchFamily="18" charset="2"/>
                </a:rPr>
                <a:t>Student </a:t>
              </a:r>
              <a:r>
                <a:rPr lang="en-US" sz="2400" b="1" dirty="0">
                  <a:latin typeface="Arial" charset="0"/>
                  <a:sym typeface="Symbol" pitchFamily="18" charset="2"/>
                </a:rPr>
                <a:t>X</a:t>
              </a:r>
              <a:r>
                <a:rPr lang="en-US" sz="2400" dirty="0">
                  <a:latin typeface="Arial" charset="0"/>
                  <a:sym typeface="Symbol" pitchFamily="18" charset="2"/>
                </a:rPr>
                <a:t> Registration</a:t>
              </a:r>
              <a:endParaRPr lang="en-GB" sz="2400" dirty="0">
                <a:latin typeface="Arial" charset="0"/>
                <a:sym typeface="Symbol" pitchFamily="18" charset="2"/>
              </a:endParaRPr>
            </a:p>
          </p:txBody>
        </p:sp>
        <p:sp>
          <p:nvSpPr>
            <p:cNvPr id="12" name="Text Box 6">
              <a:extLst>
                <a:ext uri="{FF2B5EF4-FFF2-40B4-BE49-F238E27FC236}">
                  <a16:creationId xmlns:a16="http://schemas.microsoft.com/office/drawing/2014/main" id="{A59593D1-A6B9-7EEF-DDE1-3634AB0EEF3B}"/>
                </a:ext>
              </a:extLst>
            </p:cNvPr>
            <p:cNvSpPr txBox="1">
              <a:spLocks noChangeArrowheads="1"/>
            </p:cNvSpPr>
            <p:nvPr/>
          </p:nvSpPr>
          <p:spPr bwMode="auto">
            <a:xfrm>
              <a:off x="905199" y="2701474"/>
              <a:ext cx="1318890" cy="584775"/>
            </a:xfrm>
            <a:prstGeom prst="rect">
              <a:avLst/>
            </a:prstGeom>
            <a:solidFill>
              <a:schemeClr val="accent2"/>
            </a:solidFill>
            <a:ln w="34925">
              <a:noFill/>
              <a:miter lim="800000"/>
              <a:headEnd/>
              <a:tailEnd/>
            </a:ln>
          </p:spPr>
          <p:txBody>
            <a:bodyPr wrap="square">
              <a:spAutoFit/>
            </a:bodyPr>
            <a:lstStyle/>
            <a:p>
              <a:pPr algn="ctr"/>
              <a:r>
                <a:rPr lang="en-GB" sz="1600" b="1" dirty="0">
                  <a:solidFill>
                    <a:schemeClr val="bg1"/>
                  </a:solidFill>
                </a:rPr>
                <a:t>Cartesian product</a:t>
              </a:r>
              <a:endParaRPr lang="en-US" sz="1600" b="1" dirty="0">
                <a:solidFill>
                  <a:schemeClr val="bg1"/>
                </a:solidFill>
              </a:endParaRPr>
            </a:p>
          </p:txBody>
        </p:sp>
        <p:sp>
          <p:nvSpPr>
            <p:cNvPr id="13" name="Rectangle 482">
              <a:extLst>
                <a:ext uri="{FF2B5EF4-FFF2-40B4-BE49-F238E27FC236}">
                  <a16:creationId xmlns:a16="http://schemas.microsoft.com/office/drawing/2014/main" id="{4194219E-C06A-FB5B-2190-57EFD6A3ACF6}"/>
                </a:ext>
              </a:extLst>
            </p:cNvPr>
            <p:cNvSpPr>
              <a:spLocks noChangeArrowheads="1"/>
            </p:cNvSpPr>
            <p:nvPr/>
          </p:nvSpPr>
          <p:spPr bwMode="auto">
            <a:xfrm>
              <a:off x="2339752" y="3183359"/>
              <a:ext cx="6421630" cy="461665"/>
            </a:xfrm>
            <a:prstGeom prst="rect">
              <a:avLst/>
            </a:prstGeom>
            <a:noFill/>
            <a:ln w="9525" algn="ctr">
              <a:noFill/>
              <a:prstDash val="dash"/>
              <a:miter lim="800000"/>
              <a:headEnd/>
              <a:tailEnd/>
            </a:ln>
          </p:spPr>
          <p:txBody>
            <a:bodyPr wrap="none">
              <a:spAutoFit/>
            </a:bodyPr>
            <a:lstStyle/>
            <a:p>
              <a:pPr algn="l"/>
              <a:r>
                <a:rPr lang="en-US" sz="2400" dirty="0">
                  <a:latin typeface="Arial" charset="0"/>
                  <a:sym typeface="Symbol" pitchFamily="18" charset="2"/>
                </a:rPr>
                <a:t>A ( </a:t>
              </a:r>
              <a:r>
                <a:rPr lang="en-US" sz="2400" u="sng" dirty="0">
                  <a:latin typeface="Arial" charset="0"/>
                  <a:sym typeface="Symbol" pitchFamily="18" charset="2"/>
                </a:rPr>
                <a:t>S.SID,</a:t>
              </a:r>
              <a:r>
                <a:rPr lang="en-US" sz="2400" dirty="0">
                  <a:latin typeface="Arial" charset="0"/>
                  <a:sym typeface="Symbol" pitchFamily="18" charset="2"/>
                </a:rPr>
                <a:t> Name, Gender, </a:t>
              </a:r>
              <a:r>
                <a:rPr lang="en-US" sz="2400" u="sng" dirty="0">
                  <a:latin typeface="Arial" charset="0"/>
                  <a:sym typeface="Symbol" pitchFamily="18" charset="2"/>
                </a:rPr>
                <a:t>R.SID</a:t>
              </a:r>
              <a:r>
                <a:rPr lang="en-US" sz="2400" dirty="0">
                  <a:latin typeface="Arial" charset="0"/>
                  <a:sym typeface="Symbol" pitchFamily="18" charset="2"/>
                </a:rPr>
                <a:t>, </a:t>
              </a:r>
              <a:r>
                <a:rPr lang="en-US" sz="2400" u="sng" dirty="0">
                  <a:latin typeface="Arial" charset="0"/>
                  <a:sym typeface="Symbol" pitchFamily="18" charset="2"/>
                </a:rPr>
                <a:t>CID</a:t>
              </a:r>
              <a:r>
                <a:rPr lang="en-US" sz="2400" dirty="0">
                  <a:latin typeface="Arial" charset="0"/>
                  <a:sym typeface="Symbol" pitchFamily="18" charset="2"/>
                </a:rPr>
                <a:t>, Mark )</a:t>
              </a:r>
              <a:r>
                <a:rPr lang="en-US" sz="2400" dirty="0">
                  <a:sym typeface="Symbol" pitchFamily="18" charset="2"/>
                </a:rPr>
                <a:t> </a:t>
              </a:r>
              <a:endParaRPr lang="en-GB" sz="2400" dirty="0">
                <a:latin typeface="Arial" charset="0"/>
                <a:sym typeface="Symbol" pitchFamily="18" charset="2"/>
              </a:endParaRPr>
            </a:p>
          </p:txBody>
        </p:sp>
        <p:sp>
          <p:nvSpPr>
            <p:cNvPr id="14" name="AutoShape 888">
              <a:extLst>
                <a:ext uri="{FF2B5EF4-FFF2-40B4-BE49-F238E27FC236}">
                  <a16:creationId xmlns:a16="http://schemas.microsoft.com/office/drawing/2014/main" id="{328D2000-C831-96E2-43CE-A3F7A6494E7D}"/>
                </a:ext>
              </a:extLst>
            </p:cNvPr>
            <p:cNvSpPr>
              <a:spLocks noChangeArrowheads="1"/>
            </p:cNvSpPr>
            <p:nvPr/>
          </p:nvSpPr>
          <p:spPr bwMode="auto">
            <a:xfrm>
              <a:off x="4528071" y="2854201"/>
              <a:ext cx="215900" cy="358775"/>
            </a:xfrm>
            <a:prstGeom prst="downArrow">
              <a:avLst>
                <a:gd name="adj1" fmla="val 50000"/>
                <a:gd name="adj2" fmla="val 41544"/>
              </a:avLst>
            </a:prstGeom>
            <a:solidFill>
              <a:schemeClr val="accent3">
                <a:lumMod val="50000"/>
              </a:schemeClr>
            </a:solidFill>
            <a:ln w="25400" algn="ctr">
              <a:noFill/>
              <a:miter lim="800000"/>
              <a:headEnd/>
              <a:tailEnd/>
            </a:ln>
          </p:spPr>
          <p:txBody>
            <a:bodyPr wrap="none" anchor="ctr"/>
            <a:lstStyle/>
            <a:p>
              <a:endParaRPr lang="en-US"/>
            </a:p>
          </p:txBody>
        </p:sp>
      </p:grpSp>
      <p:sp>
        <p:nvSpPr>
          <p:cNvPr id="17" name="Text Box 481">
            <a:extLst>
              <a:ext uri="{FF2B5EF4-FFF2-40B4-BE49-F238E27FC236}">
                <a16:creationId xmlns:a16="http://schemas.microsoft.com/office/drawing/2014/main" id="{42D0FC3B-834C-0E88-7FB9-4EE207FDFF31}"/>
              </a:ext>
            </a:extLst>
          </p:cNvPr>
          <p:cNvSpPr txBox="1">
            <a:spLocks noChangeArrowheads="1"/>
          </p:cNvSpPr>
          <p:nvPr/>
        </p:nvSpPr>
        <p:spPr bwMode="auto">
          <a:xfrm>
            <a:off x="6588323" y="4587850"/>
            <a:ext cx="2016125" cy="641350"/>
          </a:xfrm>
          <a:prstGeom prst="rect">
            <a:avLst/>
          </a:prstGeom>
          <a:noFill/>
          <a:ln w="9525" algn="ctr">
            <a:noFill/>
            <a:prstDash val="dash"/>
            <a:miter lim="800000"/>
            <a:headEnd/>
            <a:tailEnd/>
          </a:ln>
        </p:spPr>
        <p:txBody>
          <a:bodyPr>
            <a:spAutoFit/>
          </a:bodyPr>
          <a:lstStyle/>
          <a:p>
            <a:r>
              <a:rPr lang="en-GB" sz="1800" i="1" dirty="0">
                <a:latin typeface="Arial" charset="0"/>
              </a:rPr>
              <a:t>S – Student</a:t>
            </a:r>
            <a:br>
              <a:rPr lang="en-GB" sz="1800" i="1" dirty="0">
                <a:latin typeface="Arial" charset="0"/>
              </a:rPr>
            </a:br>
            <a:r>
              <a:rPr lang="en-GB" sz="1800" i="1" dirty="0">
                <a:latin typeface="Arial" charset="0"/>
              </a:rPr>
              <a:t>R </a:t>
            </a:r>
            <a:r>
              <a:rPr lang="en-GB" i="1" dirty="0">
                <a:latin typeface="Arial" charset="0"/>
              </a:rPr>
              <a:t>– Registration</a:t>
            </a:r>
            <a:endParaRPr lang="en-US" sz="1800" i="1" dirty="0">
              <a:latin typeface="Arial" charset="0"/>
            </a:endParaRPr>
          </a:p>
        </p:txBody>
      </p:sp>
      <p:graphicFrame>
        <p:nvGraphicFramePr>
          <p:cNvPr id="18" name="Group 887">
            <a:extLst>
              <a:ext uri="{FF2B5EF4-FFF2-40B4-BE49-F238E27FC236}">
                <a16:creationId xmlns:a16="http://schemas.microsoft.com/office/drawing/2014/main" id="{09AD13BB-8767-6898-8A4A-CF1A0DD6E7E1}"/>
              </a:ext>
            </a:extLst>
          </p:cNvPr>
          <p:cNvGraphicFramePr>
            <a:graphicFrameLocks noGrp="1"/>
          </p:cNvGraphicFramePr>
          <p:nvPr>
            <p:extLst>
              <p:ext uri="{D42A27DB-BD31-4B8C-83A1-F6EECF244321}">
                <p14:modId xmlns:p14="http://schemas.microsoft.com/office/powerpoint/2010/main" val="2029307268"/>
              </p:ext>
            </p:extLst>
          </p:nvPr>
        </p:nvGraphicFramePr>
        <p:xfrm>
          <a:off x="1286580" y="3192643"/>
          <a:ext cx="5112444" cy="3048000"/>
        </p:xfrm>
        <a:graphic>
          <a:graphicData uri="http://schemas.openxmlformats.org/drawingml/2006/table">
            <a:tbl>
              <a:tblPr firstRow="1"/>
              <a:tblGrid>
                <a:gridCol w="696686">
                  <a:extLst>
                    <a:ext uri="{9D8B030D-6E8A-4147-A177-3AD203B41FA5}">
                      <a16:colId xmlns:a16="http://schemas.microsoft.com/office/drawing/2014/main" val="20000"/>
                    </a:ext>
                  </a:extLst>
                </a:gridCol>
                <a:gridCol w="775234">
                  <a:extLst>
                    <a:ext uri="{9D8B030D-6E8A-4147-A177-3AD203B41FA5}">
                      <a16:colId xmlns:a16="http://schemas.microsoft.com/office/drawing/2014/main" val="20001"/>
                    </a:ext>
                  </a:extLst>
                </a:gridCol>
                <a:gridCol w="1005755">
                  <a:extLst>
                    <a:ext uri="{9D8B030D-6E8A-4147-A177-3AD203B41FA5}">
                      <a16:colId xmlns:a16="http://schemas.microsoft.com/office/drawing/2014/main" val="20002"/>
                    </a:ext>
                  </a:extLst>
                </a:gridCol>
                <a:gridCol w="930621">
                  <a:extLst>
                    <a:ext uri="{9D8B030D-6E8A-4147-A177-3AD203B41FA5}">
                      <a16:colId xmlns:a16="http://schemas.microsoft.com/office/drawing/2014/main" val="20003"/>
                    </a:ext>
                  </a:extLst>
                </a:gridCol>
                <a:gridCol w="775234">
                  <a:extLst>
                    <a:ext uri="{9D8B030D-6E8A-4147-A177-3AD203B41FA5}">
                      <a16:colId xmlns:a16="http://schemas.microsoft.com/office/drawing/2014/main" val="20004"/>
                    </a:ext>
                  </a:extLst>
                </a:gridCol>
                <a:gridCol w="928914">
                  <a:extLst>
                    <a:ext uri="{9D8B030D-6E8A-4147-A177-3AD203B41FA5}">
                      <a16:colId xmlns:a16="http://schemas.microsoft.com/office/drawing/2014/main" val="20005"/>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S.SID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R.SID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CID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Mark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ea typeface="+mn-ea"/>
                          <a:cs typeface="Arial"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ea typeface="+mn-ea"/>
                          <a:cs typeface="Arial" charset="0"/>
                        </a:rPr>
                        <a:t>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ea typeface="+mn-ea"/>
                          <a:cs typeface="Arial"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9" name="Text Box 849">
            <a:extLst>
              <a:ext uri="{FF2B5EF4-FFF2-40B4-BE49-F238E27FC236}">
                <a16:creationId xmlns:a16="http://schemas.microsoft.com/office/drawing/2014/main" id="{4F243955-481E-4A31-A167-23424B96C013}"/>
              </a:ext>
            </a:extLst>
          </p:cNvPr>
          <p:cNvSpPr txBox="1">
            <a:spLocks noChangeArrowheads="1"/>
          </p:cNvSpPr>
          <p:nvPr/>
        </p:nvSpPr>
        <p:spPr bwMode="auto">
          <a:xfrm>
            <a:off x="755079" y="3140968"/>
            <a:ext cx="387350" cy="457200"/>
          </a:xfrm>
          <a:prstGeom prst="rect">
            <a:avLst/>
          </a:prstGeom>
          <a:noFill/>
          <a:ln w="9525" algn="ctr">
            <a:noFill/>
            <a:prstDash val="dash"/>
            <a:miter lim="800000"/>
            <a:headEnd/>
            <a:tailEnd/>
          </a:ln>
        </p:spPr>
        <p:txBody>
          <a:bodyPr wrap="none">
            <a:spAutoFit/>
          </a:bodyPr>
          <a:lstStyle/>
          <a:p>
            <a:r>
              <a:rPr lang="en-GB" sz="2400" dirty="0">
                <a:latin typeface="Arial" charset="0"/>
              </a:rPr>
              <a:t>A</a:t>
            </a:r>
            <a:endParaRPr lang="en-US" sz="2400" dirty="0">
              <a:latin typeface="Arial" charset="0"/>
            </a:endParaRPr>
          </a:p>
        </p:txBody>
      </p:sp>
    </p:spTree>
    <p:extLst>
      <p:ext uri="{BB962C8B-B14F-4D97-AF65-F5344CB8AC3E}">
        <p14:creationId xmlns:p14="http://schemas.microsoft.com/office/powerpoint/2010/main" val="29039104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52</a:t>
            </a:fld>
            <a:endParaRPr lang="en-GB"/>
          </a:p>
        </p:txBody>
      </p:sp>
      <p:sp>
        <p:nvSpPr>
          <p:cNvPr id="9" name="Rectangle 4">
            <a:extLst>
              <a:ext uri="{FF2B5EF4-FFF2-40B4-BE49-F238E27FC236}">
                <a16:creationId xmlns:a16="http://schemas.microsoft.com/office/drawing/2014/main" id="{C6111135-9E2D-7E7E-7125-E3D23B0806AE}"/>
              </a:ext>
            </a:extLst>
          </p:cNvPr>
          <p:cNvSpPr>
            <a:spLocks noChangeArrowheads="1"/>
          </p:cNvSpPr>
          <p:nvPr/>
        </p:nvSpPr>
        <p:spPr bwMode="auto">
          <a:xfrm>
            <a:off x="457199" y="1677555"/>
            <a:ext cx="1457777" cy="461665"/>
          </a:xfrm>
          <a:prstGeom prst="rect">
            <a:avLst/>
          </a:prstGeom>
          <a:noFill/>
          <a:ln w="9525" algn="ctr">
            <a:noFill/>
            <a:prstDash val="dash"/>
            <a:miter lim="800000"/>
            <a:headEnd/>
            <a:tailEnd/>
          </a:ln>
        </p:spPr>
        <p:txBody>
          <a:bodyPr wrap="square">
            <a:spAutoFit/>
          </a:bodyPr>
          <a:lstStyle/>
          <a:p>
            <a:pPr marL="0" lvl="2"/>
            <a:r>
              <a:rPr lang="en-GB" sz="2400" b="1" dirty="0">
                <a:latin typeface="Arial" charset="0"/>
              </a:rPr>
              <a:t>STEP 2:</a:t>
            </a:r>
            <a:endParaRPr lang="en-GB" sz="2400" dirty="0">
              <a:latin typeface="Arial" charset="0"/>
            </a:endParaRP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 operation(4.2)</a:t>
            </a:r>
          </a:p>
        </p:txBody>
      </p:sp>
      <p:sp>
        <p:nvSpPr>
          <p:cNvPr id="27" name="TextBox 26">
            <a:extLst>
              <a:ext uri="{FF2B5EF4-FFF2-40B4-BE49-F238E27FC236}">
                <a16:creationId xmlns:a16="http://schemas.microsoft.com/office/drawing/2014/main" id="{F8DFFF5C-C1A1-E1C8-0629-B3338E4D4DE4}"/>
              </a:ext>
            </a:extLst>
          </p:cNvPr>
          <p:cNvSpPr txBox="1"/>
          <p:nvPr/>
        </p:nvSpPr>
        <p:spPr>
          <a:xfrm>
            <a:off x="0" y="1035161"/>
            <a:ext cx="11578590" cy="523220"/>
          </a:xfrm>
          <a:prstGeom prst="rect">
            <a:avLst/>
          </a:prstGeom>
          <a:noFill/>
        </p:spPr>
        <p:txBody>
          <a:bodyPr wrap="square">
            <a:spAutoFit/>
          </a:bodyPr>
          <a:lstStyle/>
          <a:p>
            <a:pPr lvl="1"/>
            <a:r>
              <a:rPr lang="en-US" sz="2800" dirty="0"/>
              <a:t>TASK: </a:t>
            </a:r>
            <a:r>
              <a:rPr lang="en-US" sz="2800" b="1" dirty="0"/>
              <a:t>List</a:t>
            </a:r>
            <a:r>
              <a:rPr lang="en-US" sz="2800" dirty="0"/>
              <a:t> students’ ID and name together with their course IDs and marks.</a:t>
            </a:r>
          </a:p>
        </p:txBody>
      </p:sp>
      <p:sp>
        <p:nvSpPr>
          <p:cNvPr id="19" name="Text Box 849">
            <a:extLst>
              <a:ext uri="{FF2B5EF4-FFF2-40B4-BE49-F238E27FC236}">
                <a16:creationId xmlns:a16="http://schemas.microsoft.com/office/drawing/2014/main" id="{4F243955-481E-4A31-A167-23424B96C013}"/>
              </a:ext>
            </a:extLst>
          </p:cNvPr>
          <p:cNvSpPr txBox="1">
            <a:spLocks noChangeArrowheads="1"/>
          </p:cNvSpPr>
          <p:nvPr/>
        </p:nvSpPr>
        <p:spPr bwMode="auto">
          <a:xfrm>
            <a:off x="755079" y="3140968"/>
            <a:ext cx="387350" cy="457200"/>
          </a:xfrm>
          <a:prstGeom prst="rect">
            <a:avLst/>
          </a:prstGeom>
          <a:noFill/>
          <a:ln w="9525" algn="ctr">
            <a:noFill/>
            <a:prstDash val="dash"/>
            <a:miter lim="800000"/>
            <a:headEnd/>
            <a:tailEnd/>
          </a:ln>
        </p:spPr>
        <p:txBody>
          <a:bodyPr wrap="none">
            <a:spAutoFit/>
          </a:bodyPr>
          <a:lstStyle/>
          <a:p>
            <a:r>
              <a:rPr lang="en-GB" sz="2400" dirty="0">
                <a:latin typeface="Arial" charset="0"/>
              </a:rPr>
              <a:t>B</a:t>
            </a:r>
            <a:endParaRPr lang="en-US" sz="2400" dirty="0">
              <a:latin typeface="Arial" charset="0"/>
            </a:endParaRPr>
          </a:p>
        </p:txBody>
      </p:sp>
      <p:grpSp>
        <p:nvGrpSpPr>
          <p:cNvPr id="6" name="Group 5" descr="Select">
            <a:extLst>
              <a:ext uri="{FF2B5EF4-FFF2-40B4-BE49-F238E27FC236}">
                <a16:creationId xmlns:a16="http://schemas.microsoft.com/office/drawing/2014/main" id="{3229DA1C-643F-1885-C4C8-D4B50F52EA1E}"/>
              </a:ext>
            </a:extLst>
          </p:cNvPr>
          <p:cNvGrpSpPr/>
          <p:nvPr/>
        </p:nvGrpSpPr>
        <p:grpSpPr>
          <a:xfrm>
            <a:off x="582246" y="1701481"/>
            <a:ext cx="8300672" cy="1271023"/>
            <a:chOff x="-576946" y="1960488"/>
            <a:chExt cx="8300672" cy="1271023"/>
          </a:xfrm>
        </p:grpSpPr>
        <p:grpSp>
          <p:nvGrpSpPr>
            <p:cNvPr id="7" name="Group 14">
              <a:extLst>
                <a:ext uri="{FF2B5EF4-FFF2-40B4-BE49-F238E27FC236}">
                  <a16:creationId xmlns:a16="http://schemas.microsoft.com/office/drawing/2014/main" id="{4E9BD12B-251C-675B-411D-9273B7ECA7D1}"/>
                </a:ext>
              </a:extLst>
            </p:cNvPr>
            <p:cNvGrpSpPr>
              <a:grpSpLocks/>
            </p:cNvGrpSpPr>
            <p:nvPr/>
          </p:nvGrpSpPr>
          <p:grpSpPr bwMode="auto">
            <a:xfrm>
              <a:off x="-576946" y="1960488"/>
              <a:ext cx="8300672" cy="1271023"/>
              <a:chOff x="-720993" y="2323827"/>
              <a:chExt cx="8300705" cy="1271023"/>
            </a:xfrm>
          </p:grpSpPr>
          <p:sp>
            <p:nvSpPr>
              <p:cNvPr id="20" name="Rectangle 95">
                <a:extLst>
                  <a:ext uri="{FF2B5EF4-FFF2-40B4-BE49-F238E27FC236}">
                    <a16:creationId xmlns:a16="http://schemas.microsoft.com/office/drawing/2014/main" id="{88759516-3D46-D91C-5D05-367D2D593809}"/>
                  </a:ext>
                </a:extLst>
              </p:cNvPr>
              <p:cNvSpPr>
                <a:spLocks noChangeArrowheads="1"/>
              </p:cNvSpPr>
              <p:nvPr/>
            </p:nvSpPr>
            <p:spPr bwMode="auto">
              <a:xfrm>
                <a:off x="1141065" y="3133185"/>
                <a:ext cx="6438647" cy="461665"/>
              </a:xfrm>
              <a:prstGeom prst="rect">
                <a:avLst/>
              </a:prstGeom>
              <a:noFill/>
              <a:ln w="9525" algn="ctr">
                <a:noFill/>
                <a:prstDash val="dash"/>
                <a:miter lim="800000"/>
                <a:headEnd/>
                <a:tailEnd/>
              </a:ln>
            </p:spPr>
            <p:txBody>
              <a:bodyPr wrap="none">
                <a:spAutoFit/>
              </a:bodyPr>
              <a:lstStyle/>
              <a:p>
                <a:pPr algn="l"/>
                <a:r>
                  <a:rPr lang="en-US" sz="2400" dirty="0">
                    <a:latin typeface="Arial" charset="0"/>
                    <a:sym typeface="Symbol" pitchFamily="18" charset="2"/>
                  </a:rPr>
                  <a:t>B ( </a:t>
                </a:r>
                <a:r>
                  <a:rPr lang="en-US" sz="2400" u="sng" dirty="0">
                    <a:latin typeface="Arial" charset="0"/>
                    <a:sym typeface="Symbol" pitchFamily="18" charset="2"/>
                  </a:rPr>
                  <a:t>S.SID</a:t>
                </a:r>
                <a:r>
                  <a:rPr lang="en-US" sz="2400" dirty="0">
                    <a:latin typeface="Arial" charset="0"/>
                    <a:sym typeface="Symbol" pitchFamily="18" charset="2"/>
                  </a:rPr>
                  <a:t>, Name, Gender, R.SID, </a:t>
                </a:r>
                <a:r>
                  <a:rPr lang="en-US" sz="2400" u="sng" dirty="0">
                    <a:latin typeface="Arial" charset="0"/>
                    <a:sym typeface="Symbol" pitchFamily="18" charset="2"/>
                  </a:rPr>
                  <a:t>CID</a:t>
                </a:r>
                <a:r>
                  <a:rPr lang="en-US" sz="2400" dirty="0">
                    <a:latin typeface="Arial" charset="0"/>
                    <a:sym typeface="Symbol" pitchFamily="18" charset="2"/>
                  </a:rPr>
                  <a:t>, Mark )</a:t>
                </a:r>
                <a:r>
                  <a:rPr lang="en-US" sz="2400" dirty="0">
                    <a:sym typeface="Symbol" pitchFamily="18" charset="2"/>
                  </a:rPr>
                  <a:t> </a:t>
                </a:r>
                <a:endParaRPr lang="en-GB" sz="2400" dirty="0">
                  <a:latin typeface="Arial" charset="0"/>
                  <a:sym typeface="Symbol" pitchFamily="18" charset="2"/>
                </a:endParaRPr>
              </a:p>
            </p:txBody>
          </p:sp>
          <p:sp>
            <p:nvSpPr>
              <p:cNvPr id="21" name="Rectangle 96">
                <a:extLst>
                  <a:ext uri="{FF2B5EF4-FFF2-40B4-BE49-F238E27FC236}">
                    <a16:creationId xmlns:a16="http://schemas.microsoft.com/office/drawing/2014/main" id="{B7F83B00-5B55-1B8F-00FE-ACF2EDDE698E}"/>
                  </a:ext>
                </a:extLst>
              </p:cNvPr>
              <p:cNvSpPr>
                <a:spLocks noChangeArrowheads="1"/>
              </p:cNvSpPr>
              <p:nvPr/>
            </p:nvSpPr>
            <p:spPr bwMode="auto">
              <a:xfrm>
                <a:off x="1126778" y="2323827"/>
                <a:ext cx="6452934" cy="461665"/>
              </a:xfrm>
              <a:prstGeom prst="rect">
                <a:avLst/>
              </a:prstGeom>
              <a:noFill/>
              <a:ln w="9525" algn="ctr">
                <a:noFill/>
                <a:prstDash val="dash"/>
                <a:miter lim="800000"/>
                <a:headEnd/>
                <a:tailEnd/>
              </a:ln>
            </p:spPr>
            <p:txBody>
              <a:bodyPr wrap="square">
                <a:spAutoFit/>
              </a:bodyPr>
              <a:lstStyle/>
              <a:p>
                <a:r>
                  <a:rPr lang="en-US" sz="2400" dirty="0">
                    <a:latin typeface="Arial" charset="0"/>
                    <a:sym typeface="Symbol" pitchFamily="18" charset="2"/>
                  </a:rPr>
                  <a:t>B</a:t>
                </a:r>
                <a:r>
                  <a:rPr lang="en-US" sz="2400" dirty="0">
                    <a:sym typeface="Symbol" pitchFamily="18" charset="2"/>
                  </a:rPr>
                  <a:t>    </a:t>
                </a:r>
                <a:r>
                  <a:rPr lang="en-US" sz="2400" b="1" dirty="0">
                    <a:sym typeface="Symbol" pitchFamily="18" charset="2"/>
                  </a:rPr>
                  <a:t> </a:t>
                </a:r>
                <a:r>
                  <a:rPr lang="en-US" sz="2400" baseline="-25000" dirty="0">
                    <a:sym typeface="Symbol" pitchFamily="18" charset="2"/>
                  </a:rPr>
                  <a:t>(Student.SID=Registration.SID)</a:t>
                </a:r>
                <a:r>
                  <a:rPr lang="en-US" sz="2400" b="1" dirty="0">
                    <a:sym typeface="Symbol" pitchFamily="18" charset="2"/>
                  </a:rPr>
                  <a:t> </a:t>
                </a:r>
                <a:r>
                  <a:rPr lang="en-US" sz="2400" dirty="0">
                    <a:sym typeface="Symbol" pitchFamily="18" charset="2"/>
                  </a:rPr>
                  <a:t>( </a:t>
                </a:r>
                <a:r>
                  <a:rPr lang="en-US" sz="2400" dirty="0">
                    <a:latin typeface="Arial" charset="0"/>
                    <a:sym typeface="Symbol" pitchFamily="18" charset="2"/>
                  </a:rPr>
                  <a:t>A </a:t>
                </a:r>
                <a:r>
                  <a:rPr lang="en-US" sz="2400" dirty="0">
                    <a:sym typeface="Symbol" pitchFamily="18" charset="2"/>
                  </a:rPr>
                  <a:t>) </a:t>
                </a:r>
                <a:endParaRPr lang="en-GB" sz="2400" dirty="0">
                  <a:latin typeface="Arial" charset="0"/>
                  <a:sym typeface="Symbol" pitchFamily="18" charset="2"/>
                </a:endParaRPr>
              </a:p>
            </p:txBody>
          </p:sp>
          <p:sp>
            <p:nvSpPr>
              <p:cNvPr id="22" name="Text Box 97">
                <a:extLst>
                  <a:ext uri="{FF2B5EF4-FFF2-40B4-BE49-F238E27FC236}">
                    <a16:creationId xmlns:a16="http://schemas.microsoft.com/office/drawing/2014/main" id="{9B5018F3-3E8C-8EA1-5004-30E9ECC57E1F}"/>
                  </a:ext>
                </a:extLst>
              </p:cNvPr>
              <p:cNvSpPr txBox="1">
                <a:spLocks noChangeArrowheads="1"/>
              </p:cNvSpPr>
              <p:nvPr/>
            </p:nvSpPr>
            <p:spPr bwMode="auto">
              <a:xfrm>
                <a:off x="-720993" y="2900815"/>
                <a:ext cx="908152" cy="338554"/>
              </a:xfrm>
              <a:prstGeom prst="rect">
                <a:avLst/>
              </a:prstGeom>
              <a:solidFill>
                <a:schemeClr val="accent2"/>
              </a:solidFill>
              <a:ln w="34925">
                <a:noFill/>
                <a:miter lim="800000"/>
                <a:headEnd/>
                <a:tailEnd/>
              </a:ln>
            </p:spPr>
            <p:txBody>
              <a:bodyPr wrap="square">
                <a:spAutoFit/>
              </a:bodyPr>
              <a:lstStyle/>
              <a:p>
                <a:pPr algn="ctr"/>
                <a:r>
                  <a:rPr lang="en-GB" sz="1600" b="1" dirty="0">
                    <a:solidFill>
                      <a:schemeClr val="bg1"/>
                    </a:solidFill>
                  </a:rPr>
                  <a:t>Select</a:t>
                </a:r>
                <a:endParaRPr lang="en-US" sz="1600" b="1" dirty="0">
                  <a:solidFill>
                    <a:schemeClr val="bg1"/>
                  </a:solidFill>
                </a:endParaRPr>
              </a:p>
            </p:txBody>
          </p:sp>
        </p:grpSp>
        <p:sp>
          <p:nvSpPr>
            <p:cNvPr id="8" name="AutoShape 888">
              <a:extLst>
                <a:ext uri="{FF2B5EF4-FFF2-40B4-BE49-F238E27FC236}">
                  <a16:creationId xmlns:a16="http://schemas.microsoft.com/office/drawing/2014/main" id="{52C94890-C056-114E-BCB8-6499A329A8F3}"/>
                </a:ext>
              </a:extLst>
            </p:cNvPr>
            <p:cNvSpPr>
              <a:spLocks noChangeArrowheads="1"/>
            </p:cNvSpPr>
            <p:nvPr/>
          </p:nvSpPr>
          <p:spPr bwMode="auto">
            <a:xfrm>
              <a:off x="4828858" y="2419499"/>
              <a:ext cx="215900" cy="358775"/>
            </a:xfrm>
            <a:prstGeom prst="downArrow">
              <a:avLst>
                <a:gd name="adj1" fmla="val 50000"/>
                <a:gd name="adj2" fmla="val 41544"/>
              </a:avLst>
            </a:prstGeom>
            <a:solidFill>
              <a:schemeClr val="accent3">
                <a:lumMod val="50000"/>
              </a:schemeClr>
            </a:solidFill>
            <a:ln w="25400" algn="ctr">
              <a:noFill/>
              <a:miter lim="800000"/>
              <a:headEnd/>
              <a:tailEnd/>
            </a:ln>
          </p:spPr>
          <p:txBody>
            <a:bodyPr wrap="none" anchor="ctr"/>
            <a:lstStyle/>
            <a:p>
              <a:endParaRPr lang="en-US"/>
            </a:p>
          </p:txBody>
        </p:sp>
      </p:grpSp>
      <p:graphicFrame>
        <p:nvGraphicFramePr>
          <p:cNvPr id="23" name="Group 294">
            <a:extLst>
              <a:ext uri="{FF2B5EF4-FFF2-40B4-BE49-F238E27FC236}">
                <a16:creationId xmlns:a16="http://schemas.microsoft.com/office/drawing/2014/main" id="{CFCA7C61-EDBF-F476-E6F1-1A6D66EB3FD6}"/>
              </a:ext>
            </a:extLst>
          </p:cNvPr>
          <p:cNvGraphicFramePr>
            <a:graphicFrameLocks noGrp="1"/>
          </p:cNvGraphicFramePr>
          <p:nvPr>
            <p:extLst>
              <p:ext uri="{D42A27DB-BD31-4B8C-83A1-F6EECF244321}">
                <p14:modId xmlns:p14="http://schemas.microsoft.com/office/powerpoint/2010/main" val="2239695161"/>
              </p:ext>
            </p:extLst>
          </p:nvPr>
        </p:nvGraphicFramePr>
        <p:xfrm>
          <a:off x="1262887" y="3278949"/>
          <a:ext cx="5040437" cy="2438400"/>
        </p:xfrm>
        <a:graphic>
          <a:graphicData uri="http://schemas.openxmlformats.org/drawingml/2006/table">
            <a:tbl>
              <a:tblPr firstRow="1"/>
              <a:tblGrid>
                <a:gridCol w="686873">
                  <a:extLst>
                    <a:ext uri="{9D8B030D-6E8A-4147-A177-3AD203B41FA5}">
                      <a16:colId xmlns:a16="http://schemas.microsoft.com/office/drawing/2014/main" val="20000"/>
                    </a:ext>
                  </a:extLst>
                </a:gridCol>
                <a:gridCol w="764315">
                  <a:extLst>
                    <a:ext uri="{9D8B030D-6E8A-4147-A177-3AD203B41FA5}">
                      <a16:colId xmlns:a16="http://schemas.microsoft.com/office/drawing/2014/main" val="20001"/>
                    </a:ext>
                  </a:extLst>
                </a:gridCol>
                <a:gridCol w="991588">
                  <a:extLst>
                    <a:ext uri="{9D8B030D-6E8A-4147-A177-3AD203B41FA5}">
                      <a16:colId xmlns:a16="http://schemas.microsoft.com/office/drawing/2014/main" val="20002"/>
                    </a:ext>
                  </a:extLst>
                </a:gridCol>
                <a:gridCol w="917515">
                  <a:extLst>
                    <a:ext uri="{9D8B030D-6E8A-4147-A177-3AD203B41FA5}">
                      <a16:colId xmlns:a16="http://schemas.microsoft.com/office/drawing/2014/main" val="20003"/>
                    </a:ext>
                  </a:extLst>
                </a:gridCol>
                <a:gridCol w="764315">
                  <a:extLst>
                    <a:ext uri="{9D8B030D-6E8A-4147-A177-3AD203B41FA5}">
                      <a16:colId xmlns:a16="http://schemas.microsoft.com/office/drawing/2014/main" val="20004"/>
                    </a:ext>
                  </a:extLst>
                </a:gridCol>
                <a:gridCol w="915831">
                  <a:extLst>
                    <a:ext uri="{9D8B030D-6E8A-4147-A177-3AD203B41FA5}">
                      <a16:colId xmlns:a16="http://schemas.microsoft.com/office/drawing/2014/main" val="20005"/>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S.SID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R.SID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CID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Mark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785947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53</a:t>
            </a:fld>
            <a:endParaRPr lang="en-GB"/>
          </a:p>
        </p:txBody>
      </p:sp>
      <p:sp>
        <p:nvSpPr>
          <p:cNvPr id="9" name="Rectangle 4">
            <a:extLst>
              <a:ext uri="{FF2B5EF4-FFF2-40B4-BE49-F238E27FC236}">
                <a16:creationId xmlns:a16="http://schemas.microsoft.com/office/drawing/2014/main" id="{C6111135-9E2D-7E7E-7125-E3D23B0806AE}"/>
              </a:ext>
            </a:extLst>
          </p:cNvPr>
          <p:cNvSpPr>
            <a:spLocks noChangeArrowheads="1"/>
          </p:cNvSpPr>
          <p:nvPr/>
        </p:nvSpPr>
        <p:spPr bwMode="auto">
          <a:xfrm>
            <a:off x="457199" y="1677555"/>
            <a:ext cx="11121391" cy="523220"/>
          </a:xfrm>
          <a:prstGeom prst="rect">
            <a:avLst/>
          </a:prstGeom>
          <a:noFill/>
          <a:ln w="9525" algn="ctr">
            <a:noFill/>
            <a:prstDash val="dash"/>
            <a:miter lim="800000"/>
            <a:headEnd/>
            <a:tailEnd/>
          </a:ln>
        </p:spPr>
        <p:txBody>
          <a:bodyPr wrap="square">
            <a:spAutoFit/>
          </a:bodyPr>
          <a:lstStyle/>
          <a:p>
            <a:pPr marL="0" lvl="2"/>
            <a:r>
              <a:rPr lang="en-GB" sz="2400" b="1" dirty="0">
                <a:latin typeface="Arial" charset="0"/>
              </a:rPr>
              <a:t>STEP 3: </a:t>
            </a:r>
            <a:r>
              <a:rPr lang="en-US" sz="2800" dirty="0"/>
              <a:t>Project the columns as specified</a:t>
            </a:r>
            <a:endParaRPr lang="en-GB" sz="2800" dirty="0">
              <a:latin typeface="Arial" charset="0"/>
            </a:endParaRP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 operation(5)</a:t>
            </a:r>
          </a:p>
        </p:txBody>
      </p:sp>
      <p:sp>
        <p:nvSpPr>
          <p:cNvPr id="27" name="TextBox 26">
            <a:extLst>
              <a:ext uri="{FF2B5EF4-FFF2-40B4-BE49-F238E27FC236}">
                <a16:creationId xmlns:a16="http://schemas.microsoft.com/office/drawing/2014/main" id="{F8DFFF5C-C1A1-E1C8-0629-B3338E4D4DE4}"/>
              </a:ext>
            </a:extLst>
          </p:cNvPr>
          <p:cNvSpPr txBox="1"/>
          <p:nvPr/>
        </p:nvSpPr>
        <p:spPr>
          <a:xfrm>
            <a:off x="0" y="1035161"/>
            <a:ext cx="11578590" cy="523220"/>
          </a:xfrm>
          <a:prstGeom prst="rect">
            <a:avLst/>
          </a:prstGeom>
          <a:noFill/>
        </p:spPr>
        <p:txBody>
          <a:bodyPr wrap="square">
            <a:spAutoFit/>
          </a:bodyPr>
          <a:lstStyle/>
          <a:p>
            <a:pPr lvl="1"/>
            <a:r>
              <a:rPr lang="en-US" sz="2800" dirty="0"/>
              <a:t>TASK: </a:t>
            </a:r>
            <a:r>
              <a:rPr lang="en-US" sz="2800" b="1" dirty="0"/>
              <a:t>List</a:t>
            </a:r>
            <a:r>
              <a:rPr lang="en-US" sz="2800" dirty="0"/>
              <a:t> students’ ID and name together with their course IDs and marks.</a:t>
            </a:r>
          </a:p>
        </p:txBody>
      </p:sp>
      <p:sp>
        <p:nvSpPr>
          <p:cNvPr id="5" name="Rectangle 31">
            <a:extLst>
              <a:ext uri="{FF2B5EF4-FFF2-40B4-BE49-F238E27FC236}">
                <a16:creationId xmlns:a16="http://schemas.microsoft.com/office/drawing/2014/main" id="{606264AD-0FC3-9E73-6015-81292E79444B}"/>
              </a:ext>
            </a:extLst>
          </p:cNvPr>
          <p:cNvSpPr>
            <a:spLocks noChangeArrowheads="1"/>
          </p:cNvSpPr>
          <p:nvPr/>
        </p:nvSpPr>
        <p:spPr bwMode="auto">
          <a:xfrm>
            <a:off x="5809933" y="5020116"/>
            <a:ext cx="5206063" cy="743217"/>
          </a:xfrm>
          <a:prstGeom prst="rect">
            <a:avLst/>
          </a:prstGeom>
          <a:noFill/>
          <a:ln w="9525" algn="ctr">
            <a:noFill/>
            <a:prstDash val="dash"/>
            <a:miter lim="800000"/>
            <a:headEnd/>
            <a:tailEnd/>
          </a:ln>
        </p:spPr>
        <p:txBody>
          <a:bodyPr wrap="square">
            <a:spAutoFit/>
          </a:bodyPr>
          <a:lstStyle/>
          <a:p>
            <a:pPr marL="0" lvl="1" algn="l">
              <a:lnSpc>
                <a:spcPct val="110000"/>
              </a:lnSpc>
              <a:spcBef>
                <a:spcPct val="20000"/>
              </a:spcBef>
              <a:buClr>
                <a:srgbClr val="000099"/>
              </a:buClr>
            </a:pPr>
            <a:r>
              <a:rPr lang="en-US" sz="2000" i="1" dirty="0">
                <a:latin typeface="Arial" charset="0"/>
                <a:sym typeface="Symbol" pitchFamily="18" charset="2"/>
              </a:rPr>
              <a:t>All duplicate rows have been removed from the table columns we are interested in</a:t>
            </a:r>
          </a:p>
        </p:txBody>
      </p:sp>
      <p:graphicFrame>
        <p:nvGraphicFramePr>
          <p:cNvPr id="12" name="Group 78">
            <a:extLst>
              <a:ext uri="{FF2B5EF4-FFF2-40B4-BE49-F238E27FC236}">
                <a16:creationId xmlns:a16="http://schemas.microsoft.com/office/drawing/2014/main" id="{EA797F68-6BDC-B1A6-D097-BFDE71699DD6}"/>
              </a:ext>
            </a:extLst>
          </p:cNvPr>
          <p:cNvGraphicFramePr>
            <a:graphicFrameLocks noGrp="1"/>
          </p:cNvGraphicFramePr>
          <p:nvPr>
            <p:extLst>
              <p:ext uri="{D42A27DB-BD31-4B8C-83A1-F6EECF244321}">
                <p14:modId xmlns:p14="http://schemas.microsoft.com/office/powerpoint/2010/main" val="1370604005"/>
              </p:ext>
            </p:extLst>
          </p:nvPr>
        </p:nvGraphicFramePr>
        <p:xfrm>
          <a:off x="1336896" y="3690801"/>
          <a:ext cx="3232994" cy="2438400"/>
        </p:xfrm>
        <a:graphic>
          <a:graphicData uri="http://schemas.openxmlformats.org/drawingml/2006/table">
            <a:tbl>
              <a:tblPr firstRow="1"/>
              <a:tblGrid>
                <a:gridCol w="709173">
                  <a:extLst>
                    <a:ext uri="{9D8B030D-6E8A-4147-A177-3AD203B41FA5}">
                      <a16:colId xmlns:a16="http://schemas.microsoft.com/office/drawing/2014/main" val="20000"/>
                    </a:ext>
                  </a:extLst>
                </a:gridCol>
                <a:gridCol w="789129">
                  <a:extLst>
                    <a:ext uri="{9D8B030D-6E8A-4147-A177-3AD203B41FA5}">
                      <a16:colId xmlns:a16="http://schemas.microsoft.com/office/drawing/2014/main" val="20001"/>
                    </a:ext>
                  </a:extLst>
                </a:gridCol>
                <a:gridCol w="789129">
                  <a:extLst>
                    <a:ext uri="{9D8B030D-6E8A-4147-A177-3AD203B41FA5}">
                      <a16:colId xmlns:a16="http://schemas.microsoft.com/office/drawing/2014/main" val="20002"/>
                    </a:ext>
                  </a:extLst>
                </a:gridCol>
                <a:gridCol w="945563">
                  <a:extLst>
                    <a:ext uri="{9D8B030D-6E8A-4147-A177-3AD203B41FA5}">
                      <a16:colId xmlns:a16="http://schemas.microsoft.com/office/drawing/2014/main" val="20003"/>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CID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Mark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4" name="Text Box 74">
            <a:extLst>
              <a:ext uri="{FF2B5EF4-FFF2-40B4-BE49-F238E27FC236}">
                <a16:creationId xmlns:a16="http://schemas.microsoft.com/office/drawing/2014/main" id="{74F67798-8135-380A-050F-03357C17A75F}"/>
              </a:ext>
            </a:extLst>
          </p:cNvPr>
          <p:cNvSpPr txBox="1">
            <a:spLocks noChangeArrowheads="1"/>
          </p:cNvSpPr>
          <p:nvPr/>
        </p:nvSpPr>
        <p:spPr bwMode="auto">
          <a:xfrm>
            <a:off x="856623" y="3648275"/>
            <a:ext cx="407484" cy="461665"/>
          </a:xfrm>
          <a:prstGeom prst="rect">
            <a:avLst/>
          </a:prstGeom>
          <a:noFill/>
          <a:ln w="9525" algn="ctr">
            <a:noFill/>
            <a:prstDash val="dash"/>
            <a:miter lim="800000"/>
            <a:headEnd/>
            <a:tailEnd/>
          </a:ln>
        </p:spPr>
        <p:txBody>
          <a:bodyPr wrap="square">
            <a:spAutoFit/>
          </a:bodyPr>
          <a:lstStyle/>
          <a:p>
            <a:r>
              <a:rPr lang="en-GB" sz="2400" dirty="0">
                <a:latin typeface="Arial" charset="0"/>
              </a:rPr>
              <a:t>C</a:t>
            </a:r>
            <a:endParaRPr lang="en-US" sz="2400" dirty="0">
              <a:latin typeface="Arial" charset="0"/>
            </a:endParaRPr>
          </a:p>
        </p:txBody>
      </p:sp>
      <p:grpSp>
        <p:nvGrpSpPr>
          <p:cNvPr id="17" name="Group 16" descr="Project">
            <a:extLst>
              <a:ext uri="{FF2B5EF4-FFF2-40B4-BE49-F238E27FC236}">
                <a16:creationId xmlns:a16="http://schemas.microsoft.com/office/drawing/2014/main" id="{E861EAFB-1797-0529-6A31-44E73A808A8B}"/>
              </a:ext>
            </a:extLst>
          </p:cNvPr>
          <p:cNvGrpSpPr/>
          <p:nvPr/>
        </p:nvGrpSpPr>
        <p:grpSpPr>
          <a:xfrm>
            <a:off x="513737" y="2170595"/>
            <a:ext cx="9176915" cy="1438507"/>
            <a:chOff x="871978" y="1989138"/>
            <a:chExt cx="5132900" cy="1438507"/>
          </a:xfrm>
        </p:grpSpPr>
        <p:sp>
          <p:nvSpPr>
            <p:cNvPr id="23" name="Rectangle 6">
              <a:extLst>
                <a:ext uri="{FF2B5EF4-FFF2-40B4-BE49-F238E27FC236}">
                  <a16:creationId xmlns:a16="http://schemas.microsoft.com/office/drawing/2014/main" id="{8A10CC5E-DD77-7C14-E920-42AF720325E7}"/>
                </a:ext>
              </a:extLst>
            </p:cNvPr>
            <p:cNvSpPr>
              <a:spLocks noChangeArrowheads="1"/>
            </p:cNvSpPr>
            <p:nvPr/>
          </p:nvSpPr>
          <p:spPr bwMode="auto">
            <a:xfrm>
              <a:off x="2009874" y="2965980"/>
              <a:ext cx="3995004" cy="461665"/>
            </a:xfrm>
            <a:prstGeom prst="rect">
              <a:avLst/>
            </a:prstGeom>
            <a:noFill/>
            <a:ln w="9525" algn="ctr">
              <a:noFill/>
              <a:prstDash val="dash"/>
              <a:miter lim="800000"/>
              <a:headEnd/>
              <a:tailEnd/>
            </a:ln>
          </p:spPr>
          <p:txBody>
            <a:bodyPr wrap="none">
              <a:spAutoFit/>
            </a:bodyPr>
            <a:lstStyle/>
            <a:p>
              <a:pPr algn="l"/>
              <a:r>
                <a:rPr lang="en-US" sz="2400" dirty="0">
                  <a:latin typeface="Arial" charset="0"/>
                  <a:sym typeface="Symbol" pitchFamily="18" charset="2"/>
                </a:rPr>
                <a:t>C ( </a:t>
              </a:r>
              <a:r>
                <a:rPr lang="en-US" sz="2400" u="sng" dirty="0">
                  <a:latin typeface="Arial" charset="0"/>
                  <a:sym typeface="Symbol" pitchFamily="18" charset="2"/>
                </a:rPr>
                <a:t>SID</a:t>
              </a:r>
              <a:r>
                <a:rPr lang="en-US" sz="2400" dirty="0">
                  <a:latin typeface="Arial" charset="0"/>
                  <a:sym typeface="Symbol" pitchFamily="18" charset="2"/>
                </a:rPr>
                <a:t>, Name, </a:t>
              </a:r>
              <a:r>
                <a:rPr lang="en-US" sz="2400" u="sng" dirty="0">
                  <a:latin typeface="Arial" charset="0"/>
                  <a:sym typeface="Symbol" pitchFamily="18" charset="2"/>
                </a:rPr>
                <a:t>CID</a:t>
              </a:r>
              <a:r>
                <a:rPr lang="en-US" sz="2400" dirty="0">
                  <a:latin typeface="Arial" charset="0"/>
                  <a:sym typeface="Symbol" pitchFamily="18" charset="2"/>
                </a:rPr>
                <a:t>, Mark )</a:t>
              </a:r>
              <a:r>
                <a:rPr lang="en-US" sz="2400" dirty="0">
                  <a:sym typeface="Symbol" pitchFamily="18" charset="2"/>
                </a:rPr>
                <a:t> </a:t>
              </a:r>
              <a:endParaRPr lang="en-GB" sz="2400" dirty="0">
                <a:latin typeface="Arial" charset="0"/>
                <a:sym typeface="Symbol" pitchFamily="18" charset="2"/>
              </a:endParaRPr>
            </a:p>
          </p:txBody>
        </p:sp>
        <p:sp>
          <p:nvSpPr>
            <p:cNvPr id="24" name="Rectangle 75">
              <a:extLst>
                <a:ext uri="{FF2B5EF4-FFF2-40B4-BE49-F238E27FC236}">
                  <a16:creationId xmlns:a16="http://schemas.microsoft.com/office/drawing/2014/main" id="{A8ECF706-B29C-C1FF-433C-AF7AF08FC000}"/>
                </a:ext>
              </a:extLst>
            </p:cNvPr>
            <p:cNvSpPr>
              <a:spLocks noChangeArrowheads="1"/>
            </p:cNvSpPr>
            <p:nvPr/>
          </p:nvSpPr>
          <p:spPr bwMode="auto">
            <a:xfrm>
              <a:off x="1979712" y="1989138"/>
              <a:ext cx="4025166" cy="461665"/>
            </a:xfrm>
            <a:prstGeom prst="rect">
              <a:avLst/>
            </a:prstGeom>
            <a:noFill/>
            <a:ln w="9525" algn="ctr">
              <a:noFill/>
              <a:prstDash val="dash"/>
              <a:miter lim="800000"/>
              <a:headEnd/>
              <a:tailEnd/>
            </a:ln>
          </p:spPr>
          <p:txBody>
            <a:bodyPr wrap="square">
              <a:spAutoFit/>
            </a:bodyPr>
            <a:lstStyle/>
            <a:p>
              <a:r>
                <a:rPr lang="en-US" sz="2400" dirty="0">
                  <a:latin typeface="Arial" charset="0"/>
                  <a:sym typeface="Symbol" pitchFamily="18" charset="2"/>
                </a:rPr>
                <a:t>C</a:t>
              </a:r>
              <a:r>
                <a:rPr lang="en-US" sz="2400" dirty="0">
                  <a:sym typeface="Symbol" pitchFamily="18" charset="2"/>
                </a:rPr>
                <a:t>    </a:t>
              </a:r>
              <a:r>
                <a:rPr lang="en-US" sz="2400" b="1" dirty="0">
                  <a:sym typeface="Symbol" pitchFamily="18" charset="2"/>
                </a:rPr>
                <a:t> </a:t>
              </a:r>
              <a:r>
                <a:rPr lang="en-US" sz="2400" baseline="-25000" dirty="0">
                  <a:sym typeface="Symbol" pitchFamily="18" charset="2"/>
                </a:rPr>
                <a:t>SID, Name, CID, Mark</a:t>
              </a:r>
              <a:r>
                <a:rPr lang="en-US" sz="2400" b="1" dirty="0">
                  <a:sym typeface="Symbol" pitchFamily="18" charset="2"/>
                </a:rPr>
                <a:t> </a:t>
              </a:r>
              <a:r>
                <a:rPr lang="en-US" sz="2400" dirty="0">
                  <a:sym typeface="Symbol" pitchFamily="18" charset="2"/>
                </a:rPr>
                <a:t>( </a:t>
              </a:r>
              <a:r>
                <a:rPr lang="en-US" sz="2400" dirty="0">
                  <a:latin typeface="Arial" charset="0"/>
                  <a:sym typeface="Symbol" pitchFamily="18" charset="2"/>
                </a:rPr>
                <a:t>B </a:t>
              </a:r>
              <a:r>
                <a:rPr lang="en-US" sz="2400" dirty="0">
                  <a:sym typeface="Symbol" pitchFamily="18" charset="2"/>
                </a:rPr>
                <a:t>) </a:t>
              </a:r>
              <a:endParaRPr lang="en-GB" sz="2400" dirty="0">
                <a:sym typeface="Symbol" pitchFamily="18" charset="2"/>
              </a:endParaRPr>
            </a:p>
          </p:txBody>
        </p:sp>
        <p:sp>
          <p:nvSpPr>
            <p:cNvPr id="26" name="Text Box 76">
              <a:extLst>
                <a:ext uri="{FF2B5EF4-FFF2-40B4-BE49-F238E27FC236}">
                  <a16:creationId xmlns:a16="http://schemas.microsoft.com/office/drawing/2014/main" id="{933E1D29-A4AB-CF13-3D7C-237C96BDF8E4}"/>
                </a:ext>
              </a:extLst>
            </p:cNvPr>
            <p:cNvSpPr txBox="1">
              <a:spLocks noChangeArrowheads="1"/>
            </p:cNvSpPr>
            <p:nvPr/>
          </p:nvSpPr>
          <p:spPr bwMode="auto">
            <a:xfrm>
              <a:off x="871978" y="2060575"/>
              <a:ext cx="1007771" cy="338554"/>
            </a:xfrm>
            <a:prstGeom prst="rect">
              <a:avLst/>
            </a:prstGeom>
            <a:solidFill>
              <a:schemeClr val="accent2"/>
            </a:solidFill>
            <a:ln w="34925">
              <a:noFill/>
              <a:miter lim="800000"/>
              <a:headEnd/>
              <a:tailEnd/>
            </a:ln>
          </p:spPr>
          <p:txBody>
            <a:bodyPr wrap="square">
              <a:spAutoFit/>
            </a:bodyPr>
            <a:lstStyle/>
            <a:p>
              <a:pPr algn="ctr"/>
              <a:r>
                <a:rPr lang="en-GB" sz="1600" b="1" dirty="0">
                  <a:solidFill>
                    <a:schemeClr val="bg1"/>
                  </a:solidFill>
                </a:rPr>
                <a:t>Project</a:t>
              </a:r>
              <a:endParaRPr lang="en-US" sz="1600" b="1" dirty="0">
                <a:solidFill>
                  <a:schemeClr val="bg1"/>
                </a:solidFill>
              </a:endParaRPr>
            </a:p>
          </p:txBody>
        </p:sp>
      </p:grpSp>
      <p:sp>
        <p:nvSpPr>
          <p:cNvPr id="28" name="AutoShape 888" descr="Down arrow">
            <a:extLst>
              <a:ext uri="{FF2B5EF4-FFF2-40B4-BE49-F238E27FC236}">
                <a16:creationId xmlns:a16="http://schemas.microsoft.com/office/drawing/2014/main" id="{7E5BBDE0-D083-7F86-2905-343C59F7C768}"/>
              </a:ext>
            </a:extLst>
          </p:cNvPr>
          <p:cNvSpPr>
            <a:spLocks noChangeArrowheads="1"/>
          </p:cNvSpPr>
          <p:nvPr/>
        </p:nvSpPr>
        <p:spPr bwMode="auto">
          <a:xfrm>
            <a:off x="3982363" y="2774004"/>
            <a:ext cx="215900" cy="358775"/>
          </a:xfrm>
          <a:prstGeom prst="downArrow">
            <a:avLst>
              <a:gd name="adj1" fmla="val 50000"/>
              <a:gd name="adj2" fmla="val 41544"/>
            </a:avLst>
          </a:prstGeom>
          <a:solidFill>
            <a:schemeClr val="accent3">
              <a:lumMod val="50000"/>
            </a:schemeClr>
          </a:solidFill>
          <a:ln w="25400" algn="ctr">
            <a:noFill/>
            <a:miter lim="800000"/>
            <a:headEnd/>
            <a:tailEnd/>
          </a:ln>
        </p:spPr>
        <p:txBody>
          <a:bodyPr wrap="none" anchor="ctr"/>
          <a:lstStyle/>
          <a:p>
            <a:endParaRPr lang="en-US"/>
          </a:p>
        </p:txBody>
      </p:sp>
    </p:spTree>
    <p:extLst>
      <p:ext uri="{BB962C8B-B14F-4D97-AF65-F5344CB8AC3E}">
        <p14:creationId xmlns:p14="http://schemas.microsoft.com/office/powerpoint/2010/main" val="19081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54</a:t>
            </a:fld>
            <a:endParaRPr lang="en-GB"/>
          </a:p>
        </p:txBody>
      </p:sp>
      <p:sp>
        <p:nvSpPr>
          <p:cNvPr id="4" name="Title 4">
            <a:extLst>
              <a:ext uri="{FF2B5EF4-FFF2-40B4-BE49-F238E27FC236}">
                <a16:creationId xmlns:a16="http://schemas.microsoft.com/office/drawing/2014/main" id="{630E30E7-E805-987B-6BE3-FA4CC3C6B35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Cartesian product and Join</a:t>
            </a:r>
          </a:p>
        </p:txBody>
      </p:sp>
      <p:sp>
        <p:nvSpPr>
          <p:cNvPr id="6" name="TextBox 5">
            <a:extLst>
              <a:ext uri="{FF2B5EF4-FFF2-40B4-BE49-F238E27FC236}">
                <a16:creationId xmlns:a16="http://schemas.microsoft.com/office/drawing/2014/main" id="{D410110D-82F3-C385-7B61-1BFC5B7C1134}"/>
              </a:ext>
            </a:extLst>
          </p:cNvPr>
          <p:cNvSpPr txBox="1"/>
          <p:nvPr/>
        </p:nvSpPr>
        <p:spPr>
          <a:xfrm>
            <a:off x="2137410" y="1697537"/>
            <a:ext cx="7096982" cy="954107"/>
          </a:xfrm>
          <a:prstGeom prst="rect">
            <a:avLst/>
          </a:prstGeom>
          <a:noFill/>
        </p:spPr>
        <p:txBody>
          <a:bodyPr wrap="square">
            <a:spAutoFit/>
          </a:bodyPr>
          <a:lstStyle/>
          <a:p>
            <a:pPr lvl="1" algn="ctr"/>
            <a:r>
              <a:rPr lang="en-US" sz="2800" dirty="0"/>
              <a:t>Cartesian product and Restrict can be reduced to a single operation called a </a:t>
            </a:r>
            <a:r>
              <a:rPr lang="en-US" sz="2800" i="1" dirty="0"/>
              <a:t>Join</a:t>
            </a:r>
          </a:p>
        </p:txBody>
      </p:sp>
      <p:sp>
        <p:nvSpPr>
          <p:cNvPr id="10" name="TextBox 9">
            <a:extLst>
              <a:ext uri="{FF2B5EF4-FFF2-40B4-BE49-F238E27FC236}">
                <a16:creationId xmlns:a16="http://schemas.microsoft.com/office/drawing/2014/main" id="{8E863CA1-9763-969F-0BE4-05BB787A674A}"/>
              </a:ext>
            </a:extLst>
          </p:cNvPr>
          <p:cNvSpPr txBox="1"/>
          <p:nvPr/>
        </p:nvSpPr>
        <p:spPr>
          <a:xfrm>
            <a:off x="2137410" y="3170885"/>
            <a:ext cx="7096982" cy="523220"/>
          </a:xfrm>
          <a:prstGeom prst="rect">
            <a:avLst/>
          </a:prstGeom>
          <a:noFill/>
        </p:spPr>
        <p:txBody>
          <a:bodyPr wrap="square">
            <a:spAutoFit/>
          </a:bodyPr>
          <a:lstStyle/>
          <a:p>
            <a:pPr lvl="1" algn="ctr"/>
            <a:r>
              <a:rPr lang="en-US" sz="2800" dirty="0"/>
              <a:t>Join is a derivative of Cartesian product</a:t>
            </a:r>
            <a:endParaRPr lang="en-US" sz="2800" i="1" dirty="0"/>
          </a:p>
        </p:txBody>
      </p:sp>
    </p:spTree>
    <p:extLst>
      <p:ext uri="{BB962C8B-B14F-4D97-AF65-F5344CB8AC3E}">
        <p14:creationId xmlns:p14="http://schemas.microsoft.com/office/powerpoint/2010/main" val="92777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a:xfrm>
            <a:off x="9900458" y="6459785"/>
            <a:ext cx="1312025" cy="365125"/>
          </a:xfrm>
        </p:spPr>
        <p:txBody>
          <a:bodyPr/>
          <a:lstStyle/>
          <a:p>
            <a:fld id="{A96A34F1-7EE3-4CA4-B196-255978C82451}" type="slidenum">
              <a:rPr lang="en-GB" smtClean="0"/>
              <a:pPr/>
              <a:t>55</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0" y="274638"/>
            <a:ext cx="9232900"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Visual summary of operations</a:t>
            </a:r>
          </a:p>
        </p:txBody>
      </p:sp>
      <p:grpSp>
        <p:nvGrpSpPr>
          <p:cNvPr id="4" name="Group 3" descr="Cartesian product">
            <a:extLst>
              <a:ext uri="{FF2B5EF4-FFF2-40B4-BE49-F238E27FC236}">
                <a16:creationId xmlns:a16="http://schemas.microsoft.com/office/drawing/2014/main" id="{C0993173-51DD-A278-D709-6CC15155BF0C}"/>
              </a:ext>
            </a:extLst>
          </p:cNvPr>
          <p:cNvGrpSpPr/>
          <p:nvPr/>
        </p:nvGrpSpPr>
        <p:grpSpPr>
          <a:xfrm>
            <a:off x="683568" y="1628800"/>
            <a:ext cx="2736850" cy="2662808"/>
            <a:chOff x="5976616" y="1556916"/>
            <a:chExt cx="2736850" cy="2662808"/>
          </a:xfrm>
        </p:grpSpPr>
        <p:grpSp>
          <p:nvGrpSpPr>
            <p:cNvPr id="7" name="Group 15">
              <a:extLst>
                <a:ext uri="{FF2B5EF4-FFF2-40B4-BE49-F238E27FC236}">
                  <a16:creationId xmlns:a16="http://schemas.microsoft.com/office/drawing/2014/main" id="{36D9C3F2-A65F-C7E0-C4AB-91A622308D25}"/>
                </a:ext>
              </a:extLst>
            </p:cNvPr>
            <p:cNvGrpSpPr>
              <a:grpSpLocks/>
            </p:cNvGrpSpPr>
            <p:nvPr/>
          </p:nvGrpSpPr>
          <p:grpSpPr bwMode="auto">
            <a:xfrm>
              <a:off x="6048053" y="2348062"/>
              <a:ext cx="360363" cy="1016001"/>
              <a:chOff x="3742" y="1207"/>
              <a:chExt cx="227" cy="640"/>
            </a:xfrm>
          </p:grpSpPr>
          <p:sp>
            <p:nvSpPr>
              <p:cNvPr id="22" name="Rectangle 16">
                <a:extLst>
                  <a:ext uri="{FF2B5EF4-FFF2-40B4-BE49-F238E27FC236}">
                    <a16:creationId xmlns:a16="http://schemas.microsoft.com/office/drawing/2014/main" id="{27F7379F-F087-970E-0966-51DE4AC2065B}"/>
                  </a:ext>
                </a:extLst>
              </p:cNvPr>
              <p:cNvSpPr>
                <a:spLocks noChangeArrowheads="1"/>
              </p:cNvSpPr>
              <p:nvPr/>
            </p:nvSpPr>
            <p:spPr bwMode="auto">
              <a:xfrm>
                <a:off x="3742" y="1207"/>
                <a:ext cx="227" cy="640"/>
              </a:xfrm>
              <a:prstGeom prst="rect">
                <a:avLst/>
              </a:prstGeom>
              <a:noFill/>
              <a:ln w="9525">
                <a:solidFill>
                  <a:schemeClr val="tx1"/>
                </a:solidFill>
                <a:miter lim="800000"/>
                <a:headEnd/>
                <a:tailEnd/>
              </a:ln>
            </p:spPr>
            <p:txBody>
              <a:bodyPr wrap="none" anchor="ctr"/>
              <a:lstStyle/>
              <a:p>
                <a:endParaRPr lang="en-US"/>
              </a:p>
            </p:txBody>
          </p:sp>
          <p:sp>
            <p:nvSpPr>
              <p:cNvPr id="23" name="Text Box 17">
                <a:extLst>
                  <a:ext uri="{FF2B5EF4-FFF2-40B4-BE49-F238E27FC236}">
                    <a16:creationId xmlns:a16="http://schemas.microsoft.com/office/drawing/2014/main" id="{1FBA4BFA-0BED-9E0E-A05B-40949555637B}"/>
                  </a:ext>
                </a:extLst>
              </p:cNvPr>
              <p:cNvSpPr txBox="1">
                <a:spLocks noChangeArrowheads="1"/>
              </p:cNvSpPr>
              <p:nvPr/>
            </p:nvSpPr>
            <p:spPr bwMode="auto">
              <a:xfrm>
                <a:off x="3742" y="1207"/>
                <a:ext cx="215" cy="640"/>
              </a:xfrm>
              <a:prstGeom prst="rect">
                <a:avLst/>
              </a:prstGeom>
              <a:noFill/>
              <a:ln w="9525">
                <a:noFill/>
                <a:miter lim="800000"/>
                <a:headEnd/>
                <a:tailEnd/>
              </a:ln>
            </p:spPr>
            <p:txBody>
              <a:bodyPr wrap="none">
                <a:spAutoFit/>
              </a:bodyPr>
              <a:lstStyle/>
              <a:p>
                <a:pPr algn="l"/>
                <a:r>
                  <a:rPr lang="en-US" sz="2000" dirty="0">
                    <a:latin typeface="Arial" charset="0"/>
                  </a:rPr>
                  <a:t>a</a:t>
                </a:r>
              </a:p>
              <a:p>
                <a:pPr algn="l"/>
                <a:r>
                  <a:rPr lang="en-US" sz="2000" b="1" dirty="0">
                    <a:latin typeface="Arial" charset="0"/>
                  </a:rPr>
                  <a:t>b</a:t>
                </a:r>
              </a:p>
              <a:p>
                <a:pPr algn="l"/>
                <a:r>
                  <a:rPr lang="en-US" sz="2000" dirty="0">
                    <a:latin typeface="Arial" charset="0"/>
                  </a:rPr>
                  <a:t>c</a:t>
                </a:r>
              </a:p>
            </p:txBody>
          </p:sp>
        </p:grpSp>
        <p:grpSp>
          <p:nvGrpSpPr>
            <p:cNvPr id="8" name="Group 18">
              <a:extLst>
                <a:ext uri="{FF2B5EF4-FFF2-40B4-BE49-F238E27FC236}">
                  <a16:creationId xmlns:a16="http://schemas.microsoft.com/office/drawing/2014/main" id="{A5B0163E-76DB-B54F-269E-61B59AE3862A}"/>
                </a:ext>
              </a:extLst>
            </p:cNvPr>
            <p:cNvGrpSpPr>
              <a:grpSpLocks/>
            </p:cNvGrpSpPr>
            <p:nvPr/>
          </p:nvGrpSpPr>
          <p:grpSpPr bwMode="auto">
            <a:xfrm>
              <a:off x="6770366" y="2348061"/>
              <a:ext cx="358775" cy="831850"/>
              <a:chOff x="4332" y="1207"/>
              <a:chExt cx="226" cy="524"/>
            </a:xfrm>
          </p:grpSpPr>
          <p:sp>
            <p:nvSpPr>
              <p:cNvPr id="20" name="Rectangle 19">
                <a:extLst>
                  <a:ext uri="{FF2B5EF4-FFF2-40B4-BE49-F238E27FC236}">
                    <a16:creationId xmlns:a16="http://schemas.microsoft.com/office/drawing/2014/main" id="{3FE25E52-CDB8-73E7-31AB-5EE4160FCE94}"/>
                  </a:ext>
                </a:extLst>
              </p:cNvPr>
              <p:cNvSpPr>
                <a:spLocks noChangeArrowheads="1"/>
              </p:cNvSpPr>
              <p:nvPr/>
            </p:nvSpPr>
            <p:spPr bwMode="auto">
              <a:xfrm>
                <a:off x="4332" y="1207"/>
                <a:ext cx="226" cy="524"/>
              </a:xfrm>
              <a:prstGeom prst="rect">
                <a:avLst/>
              </a:prstGeom>
              <a:noFill/>
              <a:ln w="9525">
                <a:solidFill>
                  <a:schemeClr val="tx1"/>
                </a:solidFill>
                <a:miter lim="800000"/>
                <a:headEnd/>
                <a:tailEnd/>
              </a:ln>
            </p:spPr>
            <p:txBody>
              <a:bodyPr wrap="none" anchor="ctr"/>
              <a:lstStyle/>
              <a:p>
                <a:endParaRPr lang="en-US"/>
              </a:p>
            </p:txBody>
          </p:sp>
          <p:sp>
            <p:nvSpPr>
              <p:cNvPr id="21" name="Text Box 20">
                <a:extLst>
                  <a:ext uri="{FF2B5EF4-FFF2-40B4-BE49-F238E27FC236}">
                    <a16:creationId xmlns:a16="http://schemas.microsoft.com/office/drawing/2014/main" id="{EA9C18D2-56D5-E0C8-755B-52EA90C03405}"/>
                  </a:ext>
                </a:extLst>
              </p:cNvPr>
              <p:cNvSpPr txBox="1">
                <a:spLocks noChangeArrowheads="1"/>
              </p:cNvSpPr>
              <p:nvPr/>
            </p:nvSpPr>
            <p:spPr bwMode="auto">
              <a:xfrm>
                <a:off x="4362" y="1207"/>
                <a:ext cx="196" cy="446"/>
              </a:xfrm>
              <a:prstGeom prst="rect">
                <a:avLst/>
              </a:prstGeom>
              <a:noFill/>
              <a:ln w="9525">
                <a:noFill/>
                <a:miter lim="800000"/>
                <a:headEnd/>
                <a:tailEnd/>
              </a:ln>
            </p:spPr>
            <p:txBody>
              <a:bodyPr>
                <a:spAutoFit/>
              </a:bodyPr>
              <a:lstStyle/>
              <a:p>
                <a:pPr algn="l"/>
                <a:r>
                  <a:rPr lang="en-US" sz="2000" dirty="0">
                    <a:latin typeface="Arial" charset="0"/>
                  </a:rPr>
                  <a:t>x</a:t>
                </a:r>
              </a:p>
              <a:p>
                <a:pPr algn="l"/>
                <a:r>
                  <a:rPr lang="en-US" sz="2000" b="1" dirty="0">
                    <a:latin typeface="Arial" charset="0"/>
                  </a:rPr>
                  <a:t>y</a:t>
                </a:r>
              </a:p>
            </p:txBody>
          </p:sp>
        </p:grpSp>
        <p:grpSp>
          <p:nvGrpSpPr>
            <p:cNvPr id="9" name="Group 21">
              <a:extLst>
                <a:ext uri="{FF2B5EF4-FFF2-40B4-BE49-F238E27FC236}">
                  <a16:creationId xmlns:a16="http://schemas.microsoft.com/office/drawing/2014/main" id="{9283ECD9-FD8A-57C1-6450-71B8BBB19882}"/>
                </a:ext>
              </a:extLst>
            </p:cNvPr>
            <p:cNvGrpSpPr>
              <a:grpSpLocks/>
            </p:cNvGrpSpPr>
            <p:nvPr/>
          </p:nvGrpSpPr>
          <p:grpSpPr bwMode="auto">
            <a:xfrm>
              <a:off x="7775253" y="2278211"/>
              <a:ext cx="865188" cy="1941513"/>
              <a:chOff x="4830" y="1160"/>
              <a:chExt cx="545" cy="1223"/>
            </a:xfrm>
          </p:grpSpPr>
          <p:sp>
            <p:nvSpPr>
              <p:cNvPr id="16" name="Rectangle 22">
                <a:extLst>
                  <a:ext uri="{FF2B5EF4-FFF2-40B4-BE49-F238E27FC236}">
                    <a16:creationId xmlns:a16="http://schemas.microsoft.com/office/drawing/2014/main" id="{CFDF5C97-2297-AB2E-642B-ECCF6775D1F7}"/>
                  </a:ext>
                </a:extLst>
              </p:cNvPr>
              <p:cNvSpPr>
                <a:spLocks noChangeArrowheads="1"/>
              </p:cNvSpPr>
              <p:nvPr/>
            </p:nvSpPr>
            <p:spPr bwMode="auto">
              <a:xfrm>
                <a:off x="4830" y="1162"/>
                <a:ext cx="545" cy="1198"/>
              </a:xfrm>
              <a:prstGeom prst="rect">
                <a:avLst/>
              </a:prstGeom>
              <a:noFill/>
              <a:ln w="9525">
                <a:solidFill>
                  <a:schemeClr val="tx1"/>
                </a:solidFill>
                <a:miter lim="800000"/>
                <a:headEnd/>
                <a:tailEnd/>
              </a:ln>
            </p:spPr>
            <p:txBody>
              <a:bodyPr wrap="none" anchor="ctr"/>
              <a:lstStyle/>
              <a:p>
                <a:endParaRPr lang="en-US"/>
              </a:p>
            </p:txBody>
          </p:sp>
          <p:sp>
            <p:nvSpPr>
              <p:cNvPr id="17" name="Line 23">
                <a:extLst>
                  <a:ext uri="{FF2B5EF4-FFF2-40B4-BE49-F238E27FC236}">
                    <a16:creationId xmlns:a16="http://schemas.microsoft.com/office/drawing/2014/main" id="{6EE561BA-545B-B342-9D4A-BBAEF7A18493}"/>
                  </a:ext>
                </a:extLst>
              </p:cNvPr>
              <p:cNvSpPr>
                <a:spLocks noChangeShapeType="1"/>
              </p:cNvSpPr>
              <p:nvPr/>
            </p:nvSpPr>
            <p:spPr bwMode="auto">
              <a:xfrm>
                <a:off x="5103" y="1162"/>
                <a:ext cx="0" cy="1198"/>
              </a:xfrm>
              <a:prstGeom prst="line">
                <a:avLst/>
              </a:prstGeom>
              <a:noFill/>
              <a:ln w="9525">
                <a:solidFill>
                  <a:schemeClr val="tx1"/>
                </a:solidFill>
                <a:round/>
                <a:headEnd/>
                <a:tailEnd/>
              </a:ln>
            </p:spPr>
            <p:txBody>
              <a:bodyPr wrap="none" anchor="ctr"/>
              <a:lstStyle/>
              <a:p>
                <a:endParaRPr lang="en-US"/>
              </a:p>
            </p:txBody>
          </p:sp>
          <p:sp>
            <p:nvSpPr>
              <p:cNvPr id="18" name="Text Box 24">
                <a:extLst>
                  <a:ext uri="{FF2B5EF4-FFF2-40B4-BE49-F238E27FC236}">
                    <a16:creationId xmlns:a16="http://schemas.microsoft.com/office/drawing/2014/main" id="{83005C14-172E-7611-0A6A-3C079AD94863}"/>
                  </a:ext>
                </a:extLst>
              </p:cNvPr>
              <p:cNvSpPr txBox="1">
                <a:spLocks noChangeArrowheads="1"/>
              </p:cNvSpPr>
              <p:nvPr/>
            </p:nvSpPr>
            <p:spPr bwMode="auto">
              <a:xfrm>
                <a:off x="4876" y="1162"/>
                <a:ext cx="256" cy="1221"/>
              </a:xfrm>
              <a:prstGeom prst="rect">
                <a:avLst/>
              </a:prstGeom>
              <a:noFill/>
              <a:ln w="9525">
                <a:noFill/>
                <a:miter lim="800000"/>
                <a:headEnd/>
                <a:tailEnd/>
              </a:ln>
            </p:spPr>
            <p:txBody>
              <a:bodyPr>
                <a:spAutoFit/>
              </a:bodyPr>
              <a:lstStyle/>
              <a:p>
                <a:pPr algn="l"/>
                <a:r>
                  <a:rPr lang="en-US" sz="2000" dirty="0">
                    <a:latin typeface="Arial" charset="0"/>
                  </a:rPr>
                  <a:t>a</a:t>
                </a:r>
              </a:p>
              <a:p>
                <a:pPr algn="l"/>
                <a:r>
                  <a:rPr lang="en-US" sz="2000" dirty="0">
                    <a:latin typeface="Arial" charset="0"/>
                  </a:rPr>
                  <a:t>a</a:t>
                </a:r>
              </a:p>
              <a:p>
                <a:pPr algn="l"/>
                <a:r>
                  <a:rPr lang="en-US" sz="2000" b="1" dirty="0">
                    <a:latin typeface="Arial" charset="0"/>
                  </a:rPr>
                  <a:t>b</a:t>
                </a:r>
              </a:p>
              <a:p>
                <a:pPr algn="l"/>
                <a:r>
                  <a:rPr lang="en-US" sz="2000" b="1" dirty="0">
                    <a:latin typeface="Arial" charset="0"/>
                  </a:rPr>
                  <a:t>b</a:t>
                </a:r>
              </a:p>
              <a:p>
                <a:pPr algn="l"/>
                <a:r>
                  <a:rPr lang="en-US" sz="2000" dirty="0">
                    <a:latin typeface="Arial" charset="0"/>
                  </a:rPr>
                  <a:t>c</a:t>
                </a:r>
              </a:p>
              <a:p>
                <a:pPr algn="l"/>
                <a:r>
                  <a:rPr lang="en-US" sz="2000" dirty="0">
                    <a:latin typeface="Arial" charset="0"/>
                  </a:rPr>
                  <a:t>c</a:t>
                </a:r>
              </a:p>
            </p:txBody>
          </p:sp>
          <p:sp>
            <p:nvSpPr>
              <p:cNvPr id="19" name="Text Box 25">
                <a:extLst>
                  <a:ext uri="{FF2B5EF4-FFF2-40B4-BE49-F238E27FC236}">
                    <a16:creationId xmlns:a16="http://schemas.microsoft.com/office/drawing/2014/main" id="{E714A126-050F-EDC5-FB93-B39ABDB0A9F1}"/>
                  </a:ext>
                </a:extLst>
              </p:cNvPr>
              <p:cNvSpPr txBox="1">
                <a:spLocks noChangeArrowheads="1"/>
              </p:cNvSpPr>
              <p:nvPr/>
            </p:nvSpPr>
            <p:spPr bwMode="auto">
              <a:xfrm>
                <a:off x="5148" y="1160"/>
                <a:ext cx="226" cy="1221"/>
              </a:xfrm>
              <a:prstGeom prst="rect">
                <a:avLst/>
              </a:prstGeom>
              <a:noFill/>
              <a:ln w="9525">
                <a:noFill/>
                <a:miter lim="800000"/>
                <a:headEnd/>
                <a:tailEnd/>
              </a:ln>
            </p:spPr>
            <p:txBody>
              <a:bodyPr>
                <a:spAutoFit/>
              </a:bodyPr>
              <a:lstStyle/>
              <a:p>
                <a:pPr algn="l"/>
                <a:r>
                  <a:rPr lang="en-US" sz="2000" dirty="0">
                    <a:latin typeface="Arial" charset="0"/>
                  </a:rPr>
                  <a:t>x</a:t>
                </a:r>
              </a:p>
              <a:p>
                <a:pPr algn="l"/>
                <a:r>
                  <a:rPr lang="en-US" sz="2000" b="1" dirty="0">
                    <a:latin typeface="Arial" charset="0"/>
                  </a:rPr>
                  <a:t>y</a:t>
                </a:r>
              </a:p>
              <a:p>
                <a:pPr algn="l"/>
                <a:r>
                  <a:rPr lang="en-US" sz="2000" dirty="0">
                    <a:latin typeface="Arial" charset="0"/>
                  </a:rPr>
                  <a:t>x</a:t>
                </a:r>
              </a:p>
              <a:p>
                <a:pPr algn="l"/>
                <a:r>
                  <a:rPr lang="en-US" sz="2000" b="1" dirty="0">
                    <a:latin typeface="Arial" charset="0"/>
                  </a:rPr>
                  <a:t>y</a:t>
                </a:r>
              </a:p>
              <a:p>
                <a:pPr algn="l"/>
                <a:r>
                  <a:rPr lang="en-US" sz="2000" dirty="0">
                    <a:latin typeface="Arial" charset="0"/>
                  </a:rPr>
                  <a:t>x</a:t>
                </a:r>
              </a:p>
              <a:p>
                <a:pPr algn="l"/>
                <a:r>
                  <a:rPr lang="en-US" sz="2000" b="1" dirty="0">
                    <a:latin typeface="Arial" charset="0"/>
                  </a:rPr>
                  <a:t>y</a:t>
                </a:r>
              </a:p>
            </p:txBody>
          </p:sp>
        </p:grpSp>
        <p:sp>
          <p:nvSpPr>
            <p:cNvPr id="10" name="Text Box 28">
              <a:extLst>
                <a:ext uri="{FF2B5EF4-FFF2-40B4-BE49-F238E27FC236}">
                  <a16:creationId xmlns:a16="http://schemas.microsoft.com/office/drawing/2014/main" id="{C5205667-3DB3-66E9-18B8-F82B6E190943}"/>
                </a:ext>
              </a:extLst>
            </p:cNvPr>
            <p:cNvSpPr txBox="1">
              <a:spLocks noChangeArrowheads="1"/>
            </p:cNvSpPr>
            <p:nvPr/>
          </p:nvSpPr>
          <p:spPr bwMode="auto">
            <a:xfrm>
              <a:off x="5976616" y="1556916"/>
              <a:ext cx="2736850" cy="366712"/>
            </a:xfrm>
            <a:prstGeom prst="rect">
              <a:avLst/>
            </a:prstGeom>
            <a:noFill/>
            <a:ln w="9525">
              <a:noFill/>
              <a:miter lim="800000"/>
              <a:headEnd/>
              <a:tailEnd/>
            </a:ln>
          </p:spPr>
          <p:txBody>
            <a:bodyPr>
              <a:spAutoFit/>
            </a:bodyPr>
            <a:lstStyle/>
            <a:p>
              <a:pPr algn="l">
                <a:spcBef>
                  <a:spcPct val="50000"/>
                </a:spcBef>
              </a:pPr>
              <a:r>
                <a:rPr lang="en-US" sz="1800" b="1" dirty="0">
                  <a:latin typeface="Arial" charset="0"/>
                </a:rPr>
                <a:t>CARTESIAN PRODUCT</a:t>
              </a:r>
            </a:p>
          </p:txBody>
        </p:sp>
        <p:sp>
          <p:nvSpPr>
            <p:cNvPr id="11" name="Line 44">
              <a:extLst>
                <a:ext uri="{FF2B5EF4-FFF2-40B4-BE49-F238E27FC236}">
                  <a16:creationId xmlns:a16="http://schemas.microsoft.com/office/drawing/2014/main" id="{B35BCFAA-F3F2-1AE8-BB89-A791023CC0BD}"/>
                </a:ext>
              </a:extLst>
            </p:cNvPr>
            <p:cNvSpPr>
              <a:spLocks noChangeShapeType="1"/>
            </p:cNvSpPr>
            <p:nvPr/>
          </p:nvSpPr>
          <p:spPr bwMode="auto">
            <a:xfrm flipV="1">
              <a:off x="6265541" y="1989286"/>
              <a:ext cx="144462" cy="360363"/>
            </a:xfrm>
            <a:prstGeom prst="line">
              <a:avLst/>
            </a:prstGeom>
            <a:noFill/>
            <a:ln w="31750">
              <a:solidFill>
                <a:schemeClr val="tx1"/>
              </a:solidFill>
              <a:round/>
              <a:headEnd/>
              <a:tailEnd type="triangle" w="lg" len="lg"/>
            </a:ln>
          </p:spPr>
          <p:txBody>
            <a:bodyPr wrap="none" anchor="ctr"/>
            <a:lstStyle/>
            <a:p>
              <a:endParaRPr lang="en-US"/>
            </a:p>
          </p:txBody>
        </p:sp>
        <p:sp>
          <p:nvSpPr>
            <p:cNvPr id="12" name="Line 45">
              <a:extLst>
                <a:ext uri="{FF2B5EF4-FFF2-40B4-BE49-F238E27FC236}">
                  <a16:creationId xmlns:a16="http://schemas.microsoft.com/office/drawing/2014/main" id="{90FC9FA1-7F8E-5E34-BF6C-EDFD14B49CDA}"/>
                </a:ext>
              </a:extLst>
            </p:cNvPr>
            <p:cNvSpPr>
              <a:spLocks noChangeShapeType="1"/>
            </p:cNvSpPr>
            <p:nvPr/>
          </p:nvSpPr>
          <p:spPr bwMode="auto">
            <a:xfrm flipH="1" flipV="1">
              <a:off x="6817991" y="1989285"/>
              <a:ext cx="95250" cy="360363"/>
            </a:xfrm>
            <a:prstGeom prst="line">
              <a:avLst/>
            </a:prstGeom>
            <a:noFill/>
            <a:ln w="31750">
              <a:solidFill>
                <a:schemeClr val="tx1"/>
              </a:solidFill>
              <a:round/>
              <a:headEnd/>
              <a:tailEnd type="triangle" w="lg" len="lg"/>
            </a:ln>
          </p:spPr>
          <p:txBody>
            <a:bodyPr wrap="none" anchor="ctr"/>
            <a:lstStyle/>
            <a:p>
              <a:endParaRPr lang="en-US"/>
            </a:p>
          </p:txBody>
        </p:sp>
        <p:sp>
          <p:nvSpPr>
            <p:cNvPr id="13" name="Line 46">
              <a:extLst>
                <a:ext uri="{FF2B5EF4-FFF2-40B4-BE49-F238E27FC236}">
                  <a16:creationId xmlns:a16="http://schemas.microsoft.com/office/drawing/2014/main" id="{5EE9EA87-D043-BF7E-4105-F03C5E3141B6}"/>
                </a:ext>
              </a:extLst>
            </p:cNvPr>
            <p:cNvSpPr>
              <a:spLocks noChangeShapeType="1"/>
            </p:cNvSpPr>
            <p:nvPr/>
          </p:nvSpPr>
          <p:spPr bwMode="auto">
            <a:xfrm>
              <a:off x="7992741" y="1990874"/>
              <a:ext cx="215900" cy="287337"/>
            </a:xfrm>
            <a:prstGeom prst="line">
              <a:avLst/>
            </a:prstGeom>
            <a:noFill/>
            <a:ln w="31750">
              <a:solidFill>
                <a:schemeClr val="tx1"/>
              </a:solidFill>
              <a:round/>
              <a:headEnd/>
              <a:tailEnd type="triangle" w="lg" len="lg"/>
            </a:ln>
          </p:spPr>
          <p:txBody>
            <a:bodyPr wrap="none" anchor="ctr"/>
            <a:lstStyle/>
            <a:p>
              <a:endParaRPr lang="en-US"/>
            </a:p>
          </p:txBody>
        </p:sp>
        <p:sp>
          <p:nvSpPr>
            <p:cNvPr id="14" name="TextBox 13">
              <a:extLst>
                <a:ext uri="{FF2B5EF4-FFF2-40B4-BE49-F238E27FC236}">
                  <a16:creationId xmlns:a16="http://schemas.microsoft.com/office/drawing/2014/main" id="{21CE5780-E4BD-A6FA-6E0A-E1D118AA137F}"/>
                </a:ext>
              </a:extLst>
            </p:cNvPr>
            <p:cNvSpPr txBox="1"/>
            <p:nvPr/>
          </p:nvSpPr>
          <p:spPr>
            <a:xfrm>
              <a:off x="6038528" y="3357116"/>
              <a:ext cx="383438" cy="369332"/>
            </a:xfrm>
            <a:prstGeom prst="rect">
              <a:avLst/>
            </a:prstGeom>
            <a:noFill/>
          </p:spPr>
          <p:txBody>
            <a:bodyPr wrap="none">
              <a:spAutoFit/>
            </a:bodyPr>
            <a:lstStyle/>
            <a:p>
              <a:pPr>
                <a:defRPr/>
              </a:pPr>
              <a:r>
                <a:rPr lang="en-GB" sz="1800" b="1" dirty="0">
                  <a:latin typeface="+mn-lt"/>
                </a:rPr>
                <a:t>M</a:t>
              </a:r>
            </a:p>
          </p:txBody>
        </p:sp>
        <p:sp>
          <p:nvSpPr>
            <p:cNvPr id="15" name="TextBox 14">
              <a:extLst>
                <a:ext uri="{FF2B5EF4-FFF2-40B4-BE49-F238E27FC236}">
                  <a16:creationId xmlns:a16="http://schemas.microsoft.com/office/drawing/2014/main" id="{9FF86492-8170-9665-5B5C-977E4E8607F5}"/>
                </a:ext>
              </a:extLst>
            </p:cNvPr>
            <p:cNvSpPr txBox="1"/>
            <p:nvPr/>
          </p:nvSpPr>
          <p:spPr>
            <a:xfrm>
              <a:off x="6790190" y="3203808"/>
              <a:ext cx="338554" cy="369332"/>
            </a:xfrm>
            <a:prstGeom prst="rect">
              <a:avLst/>
            </a:prstGeom>
            <a:noFill/>
          </p:spPr>
          <p:txBody>
            <a:bodyPr wrap="none">
              <a:spAutoFit/>
            </a:bodyPr>
            <a:lstStyle/>
            <a:p>
              <a:pPr>
                <a:defRPr/>
              </a:pPr>
              <a:r>
                <a:rPr lang="en-GB" sz="1800" b="1" dirty="0">
                  <a:latin typeface="+mn-lt"/>
                </a:rPr>
                <a:t>N</a:t>
              </a:r>
            </a:p>
          </p:txBody>
        </p:sp>
      </p:grpSp>
      <p:grpSp>
        <p:nvGrpSpPr>
          <p:cNvPr id="6" name="Group 5" descr="Natural Join">
            <a:extLst>
              <a:ext uri="{FF2B5EF4-FFF2-40B4-BE49-F238E27FC236}">
                <a16:creationId xmlns:a16="http://schemas.microsoft.com/office/drawing/2014/main" id="{C1C8D2F3-0D7D-4CD7-88AB-A2A8AB23932E}"/>
              </a:ext>
            </a:extLst>
          </p:cNvPr>
          <p:cNvGrpSpPr/>
          <p:nvPr/>
        </p:nvGrpSpPr>
        <p:grpSpPr>
          <a:xfrm>
            <a:off x="5941453" y="2812269"/>
            <a:ext cx="5040312" cy="2952328"/>
            <a:chOff x="5941453" y="2812269"/>
            <a:chExt cx="5040312" cy="2952328"/>
          </a:xfrm>
        </p:grpSpPr>
        <p:grpSp>
          <p:nvGrpSpPr>
            <p:cNvPr id="24" name="Group 23">
              <a:extLst>
                <a:ext uri="{FF2B5EF4-FFF2-40B4-BE49-F238E27FC236}">
                  <a16:creationId xmlns:a16="http://schemas.microsoft.com/office/drawing/2014/main" id="{E7B3D158-445A-4D91-4739-8BDEA979D86D}"/>
                </a:ext>
              </a:extLst>
            </p:cNvPr>
            <p:cNvGrpSpPr/>
            <p:nvPr/>
          </p:nvGrpSpPr>
          <p:grpSpPr>
            <a:xfrm>
              <a:off x="5941453" y="2812269"/>
              <a:ext cx="5040312" cy="2952328"/>
              <a:chOff x="3564013" y="3501008"/>
              <a:chExt cx="5040312" cy="2952328"/>
            </a:xfrm>
          </p:grpSpPr>
          <p:grpSp>
            <p:nvGrpSpPr>
              <p:cNvPr id="25" name="Group 24">
                <a:extLst>
                  <a:ext uri="{FF2B5EF4-FFF2-40B4-BE49-F238E27FC236}">
                    <a16:creationId xmlns:a16="http://schemas.microsoft.com/office/drawing/2014/main" id="{2FD1E7A7-82DF-4201-2ACF-12B95F797C42}"/>
                  </a:ext>
                </a:extLst>
              </p:cNvPr>
              <p:cNvGrpSpPr/>
              <p:nvPr/>
            </p:nvGrpSpPr>
            <p:grpSpPr>
              <a:xfrm>
                <a:off x="3564013" y="3501008"/>
                <a:ext cx="5040312" cy="2952328"/>
                <a:chOff x="1187872" y="1772816"/>
                <a:chExt cx="5040312" cy="2952328"/>
              </a:xfrm>
            </p:grpSpPr>
            <p:grpSp>
              <p:nvGrpSpPr>
                <p:cNvPr id="33" name="Group 3">
                  <a:extLst>
                    <a:ext uri="{FF2B5EF4-FFF2-40B4-BE49-F238E27FC236}">
                      <a16:creationId xmlns:a16="http://schemas.microsoft.com/office/drawing/2014/main" id="{1209729E-926B-025C-D1AA-24145C413CAB}"/>
                    </a:ext>
                  </a:extLst>
                </p:cNvPr>
                <p:cNvGrpSpPr>
                  <a:grpSpLocks/>
                </p:cNvGrpSpPr>
                <p:nvPr/>
              </p:nvGrpSpPr>
              <p:grpSpPr bwMode="auto">
                <a:xfrm>
                  <a:off x="2627735" y="2915394"/>
                  <a:ext cx="1171575" cy="1449388"/>
                  <a:chOff x="1875" y="1418"/>
                  <a:chExt cx="738" cy="913"/>
                </a:xfrm>
              </p:grpSpPr>
              <p:sp>
                <p:nvSpPr>
                  <p:cNvPr id="62" name="Rectangle 4">
                    <a:extLst>
                      <a:ext uri="{FF2B5EF4-FFF2-40B4-BE49-F238E27FC236}">
                        <a16:creationId xmlns:a16="http://schemas.microsoft.com/office/drawing/2014/main" id="{BE2B56A4-AED2-97B5-DB60-ED81427C65A0}"/>
                      </a:ext>
                    </a:extLst>
                  </p:cNvPr>
                  <p:cNvSpPr>
                    <a:spLocks noChangeArrowheads="1"/>
                  </p:cNvSpPr>
                  <p:nvPr/>
                </p:nvSpPr>
                <p:spPr bwMode="auto">
                  <a:xfrm>
                    <a:off x="1875" y="1418"/>
                    <a:ext cx="738" cy="913"/>
                  </a:xfrm>
                  <a:prstGeom prst="rect">
                    <a:avLst/>
                  </a:prstGeom>
                  <a:noFill/>
                  <a:ln w="15875">
                    <a:solidFill>
                      <a:schemeClr val="tx1"/>
                    </a:solidFill>
                    <a:miter lim="800000"/>
                    <a:headEnd/>
                    <a:tailEnd/>
                  </a:ln>
                </p:spPr>
                <p:txBody>
                  <a:bodyPr/>
                  <a:lstStyle/>
                  <a:p>
                    <a:endParaRPr lang="en-US"/>
                  </a:p>
                </p:txBody>
              </p:sp>
              <p:sp>
                <p:nvSpPr>
                  <p:cNvPr id="63" name="Rectangle 5">
                    <a:extLst>
                      <a:ext uri="{FF2B5EF4-FFF2-40B4-BE49-F238E27FC236}">
                        <a16:creationId xmlns:a16="http://schemas.microsoft.com/office/drawing/2014/main" id="{B6FD7539-B1C4-5330-15ED-E24ACBB2A124}"/>
                      </a:ext>
                    </a:extLst>
                  </p:cNvPr>
                  <p:cNvSpPr>
                    <a:spLocks noChangeArrowheads="1"/>
                  </p:cNvSpPr>
                  <p:nvPr/>
                </p:nvSpPr>
                <p:spPr bwMode="auto">
                  <a:xfrm>
                    <a:off x="1975" y="1469"/>
                    <a:ext cx="189" cy="194"/>
                  </a:xfrm>
                  <a:prstGeom prst="rect">
                    <a:avLst/>
                  </a:prstGeom>
                  <a:noFill/>
                  <a:ln w="9525">
                    <a:noFill/>
                    <a:miter lim="800000"/>
                    <a:headEnd/>
                    <a:tailEnd/>
                  </a:ln>
                </p:spPr>
                <p:txBody>
                  <a:bodyPr wrap="none" lIns="0" tIns="0" rIns="0" bIns="0">
                    <a:spAutoFit/>
                  </a:bodyPr>
                  <a:lstStyle/>
                  <a:p>
                    <a:pPr algn="l"/>
                    <a:r>
                      <a:rPr lang="en-US" sz="2000" b="1" dirty="0">
                        <a:solidFill>
                          <a:srgbClr val="FF9900"/>
                        </a:solidFill>
                        <a:latin typeface="Arial" charset="0"/>
                      </a:rPr>
                      <a:t>b1</a:t>
                    </a:r>
                  </a:p>
                </p:txBody>
              </p:sp>
              <p:sp>
                <p:nvSpPr>
                  <p:cNvPr id="64" name="Rectangle 6">
                    <a:extLst>
                      <a:ext uri="{FF2B5EF4-FFF2-40B4-BE49-F238E27FC236}">
                        <a16:creationId xmlns:a16="http://schemas.microsoft.com/office/drawing/2014/main" id="{79EC213D-47AB-00F6-C6C3-3BFFF268BF22}"/>
                      </a:ext>
                    </a:extLst>
                  </p:cNvPr>
                  <p:cNvSpPr>
                    <a:spLocks noChangeArrowheads="1"/>
                  </p:cNvSpPr>
                  <p:nvPr/>
                </p:nvSpPr>
                <p:spPr bwMode="auto">
                  <a:xfrm>
                    <a:off x="2340" y="1469"/>
                    <a:ext cx="171" cy="194"/>
                  </a:xfrm>
                  <a:prstGeom prst="rect">
                    <a:avLst/>
                  </a:prstGeom>
                  <a:noFill/>
                  <a:ln w="9525">
                    <a:noFill/>
                    <a:miter lim="800000"/>
                    <a:headEnd/>
                    <a:tailEnd/>
                  </a:ln>
                </p:spPr>
                <p:txBody>
                  <a:bodyPr wrap="none" lIns="0" tIns="0" rIns="0" bIns="0">
                    <a:spAutoFit/>
                  </a:bodyPr>
                  <a:lstStyle/>
                  <a:p>
                    <a:pPr algn="l"/>
                    <a:r>
                      <a:rPr lang="en-US" sz="2000">
                        <a:latin typeface="Arial" charset="0"/>
                      </a:rPr>
                      <a:t>c1</a:t>
                    </a:r>
                  </a:p>
                </p:txBody>
              </p:sp>
              <p:sp>
                <p:nvSpPr>
                  <p:cNvPr id="65" name="Rectangle 7">
                    <a:extLst>
                      <a:ext uri="{FF2B5EF4-FFF2-40B4-BE49-F238E27FC236}">
                        <a16:creationId xmlns:a16="http://schemas.microsoft.com/office/drawing/2014/main" id="{A6BF0BCE-0122-BA8D-6E0C-72A789A272CB}"/>
                      </a:ext>
                    </a:extLst>
                  </p:cNvPr>
                  <p:cNvSpPr>
                    <a:spLocks noChangeArrowheads="1"/>
                  </p:cNvSpPr>
                  <p:nvPr/>
                </p:nvSpPr>
                <p:spPr bwMode="auto">
                  <a:xfrm>
                    <a:off x="1975" y="1796"/>
                    <a:ext cx="180" cy="194"/>
                  </a:xfrm>
                  <a:prstGeom prst="rect">
                    <a:avLst/>
                  </a:prstGeom>
                  <a:noFill/>
                  <a:ln w="9525">
                    <a:noFill/>
                    <a:miter lim="800000"/>
                    <a:headEnd/>
                    <a:tailEnd/>
                  </a:ln>
                </p:spPr>
                <p:txBody>
                  <a:bodyPr wrap="none" lIns="0" tIns="0" rIns="0" bIns="0">
                    <a:spAutoFit/>
                  </a:bodyPr>
                  <a:lstStyle/>
                  <a:p>
                    <a:pPr algn="l"/>
                    <a:r>
                      <a:rPr lang="en-US" sz="2000" dirty="0">
                        <a:solidFill>
                          <a:srgbClr val="FF9900"/>
                        </a:solidFill>
                        <a:latin typeface="Arial" charset="0"/>
                      </a:rPr>
                      <a:t>b2</a:t>
                    </a:r>
                  </a:p>
                </p:txBody>
              </p:sp>
              <p:sp>
                <p:nvSpPr>
                  <p:cNvPr id="66" name="Rectangle 8">
                    <a:extLst>
                      <a:ext uri="{FF2B5EF4-FFF2-40B4-BE49-F238E27FC236}">
                        <a16:creationId xmlns:a16="http://schemas.microsoft.com/office/drawing/2014/main" id="{DD01AC2E-D835-5361-54AC-A19CAD8C3B70}"/>
                      </a:ext>
                    </a:extLst>
                  </p:cNvPr>
                  <p:cNvSpPr>
                    <a:spLocks noChangeArrowheads="1"/>
                  </p:cNvSpPr>
                  <p:nvPr/>
                </p:nvSpPr>
                <p:spPr bwMode="auto">
                  <a:xfrm>
                    <a:off x="2340" y="1796"/>
                    <a:ext cx="171" cy="194"/>
                  </a:xfrm>
                  <a:prstGeom prst="rect">
                    <a:avLst/>
                  </a:prstGeom>
                  <a:noFill/>
                  <a:ln w="9525">
                    <a:noFill/>
                    <a:miter lim="800000"/>
                    <a:headEnd/>
                    <a:tailEnd/>
                  </a:ln>
                </p:spPr>
                <p:txBody>
                  <a:bodyPr wrap="none" lIns="0" tIns="0" rIns="0" bIns="0">
                    <a:spAutoFit/>
                  </a:bodyPr>
                  <a:lstStyle/>
                  <a:p>
                    <a:pPr algn="l"/>
                    <a:r>
                      <a:rPr lang="en-US" sz="2000" dirty="0">
                        <a:latin typeface="Arial" charset="0"/>
                      </a:rPr>
                      <a:t>c2</a:t>
                    </a:r>
                  </a:p>
                </p:txBody>
              </p:sp>
              <p:sp>
                <p:nvSpPr>
                  <p:cNvPr id="67" name="Rectangle 9">
                    <a:extLst>
                      <a:ext uri="{FF2B5EF4-FFF2-40B4-BE49-F238E27FC236}">
                        <a16:creationId xmlns:a16="http://schemas.microsoft.com/office/drawing/2014/main" id="{2A4D66B9-8CEC-5357-966F-1895F4F463FB}"/>
                      </a:ext>
                    </a:extLst>
                  </p:cNvPr>
                  <p:cNvSpPr>
                    <a:spLocks noChangeArrowheads="1"/>
                  </p:cNvSpPr>
                  <p:nvPr/>
                </p:nvSpPr>
                <p:spPr bwMode="auto">
                  <a:xfrm>
                    <a:off x="1975" y="2128"/>
                    <a:ext cx="180" cy="194"/>
                  </a:xfrm>
                  <a:prstGeom prst="rect">
                    <a:avLst/>
                  </a:prstGeom>
                  <a:noFill/>
                  <a:ln w="9525">
                    <a:noFill/>
                    <a:miter lim="800000"/>
                    <a:headEnd/>
                    <a:tailEnd/>
                  </a:ln>
                </p:spPr>
                <p:txBody>
                  <a:bodyPr wrap="none" lIns="0" tIns="0" rIns="0" bIns="0">
                    <a:spAutoFit/>
                  </a:bodyPr>
                  <a:lstStyle/>
                  <a:p>
                    <a:pPr algn="l"/>
                    <a:r>
                      <a:rPr lang="en-US" sz="2000" dirty="0">
                        <a:solidFill>
                          <a:srgbClr val="FF9900"/>
                        </a:solidFill>
                        <a:latin typeface="Arial" charset="0"/>
                      </a:rPr>
                      <a:t>b3</a:t>
                    </a:r>
                  </a:p>
                </p:txBody>
              </p:sp>
              <p:sp>
                <p:nvSpPr>
                  <p:cNvPr id="68" name="Rectangle 10">
                    <a:extLst>
                      <a:ext uri="{FF2B5EF4-FFF2-40B4-BE49-F238E27FC236}">
                        <a16:creationId xmlns:a16="http://schemas.microsoft.com/office/drawing/2014/main" id="{00D16BC8-F2D5-AA05-BD6F-58EA63A226F4}"/>
                      </a:ext>
                    </a:extLst>
                  </p:cNvPr>
                  <p:cNvSpPr>
                    <a:spLocks noChangeArrowheads="1"/>
                  </p:cNvSpPr>
                  <p:nvPr/>
                </p:nvSpPr>
                <p:spPr bwMode="auto">
                  <a:xfrm>
                    <a:off x="2340" y="2128"/>
                    <a:ext cx="171" cy="194"/>
                  </a:xfrm>
                  <a:prstGeom prst="rect">
                    <a:avLst/>
                  </a:prstGeom>
                  <a:noFill/>
                  <a:ln w="9525">
                    <a:noFill/>
                    <a:miter lim="800000"/>
                    <a:headEnd/>
                    <a:tailEnd/>
                  </a:ln>
                </p:spPr>
                <p:txBody>
                  <a:bodyPr wrap="none" lIns="0" tIns="0" rIns="0" bIns="0">
                    <a:spAutoFit/>
                  </a:bodyPr>
                  <a:lstStyle/>
                  <a:p>
                    <a:pPr algn="l"/>
                    <a:r>
                      <a:rPr lang="en-US" sz="2000">
                        <a:latin typeface="Arial" charset="0"/>
                      </a:rPr>
                      <a:t>c3</a:t>
                    </a:r>
                  </a:p>
                </p:txBody>
              </p:sp>
              <p:sp>
                <p:nvSpPr>
                  <p:cNvPr id="69" name="Line 11">
                    <a:extLst>
                      <a:ext uri="{FF2B5EF4-FFF2-40B4-BE49-F238E27FC236}">
                        <a16:creationId xmlns:a16="http://schemas.microsoft.com/office/drawing/2014/main" id="{6A6F1442-D0E2-7E37-CBB1-9ABAAB89311C}"/>
                      </a:ext>
                    </a:extLst>
                  </p:cNvPr>
                  <p:cNvSpPr>
                    <a:spLocks noChangeShapeType="1"/>
                  </p:cNvSpPr>
                  <p:nvPr/>
                </p:nvSpPr>
                <p:spPr bwMode="auto">
                  <a:xfrm>
                    <a:off x="2232" y="1425"/>
                    <a:ext cx="1" cy="905"/>
                  </a:xfrm>
                  <a:prstGeom prst="line">
                    <a:avLst/>
                  </a:prstGeom>
                  <a:noFill/>
                  <a:ln w="15875">
                    <a:solidFill>
                      <a:schemeClr val="tx1"/>
                    </a:solidFill>
                    <a:round/>
                    <a:headEnd/>
                    <a:tailEnd/>
                  </a:ln>
                </p:spPr>
                <p:txBody>
                  <a:bodyPr/>
                  <a:lstStyle/>
                  <a:p>
                    <a:endParaRPr lang="en-US"/>
                  </a:p>
                </p:txBody>
              </p:sp>
            </p:grpSp>
            <p:grpSp>
              <p:nvGrpSpPr>
                <p:cNvPr id="34" name="Group 12">
                  <a:extLst>
                    <a:ext uri="{FF2B5EF4-FFF2-40B4-BE49-F238E27FC236}">
                      <a16:creationId xmlns:a16="http://schemas.microsoft.com/office/drawing/2014/main" id="{F77AA335-CDEB-77A1-BEDB-3060052C2AF9}"/>
                    </a:ext>
                  </a:extLst>
                </p:cNvPr>
                <p:cNvGrpSpPr>
                  <a:grpSpLocks/>
                </p:cNvGrpSpPr>
                <p:nvPr/>
              </p:nvGrpSpPr>
              <p:grpSpPr bwMode="auto">
                <a:xfrm>
                  <a:off x="1187872" y="2915394"/>
                  <a:ext cx="1171575" cy="1450975"/>
                  <a:chOff x="946" y="1413"/>
                  <a:chExt cx="738" cy="914"/>
                </a:xfrm>
              </p:grpSpPr>
              <p:sp>
                <p:nvSpPr>
                  <p:cNvPr id="54" name="Rectangle 13">
                    <a:extLst>
                      <a:ext uri="{FF2B5EF4-FFF2-40B4-BE49-F238E27FC236}">
                        <a16:creationId xmlns:a16="http://schemas.microsoft.com/office/drawing/2014/main" id="{BDE0D7E9-0FF2-BCEC-C1FD-43EAD1E7951E}"/>
                      </a:ext>
                    </a:extLst>
                  </p:cNvPr>
                  <p:cNvSpPr>
                    <a:spLocks noChangeArrowheads="1"/>
                  </p:cNvSpPr>
                  <p:nvPr/>
                </p:nvSpPr>
                <p:spPr bwMode="auto">
                  <a:xfrm>
                    <a:off x="946" y="1413"/>
                    <a:ext cx="738" cy="914"/>
                  </a:xfrm>
                  <a:prstGeom prst="rect">
                    <a:avLst/>
                  </a:prstGeom>
                  <a:noFill/>
                  <a:ln w="15875">
                    <a:solidFill>
                      <a:schemeClr val="tx1"/>
                    </a:solidFill>
                    <a:miter lim="800000"/>
                    <a:headEnd/>
                    <a:tailEnd/>
                  </a:ln>
                </p:spPr>
                <p:txBody>
                  <a:bodyPr/>
                  <a:lstStyle/>
                  <a:p>
                    <a:endParaRPr lang="en-US"/>
                  </a:p>
                </p:txBody>
              </p:sp>
              <p:sp>
                <p:nvSpPr>
                  <p:cNvPr id="55" name="Rectangle 14">
                    <a:extLst>
                      <a:ext uri="{FF2B5EF4-FFF2-40B4-BE49-F238E27FC236}">
                        <a16:creationId xmlns:a16="http://schemas.microsoft.com/office/drawing/2014/main" id="{F6AB5F4F-C4A1-C421-FDFD-1194346F3DEC}"/>
                      </a:ext>
                    </a:extLst>
                  </p:cNvPr>
                  <p:cNvSpPr>
                    <a:spLocks noChangeArrowheads="1"/>
                  </p:cNvSpPr>
                  <p:nvPr/>
                </p:nvSpPr>
                <p:spPr bwMode="auto">
                  <a:xfrm>
                    <a:off x="1037" y="1466"/>
                    <a:ext cx="180" cy="194"/>
                  </a:xfrm>
                  <a:prstGeom prst="rect">
                    <a:avLst/>
                  </a:prstGeom>
                  <a:noFill/>
                  <a:ln w="9525">
                    <a:noFill/>
                    <a:miter lim="800000"/>
                    <a:headEnd/>
                    <a:tailEnd/>
                  </a:ln>
                </p:spPr>
                <p:txBody>
                  <a:bodyPr wrap="none" lIns="0" tIns="0" rIns="0" bIns="0">
                    <a:spAutoFit/>
                  </a:bodyPr>
                  <a:lstStyle/>
                  <a:p>
                    <a:pPr algn="l"/>
                    <a:r>
                      <a:rPr lang="en-US" sz="2000" dirty="0">
                        <a:latin typeface="Arial" charset="0"/>
                      </a:rPr>
                      <a:t>a1</a:t>
                    </a:r>
                  </a:p>
                </p:txBody>
              </p:sp>
              <p:sp>
                <p:nvSpPr>
                  <p:cNvPr id="56" name="Rectangle 15">
                    <a:extLst>
                      <a:ext uri="{FF2B5EF4-FFF2-40B4-BE49-F238E27FC236}">
                        <a16:creationId xmlns:a16="http://schemas.microsoft.com/office/drawing/2014/main" id="{0F7491FF-C02B-E30F-3DBE-A21531F13FEB}"/>
                      </a:ext>
                    </a:extLst>
                  </p:cNvPr>
                  <p:cNvSpPr>
                    <a:spLocks noChangeArrowheads="1"/>
                  </p:cNvSpPr>
                  <p:nvPr/>
                </p:nvSpPr>
                <p:spPr bwMode="auto">
                  <a:xfrm>
                    <a:off x="1402" y="1466"/>
                    <a:ext cx="189" cy="194"/>
                  </a:xfrm>
                  <a:prstGeom prst="rect">
                    <a:avLst/>
                  </a:prstGeom>
                  <a:noFill/>
                  <a:ln w="9525">
                    <a:noFill/>
                    <a:miter lim="800000"/>
                    <a:headEnd/>
                    <a:tailEnd/>
                  </a:ln>
                </p:spPr>
                <p:txBody>
                  <a:bodyPr wrap="none" lIns="0" tIns="0" rIns="0" bIns="0">
                    <a:spAutoFit/>
                  </a:bodyPr>
                  <a:lstStyle/>
                  <a:p>
                    <a:pPr algn="l"/>
                    <a:r>
                      <a:rPr lang="en-US" sz="2000" b="1" dirty="0">
                        <a:solidFill>
                          <a:srgbClr val="FF9900"/>
                        </a:solidFill>
                        <a:latin typeface="Arial" charset="0"/>
                      </a:rPr>
                      <a:t>b1</a:t>
                    </a:r>
                  </a:p>
                </p:txBody>
              </p:sp>
              <p:sp>
                <p:nvSpPr>
                  <p:cNvPr id="57" name="Rectangle 16">
                    <a:extLst>
                      <a:ext uri="{FF2B5EF4-FFF2-40B4-BE49-F238E27FC236}">
                        <a16:creationId xmlns:a16="http://schemas.microsoft.com/office/drawing/2014/main" id="{856ABA3E-671A-E538-8116-E240A905BCC2}"/>
                      </a:ext>
                    </a:extLst>
                  </p:cNvPr>
                  <p:cNvSpPr>
                    <a:spLocks noChangeArrowheads="1"/>
                  </p:cNvSpPr>
                  <p:nvPr/>
                </p:nvSpPr>
                <p:spPr bwMode="auto">
                  <a:xfrm>
                    <a:off x="1037" y="1791"/>
                    <a:ext cx="180" cy="194"/>
                  </a:xfrm>
                  <a:prstGeom prst="rect">
                    <a:avLst/>
                  </a:prstGeom>
                  <a:noFill/>
                  <a:ln w="9525">
                    <a:noFill/>
                    <a:miter lim="800000"/>
                    <a:headEnd/>
                    <a:tailEnd/>
                  </a:ln>
                </p:spPr>
                <p:txBody>
                  <a:bodyPr wrap="none" lIns="0" tIns="0" rIns="0" bIns="0">
                    <a:spAutoFit/>
                  </a:bodyPr>
                  <a:lstStyle/>
                  <a:p>
                    <a:pPr algn="l"/>
                    <a:r>
                      <a:rPr lang="en-US" sz="2000" dirty="0">
                        <a:latin typeface="Arial" charset="0"/>
                      </a:rPr>
                      <a:t>a2</a:t>
                    </a:r>
                  </a:p>
                </p:txBody>
              </p:sp>
              <p:sp>
                <p:nvSpPr>
                  <p:cNvPr id="58" name="Rectangle 17">
                    <a:extLst>
                      <a:ext uri="{FF2B5EF4-FFF2-40B4-BE49-F238E27FC236}">
                        <a16:creationId xmlns:a16="http://schemas.microsoft.com/office/drawing/2014/main" id="{3ABBB6F7-F252-B497-FA21-C28102516400}"/>
                      </a:ext>
                    </a:extLst>
                  </p:cNvPr>
                  <p:cNvSpPr>
                    <a:spLocks noChangeArrowheads="1"/>
                  </p:cNvSpPr>
                  <p:nvPr/>
                </p:nvSpPr>
                <p:spPr bwMode="auto">
                  <a:xfrm>
                    <a:off x="1402" y="1791"/>
                    <a:ext cx="189" cy="194"/>
                  </a:xfrm>
                  <a:prstGeom prst="rect">
                    <a:avLst/>
                  </a:prstGeom>
                  <a:noFill/>
                  <a:ln w="9525">
                    <a:noFill/>
                    <a:miter lim="800000"/>
                    <a:headEnd/>
                    <a:tailEnd/>
                  </a:ln>
                </p:spPr>
                <p:txBody>
                  <a:bodyPr wrap="none" lIns="0" tIns="0" rIns="0" bIns="0">
                    <a:spAutoFit/>
                  </a:bodyPr>
                  <a:lstStyle/>
                  <a:p>
                    <a:pPr algn="l"/>
                    <a:r>
                      <a:rPr lang="en-US" sz="2000" b="1" dirty="0">
                        <a:solidFill>
                          <a:srgbClr val="FF9900"/>
                        </a:solidFill>
                        <a:latin typeface="Arial" charset="0"/>
                      </a:rPr>
                      <a:t>b1</a:t>
                    </a:r>
                  </a:p>
                </p:txBody>
              </p:sp>
              <p:sp>
                <p:nvSpPr>
                  <p:cNvPr id="59" name="Rectangle 18">
                    <a:extLst>
                      <a:ext uri="{FF2B5EF4-FFF2-40B4-BE49-F238E27FC236}">
                        <a16:creationId xmlns:a16="http://schemas.microsoft.com/office/drawing/2014/main" id="{98B83987-1DCA-B5E3-A348-75418B650D48}"/>
                      </a:ext>
                    </a:extLst>
                  </p:cNvPr>
                  <p:cNvSpPr>
                    <a:spLocks noChangeArrowheads="1"/>
                  </p:cNvSpPr>
                  <p:nvPr/>
                </p:nvSpPr>
                <p:spPr bwMode="auto">
                  <a:xfrm>
                    <a:off x="1037" y="2123"/>
                    <a:ext cx="180" cy="194"/>
                  </a:xfrm>
                  <a:prstGeom prst="rect">
                    <a:avLst/>
                  </a:prstGeom>
                  <a:noFill/>
                  <a:ln w="9525">
                    <a:noFill/>
                    <a:miter lim="800000"/>
                    <a:headEnd/>
                    <a:tailEnd/>
                  </a:ln>
                </p:spPr>
                <p:txBody>
                  <a:bodyPr wrap="none" lIns="0" tIns="0" rIns="0" bIns="0">
                    <a:spAutoFit/>
                  </a:bodyPr>
                  <a:lstStyle/>
                  <a:p>
                    <a:pPr algn="l"/>
                    <a:r>
                      <a:rPr lang="en-US" sz="2000">
                        <a:latin typeface="Arial" charset="0"/>
                      </a:rPr>
                      <a:t>a3</a:t>
                    </a:r>
                  </a:p>
                </p:txBody>
              </p:sp>
              <p:sp>
                <p:nvSpPr>
                  <p:cNvPr id="60" name="Rectangle 19">
                    <a:extLst>
                      <a:ext uri="{FF2B5EF4-FFF2-40B4-BE49-F238E27FC236}">
                        <a16:creationId xmlns:a16="http://schemas.microsoft.com/office/drawing/2014/main" id="{9938345C-1F96-B240-42C0-70E7ABB12A80}"/>
                      </a:ext>
                    </a:extLst>
                  </p:cNvPr>
                  <p:cNvSpPr>
                    <a:spLocks noChangeArrowheads="1"/>
                  </p:cNvSpPr>
                  <p:nvPr/>
                </p:nvSpPr>
                <p:spPr bwMode="auto">
                  <a:xfrm>
                    <a:off x="1402" y="2123"/>
                    <a:ext cx="180" cy="194"/>
                  </a:xfrm>
                  <a:prstGeom prst="rect">
                    <a:avLst/>
                  </a:prstGeom>
                  <a:noFill/>
                  <a:ln w="9525">
                    <a:noFill/>
                    <a:miter lim="800000"/>
                    <a:headEnd/>
                    <a:tailEnd/>
                  </a:ln>
                </p:spPr>
                <p:txBody>
                  <a:bodyPr wrap="none" lIns="0" tIns="0" rIns="0" bIns="0">
                    <a:spAutoFit/>
                  </a:bodyPr>
                  <a:lstStyle/>
                  <a:p>
                    <a:pPr algn="l"/>
                    <a:r>
                      <a:rPr lang="en-US" sz="2000" dirty="0">
                        <a:solidFill>
                          <a:srgbClr val="FF9900"/>
                        </a:solidFill>
                        <a:latin typeface="Arial" charset="0"/>
                      </a:rPr>
                      <a:t>b2</a:t>
                    </a:r>
                  </a:p>
                </p:txBody>
              </p:sp>
              <p:sp>
                <p:nvSpPr>
                  <p:cNvPr id="61" name="Line 20">
                    <a:extLst>
                      <a:ext uri="{FF2B5EF4-FFF2-40B4-BE49-F238E27FC236}">
                        <a16:creationId xmlns:a16="http://schemas.microsoft.com/office/drawing/2014/main" id="{339A92F3-3EA9-8A40-8600-26E31ADF3B20}"/>
                      </a:ext>
                    </a:extLst>
                  </p:cNvPr>
                  <p:cNvSpPr>
                    <a:spLocks noChangeShapeType="1"/>
                  </p:cNvSpPr>
                  <p:nvPr/>
                </p:nvSpPr>
                <p:spPr bwMode="auto">
                  <a:xfrm>
                    <a:off x="1302" y="1421"/>
                    <a:ext cx="1" cy="904"/>
                  </a:xfrm>
                  <a:prstGeom prst="line">
                    <a:avLst/>
                  </a:prstGeom>
                  <a:noFill/>
                  <a:ln w="15875">
                    <a:solidFill>
                      <a:schemeClr val="tx1"/>
                    </a:solidFill>
                    <a:round/>
                    <a:headEnd/>
                    <a:tailEnd/>
                  </a:ln>
                </p:spPr>
                <p:txBody>
                  <a:bodyPr/>
                  <a:lstStyle/>
                  <a:p>
                    <a:endParaRPr lang="en-US"/>
                  </a:p>
                </p:txBody>
              </p:sp>
            </p:grpSp>
            <p:grpSp>
              <p:nvGrpSpPr>
                <p:cNvPr id="35" name="Group 21">
                  <a:extLst>
                    <a:ext uri="{FF2B5EF4-FFF2-40B4-BE49-F238E27FC236}">
                      <a16:creationId xmlns:a16="http://schemas.microsoft.com/office/drawing/2014/main" id="{EBBE626B-703D-A856-7B1C-5FDCD19D0855}"/>
                    </a:ext>
                  </a:extLst>
                </p:cNvPr>
                <p:cNvGrpSpPr>
                  <a:grpSpLocks/>
                </p:cNvGrpSpPr>
                <p:nvPr/>
              </p:nvGrpSpPr>
              <p:grpSpPr bwMode="auto">
                <a:xfrm>
                  <a:off x="4489871" y="2915394"/>
                  <a:ext cx="1738313" cy="1449388"/>
                  <a:chOff x="3078" y="1418"/>
                  <a:chExt cx="1095" cy="913"/>
                </a:xfrm>
              </p:grpSpPr>
              <p:sp>
                <p:nvSpPr>
                  <p:cNvPr id="42" name="Rectangle 22">
                    <a:extLst>
                      <a:ext uri="{FF2B5EF4-FFF2-40B4-BE49-F238E27FC236}">
                        <a16:creationId xmlns:a16="http://schemas.microsoft.com/office/drawing/2014/main" id="{8CB3BE04-F5C1-C7AF-B72D-B5C0C4F7A527}"/>
                      </a:ext>
                    </a:extLst>
                  </p:cNvPr>
                  <p:cNvSpPr>
                    <a:spLocks noChangeArrowheads="1"/>
                  </p:cNvSpPr>
                  <p:nvPr/>
                </p:nvSpPr>
                <p:spPr bwMode="auto">
                  <a:xfrm>
                    <a:off x="3078" y="1418"/>
                    <a:ext cx="1095" cy="913"/>
                  </a:xfrm>
                  <a:prstGeom prst="rect">
                    <a:avLst/>
                  </a:prstGeom>
                  <a:noFill/>
                  <a:ln w="15875">
                    <a:solidFill>
                      <a:schemeClr val="tx1"/>
                    </a:solidFill>
                    <a:miter lim="800000"/>
                    <a:headEnd/>
                    <a:tailEnd/>
                  </a:ln>
                </p:spPr>
                <p:txBody>
                  <a:bodyPr/>
                  <a:lstStyle/>
                  <a:p>
                    <a:endParaRPr lang="en-US"/>
                  </a:p>
                </p:txBody>
              </p:sp>
              <p:sp>
                <p:nvSpPr>
                  <p:cNvPr id="43" name="Rectangle 23">
                    <a:extLst>
                      <a:ext uri="{FF2B5EF4-FFF2-40B4-BE49-F238E27FC236}">
                        <a16:creationId xmlns:a16="http://schemas.microsoft.com/office/drawing/2014/main" id="{FF123B7E-EDA7-4640-D190-0D6C225A974D}"/>
                      </a:ext>
                    </a:extLst>
                  </p:cNvPr>
                  <p:cNvSpPr>
                    <a:spLocks noChangeArrowheads="1"/>
                  </p:cNvSpPr>
                  <p:nvPr/>
                </p:nvSpPr>
                <p:spPr bwMode="auto">
                  <a:xfrm>
                    <a:off x="3174" y="1469"/>
                    <a:ext cx="180" cy="194"/>
                  </a:xfrm>
                  <a:prstGeom prst="rect">
                    <a:avLst/>
                  </a:prstGeom>
                  <a:noFill/>
                  <a:ln w="9525">
                    <a:noFill/>
                    <a:miter lim="800000"/>
                    <a:headEnd/>
                    <a:tailEnd/>
                  </a:ln>
                </p:spPr>
                <p:txBody>
                  <a:bodyPr wrap="none" lIns="0" tIns="0" rIns="0" bIns="0">
                    <a:spAutoFit/>
                  </a:bodyPr>
                  <a:lstStyle/>
                  <a:p>
                    <a:pPr algn="l"/>
                    <a:r>
                      <a:rPr lang="en-US" sz="2000">
                        <a:latin typeface="Arial" charset="0"/>
                      </a:rPr>
                      <a:t>a1</a:t>
                    </a:r>
                  </a:p>
                </p:txBody>
              </p:sp>
              <p:sp>
                <p:nvSpPr>
                  <p:cNvPr id="44" name="Rectangle 24">
                    <a:extLst>
                      <a:ext uri="{FF2B5EF4-FFF2-40B4-BE49-F238E27FC236}">
                        <a16:creationId xmlns:a16="http://schemas.microsoft.com/office/drawing/2014/main" id="{CC136D77-ABAF-9529-1A6F-440CB3996E97}"/>
                      </a:ext>
                    </a:extLst>
                  </p:cNvPr>
                  <p:cNvSpPr>
                    <a:spLocks noChangeArrowheads="1"/>
                  </p:cNvSpPr>
                  <p:nvPr/>
                </p:nvSpPr>
                <p:spPr bwMode="auto">
                  <a:xfrm>
                    <a:off x="3539" y="1469"/>
                    <a:ext cx="189" cy="194"/>
                  </a:xfrm>
                  <a:prstGeom prst="rect">
                    <a:avLst/>
                  </a:prstGeom>
                  <a:noFill/>
                  <a:ln w="9525">
                    <a:noFill/>
                    <a:miter lim="800000"/>
                    <a:headEnd/>
                    <a:tailEnd/>
                  </a:ln>
                </p:spPr>
                <p:txBody>
                  <a:bodyPr wrap="none" lIns="0" tIns="0" rIns="0" bIns="0">
                    <a:spAutoFit/>
                  </a:bodyPr>
                  <a:lstStyle/>
                  <a:p>
                    <a:pPr algn="l"/>
                    <a:r>
                      <a:rPr lang="en-US" sz="2000" b="1" dirty="0">
                        <a:solidFill>
                          <a:srgbClr val="FF9900"/>
                        </a:solidFill>
                        <a:latin typeface="Arial" charset="0"/>
                      </a:rPr>
                      <a:t>b1</a:t>
                    </a:r>
                  </a:p>
                </p:txBody>
              </p:sp>
              <p:sp>
                <p:nvSpPr>
                  <p:cNvPr id="45" name="Rectangle 25">
                    <a:extLst>
                      <a:ext uri="{FF2B5EF4-FFF2-40B4-BE49-F238E27FC236}">
                        <a16:creationId xmlns:a16="http://schemas.microsoft.com/office/drawing/2014/main" id="{577E5BD6-FB3F-D9CC-51E8-0F341B45C4F4}"/>
                      </a:ext>
                    </a:extLst>
                  </p:cNvPr>
                  <p:cNvSpPr>
                    <a:spLocks noChangeArrowheads="1"/>
                  </p:cNvSpPr>
                  <p:nvPr/>
                </p:nvSpPr>
                <p:spPr bwMode="auto">
                  <a:xfrm>
                    <a:off x="3904" y="1469"/>
                    <a:ext cx="171" cy="194"/>
                  </a:xfrm>
                  <a:prstGeom prst="rect">
                    <a:avLst/>
                  </a:prstGeom>
                  <a:noFill/>
                  <a:ln w="9525">
                    <a:noFill/>
                    <a:miter lim="800000"/>
                    <a:headEnd/>
                    <a:tailEnd/>
                  </a:ln>
                </p:spPr>
                <p:txBody>
                  <a:bodyPr wrap="none" lIns="0" tIns="0" rIns="0" bIns="0">
                    <a:spAutoFit/>
                  </a:bodyPr>
                  <a:lstStyle/>
                  <a:p>
                    <a:pPr algn="l"/>
                    <a:r>
                      <a:rPr lang="en-US" sz="2000">
                        <a:latin typeface="Arial" charset="0"/>
                      </a:rPr>
                      <a:t>c1</a:t>
                    </a:r>
                  </a:p>
                </p:txBody>
              </p:sp>
              <p:sp>
                <p:nvSpPr>
                  <p:cNvPr id="46" name="Rectangle 26">
                    <a:extLst>
                      <a:ext uri="{FF2B5EF4-FFF2-40B4-BE49-F238E27FC236}">
                        <a16:creationId xmlns:a16="http://schemas.microsoft.com/office/drawing/2014/main" id="{3F08DE41-8EF4-30EC-C294-7514680C2BFB}"/>
                      </a:ext>
                    </a:extLst>
                  </p:cNvPr>
                  <p:cNvSpPr>
                    <a:spLocks noChangeArrowheads="1"/>
                  </p:cNvSpPr>
                  <p:nvPr/>
                </p:nvSpPr>
                <p:spPr bwMode="auto">
                  <a:xfrm>
                    <a:off x="3174" y="1796"/>
                    <a:ext cx="180" cy="194"/>
                  </a:xfrm>
                  <a:prstGeom prst="rect">
                    <a:avLst/>
                  </a:prstGeom>
                  <a:noFill/>
                  <a:ln w="9525">
                    <a:noFill/>
                    <a:miter lim="800000"/>
                    <a:headEnd/>
                    <a:tailEnd/>
                  </a:ln>
                </p:spPr>
                <p:txBody>
                  <a:bodyPr wrap="none" lIns="0" tIns="0" rIns="0" bIns="0">
                    <a:spAutoFit/>
                  </a:bodyPr>
                  <a:lstStyle/>
                  <a:p>
                    <a:pPr algn="l"/>
                    <a:r>
                      <a:rPr lang="en-US" sz="2000">
                        <a:latin typeface="Arial" charset="0"/>
                      </a:rPr>
                      <a:t>a2</a:t>
                    </a:r>
                  </a:p>
                </p:txBody>
              </p:sp>
              <p:sp>
                <p:nvSpPr>
                  <p:cNvPr id="47" name="Rectangle 27">
                    <a:extLst>
                      <a:ext uri="{FF2B5EF4-FFF2-40B4-BE49-F238E27FC236}">
                        <a16:creationId xmlns:a16="http://schemas.microsoft.com/office/drawing/2014/main" id="{7DD5905A-5EBA-2A0D-1DFA-6D528C159448}"/>
                      </a:ext>
                    </a:extLst>
                  </p:cNvPr>
                  <p:cNvSpPr>
                    <a:spLocks noChangeArrowheads="1"/>
                  </p:cNvSpPr>
                  <p:nvPr/>
                </p:nvSpPr>
                <p:spPr bwMode="auto">
                  <a:xfrm>
                    <a:off x="3539" y="1796"/>
                    <a:ext cx="189" cy="194"/>
                  </a:xfrm>
                  <a:prstGeom prst="rect">
                    <a:avLst/>
                  </a:prstGeom>
                  <a:noFill/>
                  <a:ln w="9525">
                    <a:noFill/>
                    <a:miter lim="800000"/>
                    <a:headEnd/>
                    <a:tailEnd/>
                  </a:ln>
                </p:spPr>
                <p:txBody>
                  <a:bodyPr wrap="none" lIns="0" tIns="0" rIns="0" bIns="0">
                    <a:spAutoFit/>
                  </a:bodyPr>
                  <a:lstStyle/>
                  <a:p>
                    <a:pPr algn="l"/>
                    <a:r>
                      <a:rPr lang="en-US" sz="2000" b="1" dirty="0">
                        <a:solidFill>
                          <a:srgbClr val="FF9900"/>
                        </a:solidFill>
                        <a:latin typeface="Arial" charset="0"/>
                      </a:rPr>
                      <a:t>b1</a:t>
                    </a:r>
                  </a:p>
                </p:txBody>
              </p:sp>
              <p:sp>
                <p:nvSpPr>
                  <p:cNvPr id="48" name="Rectangle 28">
                    <a:extLst>
                      <a:ext uri="{FF2B5EF4-FFF2-40B4-BE49-F238E27FC236}">
                        <a16:creationId xmlns:a16="http://schemas.microsoft.com/office/drawing/2014/main" id="{7FB5EC8C-5D41-EE16-372F-C2812A8BA93F}"/>
                      </a:ext>
                    </a:extLst>
                  </p:cNvPr>
                  <p:cNvSpPr>
                    <a:spLocks noChangeArrowheads="1"/>
                  </p:cNvSpPr>
                  <p:nvPr/>
                </p:nvSpPr>
                <p:spPr bwMode="auto">
                  <a:xfrm>
                    <a:off x="3904" y="1796"/>
                    <a:ext cx="171" cy="194"/>
                  </a:xfrm>
                  <a:prstGeom prst="rect">
                    <a:avLst/>
                  </a:prstGeom>
                  <a:noFill/>
                  <a:ln w="9525">
                    <a:noFill/>
                    <a:miter lim="800000"/>
                    <a:headEnd/>
                    <a:tailEnd/>
                  </a:ln>
                </p:spPr>
                <p:txBody>
                  <a:bodyPr wrap="none" lIns="0" tIns="0" rIns="0" bIns="0">
                    <a:spAutoFit/>
                  </a:bodyPr>
                  <a:lstStyle/>
                  <a:p>
                    <a:pPr algn="l"/>
                    <a:r>
                      <a:rPr lang="en-US" sz="2000">
                        <a:latin typeface="Arial" charset="0"/>
                      </a:rPr>
                      <a:t>c1</a:t>
                    </a:r>
                  </a:p>
                </p:txBody>
              </p:sp>
              <p:sp>
                <p:nvSpPr>
                  <p:cNvPr id="49" name="Rectangle 29">
                    <a:extLst>
                      <a:ext uri="{FF2B5EF4-FFF2-40B4-BE49-F238E27FC236}">
                        <a16:creationId xmlns:a16="http://schemas.microsoft.com/office/drawing/2014/main" id="{E4093EBF-523A-6C39-ED23-717840EFAC84}"/>
                      </a:ext>
                    </a:extLst>
                  </p:cNvPr>
                  <p:cNvSpPr>
                    <a:spLocks noChangeArrowheads="1"/>
                  </p:cNvSpPr>
                  <p:nvPr/>
                </p:nvSpPr>
                <p:spPr bwMode="auto">
                  <a:xfrm>
                    <a:off x="3174" y="2128"/>
                    <a:ext cx="180" cy="194"/>
                  </a:xfrm>
                  <a:prstGeom prst="rect">
                    <a:avLst/>
                  </a:prstGeom>
                  <a:noFill/>
                  <a:ln w="9525">
                    <a:noFill/>
                    <a:miter lim="800000"/>
                    <a:headEnd/>
                    <a:tailEnd/>
                  </a:ln>
                </p:spPr>
                <p:txBody>
                  <a:bodyPr wrap="none" lIns="0" tIns="0" rIns="0" bIns="0">
                    <a:spAutoFit/>
                  </a:bodyPr>
                  <a:lstStyle/>
                  <a:p>
                    <a:pPr algn="l"/>
                    <a:r>
                      <a:rPr lang="en-US" sz="2000">
                        <a:latin typeface="Arial" charset="0"/>
                      </a:rPr>
                      <a:t>a3</a:t>
                    </a:r>
                  </a:p>
                </p:txBody>
              </p:sp>
              <p:sp>
                <p:nvSpPr>
                  <p:cNvPr id="50" name="Rectangle 30">
                    <a:extLst>
                      <a:ext uri="{FF2B5EF4-FFF2-40B4-BE49-F238E27FC236}">
                        <a16:creationId xmlns:a16="http://schemas.microsoft.com/office/drawing/2014/main" id="{CBE30818-2974-DE7D-26B0-9CE9A0D74D21}"/>
                      </a:ext>
                    </a:extLst>
                  </p:cNvPr>
                  <p:cNvSpPr>
                    <a:spLocks noChangeArrowheads="1"/>
                  </p:cNvSpPr>
                  <p:nvPr/>
                </p:nvSpPr>
                <p:spPr bwMode="auto">
                  <a:xfrm>
                    <a:off x="3539" y="2128"/>
                    <a:ext cx="180" cy="194"/>
                  </a:xfrm>
                  <a:prstGeom prst="rect">
                    <a:avLst/>
                  </a:prstGeom>
                  <a:noFill/>
                  <a:ln w="9525">
                    <a:noFill/>
                    <a:miter lim="800000"/>
                    <a:headEnd/>
                    <a:tailEnd/>
                  </a:ln>
                </p:spPr>
                <p:txBody>
                  <a:bodyPr wrap="none" lIns="0" tIns="0" rIns="0" bIns="0">
                    <a:spAutoFit/>
                  </a:bodyPr>
                  <a:lstStyle/>
                  <a:p>
                    <a:pPr algn="l"/>
                    <a:r>
                      <a:rPr lang="en-US" sz="2000" dirty="0">
                        <a:solidFill>
                          <a:srgbClr val="FF9900"/>
                        </a:solidFill>
                        <a:latin typeface="Arial" charset="0"/>
                      </a:rPr>
                      <a:t>b2</a:t>
                    </a:r>
                  </a:p>
                </p:txBody>
              </p:sp>
              <p:sp>
                <p:nvSpPr>
                  <p:cNvPr id="51" name="Rectangle 31">
                    <a:extLst>
                      <a:ext uri="{FF2B5EF4-FFF2-40B4-BE49-F238E27FC236}">
                        <a16:creationId xmlns:a16="http://schemas.microsoft.com/office/drawing/2014/main" id="{0DC29F21-1298-47D6-4711-0A57A49E9062}"/>
                      </a:ext>
                    </a:extLst>
                  </p:cNvPr>
                  <p:cNvSpPr>
                    <a:spLocks noChangeArrowheads="1"/>
                  </p:cNvSpPr>
                  <p:nvPr/>
                </p:nvSpPr>
                <p:spPr bwMode="auto">
                  <a:xfrm>
                    <a:off x="3904" y="2128"/>
                    <a:ext cx="171" cy="194"/>
                  </a:xfrm>
                  <a:prstGeom prst="rect">
                    <a:avLst/>
                  </a:prstGeom>
                  <a:noFill/>
                  <a:ln w="9525">
                    <a:noFill/>
                    <a:miter lim="800000"/>
                    <a:headEnd/>
                    <a:tailEnd/>
                  </a:ln>
                </p:spPr>
                <p:txBody>
                  <a:bodyPr wrap="none" lIns="0" tIns="0" rIns="0" bIns="0">
                    <a:spAutoFit/>
                  </a:bodyPr>
                  <a:lstStyle/>
                  <a:p>
                    <a:pPr algn="l"/>
                    <a:r>
                      <a:rPr lang="en-US" sz="2000">
                        <a:latin typeface="Arial" charset="0"/>
                      </a:rPr>
                      <a:t>c2</a:t>
                    </a:r>
                  </a:p>
                </p:txBody>
              </p:sp>
              <p:sp>
                <p:nvSpPr>
                  <p:cNvPr id="52" name="Line 32">
                    <a:extLst>
                      <a:ext uri="{FF2B5EF4-FFF2-40B4-BE49-F238E27FC236}">
                        <a16:creationId xmlns:a16="http://schemas.microsoft.com/office/drawing/2014/main" id="{63033E08-FCCF-66C9-12B6-1E7AF32F4FC5}"/>
                      </a:ext>
                    </a:extLst>
                  </p:cNvPr>
                  <p:cNvSpPr>
                    <a:spLocks noChangeShapeType="1"/>
                  </p:cNvSpPr>
                  <p:nvPr/>
                </p:nvSpPr>
                <p:spPr bwMode="auto">
                  <a:xfrm>
                    <a:off x="3435" y="1425"/>
                    <a:ext cx="1" cy="905"/>
                  </a:xfrm>
                  <a:prstGeom prst="line">
                    <a:avLst/>
                  </a:prstGeom>
                  <a:noFill/>
                  <a:ln w="15875">
                    <a:solidFill>
                      <a:schemeClr val="tx1"/>
                    </a:solidFill>
                    <a:round/>
                    <a:headEnd/>
                    <a:tailEnd/>
                  </a:ln>
                </p:spPr>
                <p:txBody>
                  <a:bodyPr/>
                  <a:lstStyle/>
                  <a:p>
                    <a:endParaRPr lang="en-US"/>
                  </a:p>
                </p:txBody>
              </p:sp>
              <p:sp>
                <p:nvSpPr>
                  <p:cNvPr id="53" name="Line 33">
                    <a:extLst>
                      <a:ext uri="{FF2B5EF4-FFF2-40B4-BE49-F238E27FC236}">
                        <a16:creationId xmlns:a16="http://schemas.microsoft.com/office/drawing/2014/main" id="{14D3D8DD-7F64-CDC7-71C8-DD4FBE0AA8A7}"/>
                      </a:ext>
                    </a:extLst>
                  </p:cNvPr>
                  <p:cNvSpPr>
                    <a:spLocks noChangeShapeType="1"/>
                  </p:cNvSpPr>
                  <p:nvPr/>
                </p:nvSpPr>
                <p:spPr bwMode="auto">
                  <a:xfrm>
                    <a:off x="3807" y="1418"/>
                    <a:ext cx="1" cy="905"/>
                  </a:xfrm>
                  <a:prstGeom prst="line">
                    <a:avLst/>
                  </a:prstGeom>
                  <a:noFill/>
                  <a:ln w="15875">
                    <a:solidFill>
                      <a:schemeClr val="tx1"/>
                    </a:solidFill>
                    <a:round/>
                    <a:headEnd/>
                    <a:tailEnd/>
                  </a:ln>
                </p:spPr>
                <p:txBody>
                  <a:bodyPr/>
                  <a:lstStyle/>
                  <a:p>
                    <a:endParaRPr lang="en-US"/>
                  </a:p>
                </p:txBody>
              </p:sp>
            </p:grpSp>
            <p:sp>
              <p:nvSpPr>
                <p:cNvPr id="36" name="Rectangle 55">
                  <a:extLst>
                    <a:ext uri="{FF2B5EF4-FFF2-40B4-BE49-F238E27FC236}">
                      <a16:creationId xmlns:a16="http://schemas.microsoft.com/office/drawing/2014/main" id="{D159BAB7-DC31-3EBB-FF8E-2CFC824F56AB}"/>
                    </a:ext>
                  </a:extLst>
                </p:cNvPr>
                <p:cNvSpPr>
                  <a:spLocks noChangeArrowheads="1"/>
                </p:cNvSpPr>
                <p:nvPr/>
              </p:nvSpPr>
              <p:spPr bwMode="auto">
                <a:xfrm>
                  <a:off x="2030164" y="1772816"/>
                  <a:ext cx="1893887" cy="366713"/>
                </a:xfrm>
                <a:prstGeom prst="rect">
                  <a:avLst/>
                </a:prstGeom>
                <a:noFill/>
                <a:ln w="9525" algn="ctr">
                  <a:noFill/>
                  <a:miter lim="800000"/>
                  <a:headEnd/>
                  <a:tailEnd/>
                </a:ln>
              </p:spPr>
              <p:txBody>
                <a:bodyPr>
                  <a:spAutoFit/>
                </a:bodyPr>
                <a:lstStyle/>
                <a:p>
                  <a:pPr algn="l">
                    <a:spcBef>
                      <a:spcPct val="50000"/>
                    </a:spcBef>
                  </a:pPr>
                  <a:r>
                    <a:rPr lang="en-US" sz="1800" b="1" dirty="0">
                      <a:latin typeface="Arial" charset="0"/>
                    </a:rPr>
                    <a:t>NATURAL JOIN</a:t>
                  </a:r>
                </a:p>
              </p:txBody>
            </p:sp>
            <p:sp>
              <p:nvSpPr>
                <p:cNvPr id="37" name="Line 57">
                  <a:extLst>
                    <a:ext uri="{FF2B5EF4-FFF2-40B4-BE49-F238E27FC236}">
                      <a16:creationId xmlns:a16="http://schemas.microsoft.com/office/drawing/2014/main" id="{174FCAC0-51C1-9F89-A388-ACD3931DFCEA}"/>
                    </a:ext>
                  </a:extLst>
                </p:cNvPr>
                <p:cNvSpPr>
                  <a:spLocks noChangeShapeType="1"/>
                </p:cNvSpPr>
                <p:nvPr/>
              </p:nvSpPr>
              <p:spPr bwMode="auto">
                <a:xfrm flipV="1">
                  <a:off x="1835819" y="2132856"/>
                  <a:ext cx="288925" cy="287337"/>
                </a:xfrm>
                <a:prstGeom prst="line">
                  <a:avLst/>
                </a:prstGeom>
                <a:noFill/>
                <a:ln w="31750">
                  <a:solidFill>
                    <a:schemeClr val="tx1"/>
                  </a:solidFill>
                  <a:round/>
                  <a:headEnd/>
                  <a:tailEnd type="triangle" w="lg" len="lg"/>
                </a:ln>
              </p:spPr>
              <p:txBody>
                <a:bodyPr wrap="none" anchor="ctr"/>
                <a:lstStyle/>
                <a:p>
                  <a:endParaRPr lang="en-US"/>
                </a:p>
              </p:txBody>
            </p:sp>
            <p:sp>
              <p:nvSpPr>
                <p:cNvPr id="38" name="Line 58">
                  <a:extLst>
                    <a:ext uri="{FF2B5EF4-FFF2-40B4-BE49-F238E27FC236}">
                      <a16:creationId xmlns:a16="http://schemas.microsoft.com/office/drawing/2014/main" id="{9A47CFFC-A78B-5AF8-315E-AE1564155E9C}"/>
                    </a:ext>
                  </a:extLst>
                </p:cNvPr>
                <p:cNvSpPr>
                  <a:spLocks noChangeShapeType="1"/>
                </p:cNvSpPr>
                <p:nvPr/>
              </p:nvSpPr>
              <p:spPr bwMode="auto">
                <a:xfrm flipH="1" flipV="1">
                  <a:off x="2987448" y="2132856"/>
                  <a:ext cx="215900" cy="287337"/>
                </a:xfrm>
                <a:prstGeom prst="line">
                  <a:avLst/>
                </a:prstGeom>
                <a:noFill/>
                <a:ln w="31750">
                  <a:solidFill>
                    <a:schemeClr val="tx1"/>
                  </a:solidFill>
                  <a:round/>
                  <a:headEnd/>
                  <a:tailEnd type="triangle" w="lg" len="lg"/>
                </a:ln>
              </p:spPr>
              <p:txBody>
                <a:bodyPr wrap="none" anchor="ctr"/>
                <a:lstStyle/>
                <a:p>
                  <a:endParaRPr lang="en-US"/>
                </a:p>
              </p:txBody>
            </p:sp>
            <p:sp>
              <p:nvSpPr>
                <p:cNvPr id="39" name="Line 59">
                  <a:extLst>
                    <a:ext uri="{FF2B5EF4-FFF2-40B4-BE49-F238E27FC236}">
                      <a16:creationId xmlns:a16="http://schemas.microsoft.com/office/drawing/2014/main" id="{DB56C19F-613C-0B0A-A1D1-3BBFB200B094}"/>
                    </a:ext>
                  </a:extLst>
                </p:cNvPr>
                <p:cNvSpPr>
                  <a:spLocks noChangeShapeType="1"/>
                </p:cNvSpPr>
                <p:nvPr/>
              </p:nvSpPr>
              <p:spPr bwMode="auto">
                <a:xfrm>
                  <a:off x="3924050" y="2094855"/>
                  <a:ext cx="861095" cy="244822"/>
                </a:xfrm>
                <a:prstGeom prst="line">
                  <a:avLst/>
                </a:prstGeom>
                <a:noFill/>
                <a:ln w="31750">
                  <a:solidFill>
                    <a:schemeClr val="tx1"/>
                  </a:solidFill>
                  <a:round/>
                  <a:headEnd/>
                  <a:tailEnd type="triangle" w="lg" len="lg"/>
                </a:ln>
              </p:spPr>
              <p:txBody>
                <a:bodyPr wrap="none" anchor="ctr"/>
                <a:lstStyle/>
                <a:p>
                  <a:endParaRPr lang="en-US"/>
                </a:p>
              </p:txBody>
            </p:sp>
            <p:sp>
              <p:nvSpPr>
                <p:cNvPr id="40" name="TextBox 39">
                  <a:extLst>
                    <a:ext uri="{FF2B5EF4-FFF2-40B4-BE49-F238E27FC236}">
                      <a16:creationId xmlns:a16="http://schemas.microsoft.com/office/drawing/2014/main" id="{17C15EFD-F05D-3BB9-03B4-FC4FAAEB5CC3}"/>
                    </a:ext>
                  </a:extLst>
                </p:cNvPr>
                <p:cNvSpPr txBox="1"/>
                <p:nvPr/>
              </p:nvSpPr>
              <p:spPr>
                <a:xfrm>
                  <a:off x="1571797" y="4355257"/>
                  <a:ext cx="350838" cy="369887"/>
                </a:xfrm>
                <a:prstGeom prst="rect">
                  <a:avLst/>
                </a:prstGeom>
                <a:noFill/>
              </p:spPr>
              <p:txBody>
                <a:bodyPr wrap="none">
                  <a:spAutoFit/>
                </a:bodyPr>
                <a:lstStyle/>
                <a:p>
                  <a:pPr>
                    <a:defRPr/>
                  </a:pPr>
                  <a:r>
                    <a:rPr lang="en-GB" sz="1800" b="1" dirty="0">
                      <a:latin typeface="+mn-lt"/>
                    </a:rPr>
                    <a:t>P</a:t>
                  </a:r>
                </a:p>
              </p:txBody>
            </p:sp>
            <p:sp>
              <p:nvSpPr>
                <p:cNvPr id="41" name="TextBox 40">
                  <a:extLst>
                    <a:ext uri="{FF2B5EF4-FFF2-40B4-BE49-F238E27FC236}">
                      <a16:creationId xmlns:a16="http://schemas.microsoft.com/office/drawing/2014/main" id="{35D052A6-A8D4-076A-74B2-E9E0E2204FEE}"/>
                    </a:ext>
                  </a:extLst>
                </p:cNvPr>
                <p:cNvSpPr txBox="1"/>
                <p:nvPr/>
              </p:nvSpPr>
              <p:spPr>
                <a:xfrm>
                  <a:off x="3000148" y="4355257"/>
                  <a:ext cx="363537" cy="369887"/>
                </a:xfrm>
                <a:prstGeom prst="rect">
                  <a:avLst/>
                </a:prstGeom>
                <a:noFill/>
              </p:spPr>
              <p:txBody>
                <a:bodyPr wrap="none">
                  <a:spAutoFit/>
                </a:bodyPr>
                <a:lstStyle/>
                <a:p>
                  <a:pPr>
                    <a:defRPr/>
                  </a:pPr>
                  <a:r>
                    <a:rPr lang="en-GB" sz="1800" b="1" dirty="0">
                      <a:latin typeface="+mn-lt"/>
                    </a:rPr>
                    <a:t>Q</a:t>
                  </a:r>
                </a:p>
              </p:txBody>
            </p:sp>
          </p:grpSp>
          <p:sp>
            <p:nvSpPr>
              <p:cNvPr id="26" name="Rectangle 14">
                <a:extLst>
                  <a:ext uri="{FF2B5EF4-FFF2-40B4-BE49-F238E27FC236}">
                    <a16:creationId xmlns:a16="http://schemas.microsoft.com/office/drawing/2014/main" id="{607E6286-9789-B19C-1FEC-592A9626B915}"/>
                  </a:ext>
                </a:extLst>
              </p:cNvPr>
              <p:cNvSpPr>
                <a:spLocks noChangeArrowheads="1"/>
              </p:cNvSpPr>
              <p:nvPr/>
            </p:nvSpPr>
            <p:spPr bwMode="auto">
              <a:xfrm>
                <a:off x="3779912" y="4273351"/>
                <a:ext cx="142668" cy="307777"/>
              </a:xfrm>
              <a:prstGeom prst="rect">
                <a:avLst/>
              </a:prstGeom>
              <a:noFill/>
              <a:ln w="9525">
                <a:noFill/>
                <a:miter lim="800000"/>
                <a:headEnd/>
                <a:tailEnd/>
              </a:ln>
            </p:spPr>
            <p:txBody>
              <a:bodyPr wrap="none" lIns="0" tIns="0" rIns="0" bIns="0">
                <a:spAutoFit/>
              </a:bodyPr>
              <a:lstStyle/>
              <a:p>
                <a:pPr algn="l"/>
                <a:r>
                  <a:rPr lang="en-US" sz="2000" dirty="0">
                    <a:latin typeface="Arial" charset="0"/>
                  </a:rPr>
                  <a:t>a</a:t>
                </a:r>
              </a:p>
            </p:txBody>
          </p:sp>
          <p:sp>
            <p:nvSpPr>
              <p:cNvPr id="27" name="Rectangle 14">
                <a:extLst>
                  <a:ext uri="{FF2B5EF4-FFF2-40B4-BE49-F238E27FC236}">
                    <a16:creationId xmlns:a16="http://schemas.microsoft.com/office/drawing/2014/main" id="{DA1461E8-2B62-D817-69D1-1A77CFC1A887}"/>
                  </a:ext>
                </a:extLst>
              </p:cNvPr>
              <p:cNvSpPr>
                <a:spLocks noChangeArrowheads="1"/>
              </p:cNvSpPr>
              <p:nvPr/>
            </p:nvSpPr>
            <p:spPr bwMode="auto">
              <a:xfrm>
                <a:off x="4357324" y="4273351"/>
                <a:ext cx="142668" cy="307777"/>
              </a:xfrm>
              <a:prstGeom prst="rect">
                <a:avLst/>
              </a:prstGeom>
              <a:noFill/>
              <a:ln w="9525">
                <a:noFill/>
                <a:miter lim="800000"/>
                <a:headEnd/>
                <a:tailEnd/>
              </a:ln>
            </p:spPr>
            <p:txBody>
              <a:bodyPr wrap="none" lIns="0" tIns="0" rIns="0" bIns="0">
                <a:spAutoFit/>
              </a:bodyPr>
              <a:lstStyle/>
              <a:p>
                <a:pPr algn="l"/>
                <a:r>
                  <a:rPr lang="en-US" sz="2000" dirty="0">
                    <a:latin typeface="Arial" charset="0"/>
                  </a:rPr>
                  <a:t>b</a:t>
                </a:r>
              </a:p>
            </p:txBody>
          </p:sp>
          <p:sp>
            <p:nvSpPr>
              <p:cNvPr id="28" name="Rectangle 14">
                <a:extLst>
                  <a:ext uri="{FF2B5EF4-FFF2-40B4-BE49-F238E27FC236}">
                    <a16:creationId xmlns:a16="http://schemas.microsoft.com/office/drawing/2014/main" id="{ACAA86DB-B648-C1B1-FDBF-B95726082F88}"/>
                  </a:ext>
                </a:extLst>
              </p:cNvPr>
              <p:cNvSpPr>
                <a:spLocks noChangeArrowheads="1"/>
              </p:cNvSpPr>
              <p:nvPr/>
            </p:nvSpPr>
            <p:spPr bwMode="auto">
              <a:xfrm>
                <a:off x="5215478" y="4278560"/>
                <a:ext cx="142668" cy="307777"/>
              </a:xfrm>
              <a:prstGeom prst="rect">
                <a:avLst/>
              </a:prstGeom>
              <a:noFill/>
              <a:ln w="9525">
                <a:noFill/>
                <a:miter lim="800000"/>
                <a:headEnd/>
                <a:tailEnd/>
              </a:ln>
            </p:spPr>
            <p:txBody>
              <a:bodyPr wrap="none" lIns="0" tIns="0" rIns="0" bIns="0">
                <a:spAutoFit/>
              </a:bodyPr>
              <a:lstStyle/>
              <a:p>
                <a:pPr algn="l"/>
                <a:r>
                  <a:rPr lang="en-US" sz="2000" dirty="0">
                    <a:latin typeface="Arial" charset="0"/>
                  </a:rPr>
                  <a:t>b</a:t>
                </a:r>
              </a:p>
            </p:txBody>
          </p:sp>
          <p:sp>
            <p:nvSpPr>
              <p:cNvPr id="29" name="Rectangle 14">
                <a:extLst>
                  <a:ext uri="{FF2B5EF4-FFF2-40B4-BE49-F238E27FC236}">
                    <a16:creationId xmlns:a16="http://schemas.microsoft.com/office/drawing/2014/main" id="{04A7070C-A60C-E895-1C57-04FF1D2CB868}"/>
                  </a:ext>
                </a:extLst>
              </p:cNvPr>
              <p:cNvSpPr>
                <a:spLocks noChangeArrowheads="1"/>
              </p:cNvSpPr>
              <p:nvPr/>
            </p:nvSpPr>
            <p:spPr bwMode="auto">
              <a:xfrm>
                <a:off x="5806461" y="4278559"/>
                <a:ext cx="128240" cy="307777"/>
              </a:xfrm>
              <a:prstGeom prst="rect">
                <a:avLst/>
              </a:prstGeom>
              <a:noFill/>
              <a:ln w="9525">
                <a:noFill/>
                <a:miter lim="800000"/>
                <a:headEnd/>
                <a:tailEnd/>
              </a:ln>
            </p:spPr>
            <p:txBody>
              <a:bodyPr wrap="none" lIns="0" tIns="0" rIns="0" bIns="0">
                <a:spAutoFit/>
              </a:bodyPr>
              <a:lstStyle/>
              <a:p>
                <a:pPr algn="l"/>
                <a:r>
                  <a:rPr lang="en-US" sz="2000" dirty="0">
                    <a:latin typeface="Arial" charset="0"/>
                  </a:rPr>
                  <a:t>c</a:t>
                </a:r>
              </a:p>
            </p:txBody>
          </p:sp>
          <p:sp>
            <p:nvSpPr>
              <p:cNvPr id="30" name="Rectangle 14">
                <a:extLst>
                  <a:ext uri="{FF2B5EF4-FFF2-40B4-BE49-F238E27FC236}">
                    <a16:creationId xmlns:a16="http://schemas.microsoft.com/office/drawing/2014/main" id="{EC18EC10-76B2-6B02-0912-9B6F0D652351}"/>
                  </a:ext>
                </a:extLst>
              </p:cNvPr>
              <p:cNvSpPr>
                <a:spLocks noChangeArrowheads="1"/>
              </p:cNvSpPr>
              <p:nvPr/>
            </p:nvSpPr>
            <p:spPr bwMode="auto">
              <a:xfrm>
                <a:off x="7081295" y="4273351"/>
                <a:ext cx="142668" cy="307777"/>
              </a:xfrm>
              <a:prstGeom prst="rect">
                <a:avLst/>
              </a:prstGeom>
              <a:noFill/>
              <a:ln w="9525">
                <a:noFill/>
                <a:miter lim="800000"/>
                <a:headEnd/>
                <a:tailEnd/>
              </a:ln>
            </p:spPr>
            <p:txBody>
              <a:bodyPr wrap="none" lIns="0" tIns="0" rIns="0" bIns="0">
                <a:spAutoFit/>
              </a:bodyPr>
              <a:lstStyle/>
              <a:p>
                <a:pPr algn="l"/>
                <a:r>
                  <a:rPr lang="en-US" sz="2000" dirty="0">
                    <a:latin typeface="Arial" charset="0"/>
                  </a:rPr>
                  <a:t>a</a:t>
                </a:r>
              </a:p>
            </p:txBody>
          </p:sp>
          <p:sp>
            <p:nvSpPr>
              <p:cNvPr id="31" name="Rectangle 14">
                <a:extLst>
                  <a:ext uri="{FF2B5EF4-FFF2-40B4-BE49-F238E27FC236}">
                    <a16:creationId xmlns:a16="http://schemas.microsoft.com/office/drawing/2014/main" id="{E841894E-1E60-394E-58A5-ADB1CB773B48}"/>
                  </a:ext>
                </a:extLst>
              </p:cNvPr>
              <p:cNvSpPr>
                <a:spLocks noChangeArrowheads="1"/>
              </p:cNvSpPr>
              <p:nvPr/>
            </p:nvSpPr>
            <p:spPr bwMode="auto">
              <a:xfrm>
                <a:off x="7668344" y="4278560"/>
                <a:ext cx="142668" cy="307777"/>
              </a:xfrm>
              <a:prstGeom prst="rect">
                <a:avLst/>
              </a:prstGeom>
              <a:noFill/>
              <a:ln w="9525">
                <a:noFill/>
                <a:miter lim="800000"/>
                <a:headEnd/>
                <a:tailEnd/>
              </a:ln>
            </p:spPr>
            <p:txBody>
              <a:bodyPr wrap="none" lIns="0" tIns="0" rIns="0" bIns="0">
                <a:spAutoFit/>
              </a:bodyPr>
              <a:lstStyle/>
              <a:p>
                <a:pPr algn="l"/>
                <a:r>
                  <a:rPr lang="en-US" sz="2000" dirty="0">
                    <a:latin typeface="Arial" charset="0"/>
                  </a:rPr>
                  <a:t>b</a:t>
                </a:r>
              </a:p>
            </p:txBody>
          </p:sp>
          <p:sp>
            <p:nvSpPr>
              <p:cNvPr id="32" name="Rectangle 14">
                <a:extLst>
                  <a:ext uri="{FF2B5EF4-FFF2-40B4-BE49-F238E27FC236}">
                    <a16:creationId xmlns:a16="http://schemas.microsoft.com/office/drawing/2014/main" id="{350F07D6-F090-5F82-94CF-89DB691DD291}"/>
                  </a:ext>
                </a:extLst>
              </p:cNvPr>
              <p:cNvSpPr>
                <a:spLocks noChangeArrowheads="1"/>
              </p:cNvSpPr>
              <p:nvPr/>
            </p:nvSpPr>
            <p:spPr bwMode="auto">
              <a:xfrm>
                <a:off x="8259327" y="4278559"/>
                <a:ext cx="128240" cy="307777"/>
              </a:xfrm>
              <a:prstGeom prst="rect">
                <a:avLst/>
              </a:prstGeom>
              <a:noFill/>
              <a:ln w="9525">
                <a:noFill/>
                <a:miter lim="800000"/>
                <a:headEnd/>
                <a:tailEnd/>
              </a:ln>
            </p:spPr>
            <p:txBody>
              <a:bodyPr wrap="none" lIns="0" tIns="0" rIns="0" bIns="0">
                <a:spAutoFit/>
              </a:bodyPr>
              <a:lstStyle/>
              <a:p>
                <a:pPr algn="l"/>
                <a:r>
                  <a:rPr lang="en-US" sz="2000" dirty="0">
                    <a:latin typeface="Arial" charset="0"/>
                  </a:rPr>
                  <a:t>c</a:t>
                </a:r>
              </a:p>
            </p:txBody>
          </p:sp>
        </p:grpSp>
        <p:cxnSp>
          <p:nvCxnSpPr>
            <p:cNvPr id="70" name="Straight Connector 69">
              <a:extLst>
                <a:ext uri="{FF2B5EF4-FFF2-40B4-BE49-F238E27FC236}">
                  <a16:creationId xmlns:a16="http://schemas.microsoft.com/office/drawing/2014/main" id="{0061EDC1-7C40-E066-A8C7-10E12F4A86F3}"/>
                </a:ext>
              </a:extLst>
            </p:cNvPr>
            <p:cNvCxnSpPr>
              <a:stCxn id="56" idx="3"/>
              <a:endCxn id="63" idx="1"/>
            </p:cNvCxnSpPr>
            <p:nvPr/>
          </p:nvCxnSpPr>
          <p:spPr>
            <a:xfrm flipV="1">
              <a:off x="6965391" y="4189798"/>
              <a:ext cx="574675" cy="3175"/>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9F331B43-7E14-56B7-D1F1-D5D52F08AD57}"/>
                </a:ext>
              </a:extLst>
            </p:cNvPr>
            <p:cNvCxnSpPr>
              <a:stCxn id="58" idx="3"/>
              <a:endCxn id="63" idx="1"/>
            </p:cNvCxnSpPr>
            <p:nvPr/>
          </p:nvCxnSpPr>
          <p:spPr>
            <a:xfrm flipV="1">
              <a:off x="6965391" y="4189798"/>
              <a:ext cx="574675" cy="519112"/>
            </a:xfrm>
            <a:prstGeom prst="line">
              <a:avLst/>
            </a:prstGeom>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778D5F39-AF13-A5A5-A47D-B2EC37F8ED16}"/>
                </a:ext>
              </a:extLst>
            </p:cNvPr>
            <p:cNvCxnSpPr>
              <a:stCxn id="60" idx="3"/>
              <a:endCxn id="65" idx="1"/>
            </p:cNvCxnSpPr>
            <p:nvPr/>
          </p:nvCxnSpPr>
          <p:spPr>
            <a:xfrm flipV="1">
              <a:off x="6951103" y="4708910"/>
              <a:ext cx="588963" cy="527050"/>
            </a:xfrm>
            <a:prstGeom prst="line">
              <a:avLst/>
            </a:prstGeom>
          </p:spPr>
          <p:style>
            <a:lnRef idx="1">
              <a:schemeClr val="dk1"/>
            </a:lnRef>
            <a:fillRef idx="0">
              <a:schemeClr val="dk1"/>
            </a:fillRef>
            <a:effectRef idx="0">
              <a:schemeClr val="dk1"/>
            </a:effectRef>
            <a:fontRef idx="minor">
              <a:schemeClr val="tx1"/>
            </a:fontRef>
          </p:style>
        </p:cxnSp>
      </p:grpSp>
      <p:sp>
        <p:nvSpPr>
          <p:cNvPr id="71" name="TextBox 70">
            <a:extLst>
              <a:ext uri="{FF2B5EF4-FFF2-40B4-BE49-F238E27FC236}">
                <a16:creationId xmlns:a16="http://schemas.microsoft.com/office/drawing/2014/main" id="{AEBB598D-9FFF-F48F-BD42-66E1ECC31C95}"/>
              </a:ext>
            </a:extLst>
          </p:cNvPr>
          <p:cNvSpPr txBox="1"/>
          <p:nvPr/>
        </p:nvSpPr>
        <p:spPr>
          <a:xfrm rot="20996707">
            <a:off x="8838550" y="552817"/>
            <a:ext cx="2812980" cy="923330"/>
          </a:xfrm>
          <a:prstGeom prst="rect">
            <a:avLst/>
          </a:prstGeom>
          <a:solidFill>
            <a:srgbClr val="003882"/>
          </a:solidFill>
        </p:spPr>
        <p:txBody>
          <a:bodyPr wrap="square" rtlCol="0">
            <a:spAutoFit/>
          </a:bodyPr>
          <a:lstStyle/>
          <a:p>
            <a:r>
              <a:rPr lang="en-GB" dirty="0">
                <a:solidFill>
                  <a:schemeClr val="bg1"/>
                </a:solidFill>
              </a:rPr>
              <a:t>Numbers just for simplicity, other domains (e.g. names, address) work the same</a:t>
            </a:r>
          </a:p>
        </p:txBody>
      </p:sp>
    </p:spTree>
    <p:extLst>
      <p:ext uri="{BB962C8B-B14F-4D97-AF65-F5344CB8AC3E}">
        <p14:creationId xmlns:p14="http://schemas.microsoft.com/office/powerpoint/2010/main" val="3006021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56</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Joins</a:t>
            </a:r>
          </a:p>
        </p:txBody>
      </p:sp>
      <p:pic>
        <p:nvPicPr>
          <p:cNvPr id="6" name="Picture 5" descr="Diagram">
            <a:extLst>
              <a:ext uri="{FF2B5EF4-FFF2-40B4-BE49-F238E27FC236}">
                <a16:creationId xmlns:a16="http://schemas.microsoft.com/office/drawing/2014/main" id="{BFD75832-AC37-26A8-DF95-28035274519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073924" y="1570673"/>
            <a:ext cx="6464497" cy="1974960"/>
          </a:xfrm>
          <a:prstGeom prst="rect">
            <a:avLst/>
          </a:prstGeom>
        </p:spPr>
      </p:pic>
      <p:sp>
        <p:nvSpPr>
          <p:cNvPr id="7" name="TextBox 6">
            <a:extLst>
              <a:ext uri="{FF2B5EF4-FFF2-40B4-BE49-F238E27FC236}">
                <a16:creationId xmlns:a16="http://schemas.microsoft.com/office/drawing/2014/main" id="{B23AFFD1-60FB-4652-6621-995874F86E84}"/>
              </a:ext>
            </a:extLst>
          </p:cNvPr>
          <p:cNvSpPr txBox="1"/>
          <p:nvPr/>
        </p:nvSpPr>
        <p:spPr>
          <a:xfrm>
            <a:off x="457199" y="1698354"/>
            <a:ext cx="4366260" cy="3970318"/>
          </a:xfrm>
          <a:prstGeom prst="rect">
            <a:avLst/>
          </a:prstGeom>
          <a:noFill/>
        </p:spPr>
        <p:txBody>
          <a:bodyPr wrap="square">
            <a:spAutoFit/>
          </a:bodyPr>
          <a:lstStyle/>
          <a:p>
            <a:pPr lvl="1"/>
            <a:endParaRPr lang="en-US" sz="2800" dirty="0"/>
          </a:p>
          <a:p>
            <a:pPr lvl="1"/>
            <a:r>
              <a:rPr lang="en-US" sz="2800" dirty="0"/>
              <a:t>We will be looking at:</a:t>
            </a:r>
          </a:p>
          <a:p>
            <a:pPr marL="914400" lvl="1" indent="-457200">
              <a:buFont typeface="Arial" panose="020B0604020202020204" pitchFamily="34" charset="0"/>
              <a:buChar char="•"/>
            </a:pPr>
            <a:r>
              <a:rPr lang="en-US" sz="2800" dirty="0" err="1"/>
              <a:t>Equi</a:t>
            </a:r>
            <a:r>
              <a:rPr lang="en-US" sz="2800" dirty="0"/>
              <a:t>-Join</a:t>
            </a:r>
          </a:p>
          <a:p>
            <a:pPr marL="914400" lvl="1" indent="-457200">
              <a:buFont typeface="Arial" panose="020B0604020202020204" pitchFamily="34" charset="0"/>
              <a:buChar char="•"/>
            </a:pPr>
            <a:r>
              <a:rPr lang="en-US" sz="2800" dirty="0"/>
              <a:t>Natural join</a:t>
            </a:r>
          </a:p>
          <a:p>
            <a:pPr marL="914400" lvl="1" indent="-457200">
              <a:buFont typeface="Arial" panose="020B0604020202020204" pitchFamily="34" charset="0"/>
              <a:buChar char="•"/>
            </a:pPr>
            <a:r>
              <a:rPr lang="en-US" sz="2800" dirty="0"/>
              <a:t>Outer Join</a:t>
            </a:r>
          </a:p>
          <a:p>
            <a:pPr marL="1371600" lvl="2" indent="-457200">
              <a:buFont typeface="Arial" panose="020B0604020202020204" pitchFamily="34" charset="0"/>
              <a:buChar char="•"/>
            </a:pPr>
            <a:r>
              <a:rPr lang="en-US" sz="2800" dirty="0"/>
              <a:t>Left Outer Join</a:t>
            </a:r>
          </a:p>
          <a:p>
            <a:pPr marL="1371600" lvl="2" indent="-457200">
              <a:buFont typeface="Arial" panose="020B0604020202020204" pitchFamily="34" charset="0"/>
              <a:buChar char="•"/>
            </a:pPr>
            <a:r>
              <a:rPr lang="en-US" sz="2800" dirty="0"/>
              <a:t>Right Outer Join</a:t>
            </a:r>
          </a:p>
          <a:p>
            <a:pPr marL="1371600" lvl="2" indent="-457200">
              <a:buFont typeface="Arial" panose="020B0604020202020204" pitchFamily="34" charset="0"/>
              <a:buChar char="•"/>
            </a:pPr>
            <a:r>
              <a:rPr lang="en-US" sz="2800" dirty="0"/>
              <a:t>Full Outer Join</a:t>
            </a:r>
          </a:p>
          <a:p>
            <a:pPr marL="914400" lvl="1" indent="-457200">
              <a:buFont typeface="Arial" panose="020B0604020202020204" pitchFamily="34" charset="0"/>
              <a:buChar char="•"/>
            </a:pPr>
            <a:endParaRPr lang="en-US" sz="2800" dirty="0"/>
          </a:p>
        </p:txBody>
      </p:sp>
      <p:sp>
        <p:nvSpPr>
          <p:cNvPr id="3" name="Rectangle 2" descr="Cover">
            <a:extLst>
              <a:ext uri="{FF2B5EF4-FFF2-40B4-BE49-F238E27FC236}">
                <a16:creationId xmlns:a16="http://schemas.microsoft.com/office/drawing/2014/main" id="{EC2A37A7-542C-56AD-C2F3-AACECDFA2A02}"/>
              </a:ext>
            </a:extLst>
          </p:cNvPr>
          <p:cNvSpPr/>
          <p:nvPr/>
        </p:nvSpPr>
        <p:spPr>
          <a:xfrm>
            <a:off x="8606131" y="3072809"/>
            <a:ext cx="1084521" cy="712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000847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57</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Join operation(1)</a:t>
            </a:r>
          </a:p>
        </p:txBody>
      </p:sp>
      <p:sp>
        <p:nvSpPr>
          <p:cNvPr id="7" name="Content Placeholder 2">
            <a:extLst>
              <a:ext uri="{FF2B5EF4-FFF2-40B4-BE49-F238E27FC236}">
                <a16:creationId xmlns:a16="http://schemas.microsoft.com/office/drawing/2014/main" id="{4B23CF7B-A67B-8847-4FBB-95A4AEB15F11}"/>
              </a:ext>
            </a:extLst>
          </p:cNvPr>
          <p:cNvSpPr txBox="1">
            <a:spLocks/>
          </p:cNvSpPr>
          <p:nvPr/>
        </p:nvSpPr>
        <p:spPr>
          <a:xfrm>
            <a:off x="457199" y="1260461"/>
            <a:ext cx="9349740" cy="535719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solidFill>
                  <a:srgbClr val="CC3300"/>
                </a:solidFill>
                <a:sym typeface="WP MathA" pitchFamily="2" charset="2"/>
              </a:rPr>
              <a:t> </a:t>
            </a:r>
            <a:r>
              <a:rPr lang="en-US" sz="2800" dirty="0">
                <a:solidFill>
                  <a:srgbClr val="CC3300"/>
                </a:solidFill>
                <a:sym typeface="WP MathA" pitchFamily="2" charset="2"/>
              </a:rPr>
              <a:t>Join                                        </a:t>
            </a:r>
            <a:r>
              <a:rPr lang="en-US" sz="2800" dirty="0">
                <a:sym typeface="WP MathA" pitchFamily="2" charset="2"/>
              </a:rPr>
              <a:t>symbol to use</a:t>
            </a:r>
            <a:endParaRPr lang="en-US" sz="2800" dirty="0">
              <a:solidFill>
                <a:srgbClr val="996633"/>
              </a:solidFill>
              <a:sym typeface="Symbol" pitchFamily="18" charset="2"/>
            </a:endParaRPr>
          </a:p>
          <a:p>
            <a:r>
              <a:rPr lang="en-US" sz="2800" dirty="0">
                <a:sym typeface="WP MathA" pitchFamily="2" charset="2"/>
              </a:rPr>
              <a:t>Combines two tables to form a new one</a:t>
            </a:r>
          </a:p>
          <a:p>
            <a:r>
              <a:rPr lang="en-US" sz="2800" dirty="0">
                <a:sym typeface="WP MathA" pitchFamily="2" charset="2"/>
              </a:rPr>
              <a:t>e.g. 	TU  </a:t>
            </a:r>
            <a:r>
              <a:rPr lang="en-US" sz="2800" dirty="0">
                <a:sym typeface="Symbol" pitchFamily="18" charset="2"/>
              </a:rPr>
              <a:t>  T</a:t>
            </a:r>
            <a:r>
              <a:rPr lang="en-US" sz="2800" dirty="0">
                <a:solidFill>
                  <a:srgbClr val="996633"/>
                </a:solidFill>
                <a:sym typeface="Symbol" pitchFamily="18" charset="2"/>
              </a:rPr>
              <a:t>             </a:t>
            </a:r>
            <a:r>
              <a:rPr lang="en-US" sz="2800" dirty="0">
                <a:sym typeface="Symbol" pitchFamily="18" charset="2"/>
              </a:rPr>
              <a:t>U</a:t>
            </a:r>
          </a:p>
          <a:p>
            <a:pPr lvl="1"/>
            <a:r>
              <a:rPr lang="en-US" sz="2800" dirty="0">
                <a:sym typeface="WP MathA" pitchFamily="2" charset="2"/>
              </a:rPr>
              <a:t>Is a derivative of Cartesian product where all elements satisfy the condition </a:t>
            </a:r>
            <a:r>
              <a:rPr lang="en-US" sz="2800" i="1" dirty="0">
                <a:sym typeface="WP MathA" pitchFamily="2" charset="2"/>
              </a:rPr>
              <a:t>p</a:t>
            </a:r>
          </a:p>
          <a:p>
            <a:pPr lvl="1"/>
            <a:r>
              <a:rPr lang="en-US" sz="2800" dirty="0">
                <a:sym typeface="WP MathA" pitchFamily="2" charset="2"/>
              </a:rPr>
              <a:t>Very important/useful relational operation</a:t>
            </a:r>
          </a:p>
          <a:p>
            <a:pPr lvl="1"/>
            <a:r>
              <a:rPr lang="en-US" sz="2800" dirty="0">
                <a:sym typeface="WP MathA" pitchFamily="2" charset="2"/>
              </a:rPr>
              <a:t>The columns involved in a join </a:t>
            </a:r>
            <a:r>
              <a:rPr lang="en-US" sz="2800" b="1" dirty="0">
                <a:sym typeface="WP MathA" pitchFamily="2" charset="2"/>
              </a:rPr>
              <a:t>condition </a:t>
            </a:r>
            <a:r>
              <a:rPr lang="en-US" sz="2800" b="1" i="1" dirty="0">
                <a:sym typeface="WP MathA" pitchFamily="2" charset="2"/>
              </a:rPr>
              <a:t>p</a:t>
            </a:r>
            <a:r>
              <a:rPr lang="en-US" sz="2800" b="1" dirty="0">
                <a:sym typeface="WP MathA" pitchFamily="2" charset="2"/>
              </a:rPr>
              <a:t> must have the same domain</a:t>
            </a:r>
          </a:p>
          <a:p>
            <a:r>
              <a:rPr lang="en-US" sz="2800" dirty="0">
                <a:sym typeface="WP MathA" pitchFamily="2" charset="2"/>
              </a:rPr>
              <a:t>Alternatively,</a:t>
            </a:r>
          </a:p>
          <a:p>
            <a:pPr>
              <a:spcBef>
                <a:spcPts val="600"/>
              </a:spcBef>
              <a:buFont typeface="Calibri" panose="020F0502020204030204" pitchFamily="34" charset="0"/>
              <a:buNone/>
            </a:pPr>
            <a:r>
              <a:rPr lang="en-US" sz="2800" dirty="0">
                <a:sym typeface="WP MathA" pitchFamily="2" charset="2"/>
              </a:rPr>
              <a:t>		TU = </a:t>
            </a:r>
            <a:r>
              <a:rPr lang="en-US" sz="2800" i="1" dirty="0">
                <a:sym typeface="WP MathA" pitchFamily="2" charset="2"/>
              </a:rPr>
              <a:t>T</a:t>
            </a:r>
            <a:r>
              <a:rPr lang="en-US" sz="2800" dirty="0">
                <a:sym typeface="Symbol" pitchFamily="18" charset="2"/>
              </a:rPr>
              <a:t> </a:t>
            </a:r>
            <a:r>
              <a:rPr lang="en-US" sz="2800" dirty="0">
                <a:solidFill>
                  <a:srgbClr val="CC3300"/>
                </a:solidFill>
                <a:sym typeface="Symbol" pitchFamily="18" charset="2"/>
              </a:rPr>
              <a:t>JOIN</a:t>
            </a:r>
            <a:r>
              <a:rPr lang="en-US" sz="2800" dirty="0">
                <a:sym typeface="Symbol" pitchFamily="18" charset="2"/>
              </a:rPr>
              <a:t> </a:t>
            </a:r>
            <a:r>
              <a:rPr lang="en-US" sz="2800" i="1" dirty="0">
                <a:sym typeface="Symbol" pitchFamily="18" charset="2"/>
              </a:rPr>
              <a:t>U</a:t>
            </a:r>
            <a:r>
              <a:rPr lang="en-US" sz="2800" dirty="0">
                <a:sym typeface="Symbol" pitchFamily="18" charset="2"/>
              </a:rPr>
              <a:t> </a:t>
            </a:r>
            <a:r>
              <a:rPr lang="en-US" sz="2800" dirty="0">
                <a:solidFill>
                  <a:srgbClr val="CC3300"/>
                </a:solidFill>
                <a:sym typeface="Symbol" pitchFamily="18" charset="2"/>
              </a:rPr>
              <a:t>ON</a:t>
            </a:r>
            <a:r>
              <a:rPr lang="en-US" sz="2800" dirty="0">
                <a:sym typeface="Symbol" pitchFamily="18" charset="2"/>
              </a:rPr>
              <a:t> </a:t>
            </a:r>
            <a:r>
              <a:rPr lang="en-US" sz="2800" i="1" dirty="0">
                <a:sym typeface="Symbol" pitchFamily="18" charset="2"/>
              </a:rPr>
              <a:t>condition</a:t>
            </a:r>
            <a:endParaRPr lang="en-GB" sz="2800" i="1" dirty="0">
              <a:sym typeface="WP MathA" pitchFamily="2" charset="2"/>
            </a:endParaRPr>
          </a:p>
          <a:p>
            <a:endParaRPr lang="en-GB" dirty="0"/>
          </a:p>
        </p:txBody>
      </p:sp>
      <p:grpSp>
        <p:nvGrpSpPr>
          <p:cNvPr id="8" name="Group 65" descr="condition">
            <a:extLst>
              <a:ext uri="{FF2B5EF4-FFF2-40B4-BE49-F238E27FC236}">
                <a16:creationId xmlns:a16="http://schemas.microsoft.com/office/drawing/2014/main" id="{00F91487-334B-E3E1-F6DA-843FEDBD82CD}"/>
              </a:ext>
            </a:extLst>
          </p:cNvPr>
          <p:cNvGrpSpPr>
            <a:grpSpLocks/>
          </p:cNvGrpSpPr>
          <p:nvPr/>
        </p:nvGrpSpPr>
        <p:grpSpPr bwMode="auto">
          <a:xfrm>
            <a:off x="1902676" y="1382884"/>
            <a:ext cx="1481141" cy="369888"/>
            <a:chOff x="2412" y="931"/>
            <a:chExt cx="933" cy="233"/>
          </a:xfrm>
        </p:grpSpPr>
        <p:grpSp>
          <p:nvGrpSpPr>
            <p:cNvPr id="9" name="Group 53">
              <a:extLst>
                <a:ext uri="{FF2B5EF4-FFF2-40B4-BE49-F238E27FC236}">
                  <a16:creationId xmlns:a16="http://schemas.microsoft.com/office/drawing/2014/main" id="{751FD816-74E6-436C-937B-71817F4C8CC7}"/>
                </a:ext>
              </a:extLst>
            </p:cNvPr>
            <p:cNvGrpSpPr>
              <a:grpSpLocks/>
            </p:cNvGrpSpPr>
            <p:nvPr/>
          </p:nvGrpSpPr>
          <p:grpSpPr bwMode="auto">
            <a:xfrm>
              <a:off x="2412" y="931"/>
              <a:ext cx="226" cy="136"/>
              <a:chOff x="3198" y="1117"/>
              <a:chExt cx="226" cy="136"/>
            </a:xfrm>
          </p:grpSpPr>
          <p:sp>
            <p:nvSpPr>
              <p:cNvPr id="11" name="Line 54">
                <a:extLst>
                  <a:ext uri="{FF2B5EF4-FFF2-40B4-BE49-F238E27FC236}">
                    <a16:creationId xmlns:a16="http://schemas.microsoft.com/office/drawing/2014/main" id="{744D4B92-F708-6803-9E98-2FB262781B4E}"/>
                  </a:ext>
                </a:extLst>
              </p:cNvPr>
              <p:cNvSpPr>
                <a:spLocks noChangeShapeType="1"/>
              </p:cNvSpPr>
              <p:nvPr/>
            </p:nvSpPr>
            <p:spPr bwMode="auto">
              <a:xfrm>
                <a:off x="3198" y="1117"/>
                <a:ext cx="0" cy="136"/>
              </a:xfrm>
              <a:prstGeom prst="line">
                <a:avLst/>
              </a:prstGeom>
              <a:noFill/>
              <a:ln w="25400">
                <a:solidFill>
                  <a:srgbClr val="CC3300"/>
                </a:solidFill>
                <a:round/>
                <a:headEnd/>
                <a:tailEnd/>
              </a:ln>
            </p:spPr>
            <p:txBody>
              <a:bodyPr wrap="none" anchor="ctr"/>
              <a:lstStyle/>
              <a:p>
                <a:endParaRPr lang="en-US"/>
              </a:p>
            </p:txBody>
          </p:sp>
          <p:sp>
            <p:nvSpPr>
              <p:cNvPr id="12" name="Line 55">
                <a:extLst>
                  <a:ext uri="{FF2B5EF4-FFF2-40B4-BE49-F238E27FC236}">
                    <a16:creationId xmlns:a16="http://schemas.microsoft.com/office/drawing/2014/main" id="{AA730B91-C943-AF9F-F67D-B6A787D11CBB}"/>
                  </a:ext>
                </a:extLst>
              </p:cNvPr>
              <p:cNvSpPr>
                <a:spLocks noChangeShapeType="1"/>
              </p:cNvSpPr>
              <p:nvPr/>
            </p:nvSpPr>
            <p:spPr bwMode="auto">
              <a:xfrm>
                <a:off x="3424" y="1117"/>
                <a:ext cx="0" cy="136"/>
              </a:xfrm>
              <a:prstGeom prst="line">
                <a:avLst/>
              </a:prstGeom>
              <a:noFill/>
              <a:ln w="25400">
                <a:solidFill>
                  <a:srgbClr val="CC3300"/>
                </a:solidFill>
                <a:round/>
                <a:headEnd/>
                <a:tailEnd/>
              </a:ln>
            </p:spPr>
            <p:txBody>
              <a:bodyPr wrap="none" anchor="ctr"/>
              <a:lstStyle/>
              <a:p>
                <a:endParaRPr lang="en-US"/>
              </a:p>
            </p:txBody>
          </p:sp>
          <p:sp>
            <p:nvSpPr>
              <p:cNvPr id="13" name="Line 56">
                <a:extLst>
                  <a:ext uri="{FF2B5EF4-FFF2-40B4-BE49-F238E27FC236}">
                    <a16:creationId xmlns:a16="http://schemas.microsoft.com/office/drawing/2014/main" id="{0B88B783-CFAC-9B8A-B2B9-2FF2D8F87D23}"/>
                  </a:ext>
                </a:extLst>
              </p:cNvPr>
              <p:cNvSpPr>
                <a:spLocks noChangeShapeType="1"/>
              </p:cNvSpPr>
              <p:nvPr/>
            </p:nvSpPr>
            <p:spPr bwMode="auto">
              <a:xfrm>
                <a:off x="3198" y="1117"/>
                <a:ext cx="226" cy="136"/>
              </a:xfrm>
              <a:prstGeom prst="line">
                <a:avLst/>
              </a:prstGeom>
              <a:noFill/>
              <a:ln w="25400">
                <a:solidFill>
                  <a:srgbClr val="CC3300"/>
                </a:solidFill>
                <a:round/>
                <a:headEnd/>
                <a:tailEnd/>
              </a:ln>
            </p:spPr>
            <p:txBody>
              <a:bodyPr wrap="none" anchor="ctr"/>
              <a:lstStyle/>
              <a:p>
                <a:endParaRPr lang="en-US"/>
              </a:p>
            </p:txBody>
          </p:sp>
          <p:sp>
            <p:nvSpPr>
              <p:cNvPr id="14" name="Line 57">
                <a:extLst>
                  <a:ext uri="{FF2B5EF4-FFF2-40B4-BE49-F238E27FC236}">
                    <a16:creationId xmlns:a16="http://schemas.microsoft.com/office/drawing/2014/main" id="{5D4A19FE-0EA9-11A8-196E-3490C15137DF}"/>
                  </a:ext>
                </a:extLst>
              </p:cNvPr>
              <p:cNvSpPr>
                <a:spLocks noChangeShapeType="1"/>
              </p:cNvSpPr>
              <p:nvPr/>
            </p:nvSpPr>
            <p:spPr bwMode="auto">
              <a:xfrm flipH="1">
                <a:off x="3198" y="1117"/>
                <a:ext cx="226" cy="136"/>
              </a:xfrm>
              <a:prstGeom prst="line">
                <a:avLst/>
              </a:prstGeom>
              <a:noFill/>
              <a:ln w="25400">
                <a:solidFill>
                  <a:srgbClr val="CC3300"/>
                </a:solidFill>
                <a:round/>
                <a:headEnd/>
                <a:tailEnd/>
              </a:ln>
            </p:spPr>
            <p:txBody>
              <a:bodyPr wrap="none" anchor="ctr"/>
              <a:lstStyle/>
              <a:p>
                <a:endParaRPr lang="en-US"/>
              </a:p>
            </p:txBody>
          </p:sp>
        </p:grpSp>
        <p:sp>
          <p:nvSpPr>
            <p:cNvPr id="10" name="Text Box 58">
              <a:extLst>
                <a:ext uri="{FF2B5EF4-FFF2-40B4-BE49-F238E27FC236}">
                  <a16:creationId xmlns:a16="http://schemas.microsoft.com/office/drawing/2014/main" id="{15F3808A-F414-3171-9ED7-56394BBFF335}"/>
                </a:ext>
              </a:extLst>
            </p:cNvPr>
            <p:cNvSpPr txBox="1">
              <a:spLocks noChangeArrowheads="1"/>
            </p:cNvSpPr>
            <p:nvPr/>
          </p:nvSpPr>
          <p:spPr bwMode="auto">
            <a:xfrm>
              <a:off x="2663" y="931"/>
              <a:ext cx="682" cy="233"/>
            </a:xfrm>
            <a:prstGeom prst="rect">
              <a:avLst/>
            </a:prstGeom>
            <a:noFill/>
            <a:ln w="9525" algn="ctr">
              <a:noFill/>
              <a:prstDash val="dash"/>
              <a:miter lim="800000"/>
              <a:headEnd/>
              <a:tailEnd/>
            </a:ln>
          </p:spPr>
          <p:txBody>
            <a:bodyPr wrap="none">
              <a:spAutoFit/>
            </a:bodyPr>
            <a:lstStyle/>
            <a:p>
              <a:r>
                <a:rPr lang="en-GB" i="1" dirty="0"/>
                <a:t>condition</a:t>
              </a:r>
              <a:endParaRPr lang="en-GB" sz="1800" i="1" dirty="0"/>
            </a:p>
          </p:txBody>
        </p:sp>
      </p:grpSp>
      <p:pic>
        <p:nvPicPr>
          <p:cNvPr id="15" name="Picture 14" descr="Diagram">
            <a:extLst>
              <a:ext uri="{FF2B5EF4-FFF2-40B4-BE49-F238E27FC236}">
                <a16:creationId xmlns:a16="http://schemas.microsoft.com/office/drawing/2014/main" id="{B562082C-C474-C527-8E3A-78DE324308B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10713196" y="2766743"/>
            <a:ext cx="1158256" cy="1732071"/>
          </a:xfrm>
          <a:prstGeom prst="rect">
            <a:avLst/>
          </a:prstGeom>
          <a:ln>
            <a:noFill/>
          </a:ln>
          <a:extLst>
            <a:ext uri="{53640926-AAD7-44D8-BBD7-CCE9431645EC}">
              <a14:shadowObscured xmlns:a14="http://schemas.microsoft.com/office/drawing/2010/main"/>
            </a:ext>
          </a:extLst>
        </p:spPr>
      </p:pic>
      <p:pic>
        <p:nvPicPr>
          <p:cNvPr id="16" name="Picture 15" descr="Diagram">
            <a:extLst>
              <a:ext uri="{FF2B5EF4-FFF2-40B4-BE49-F238E27FC236}">
                <a16:creationId xmlns:a16="http://schemas.microsoft.com/office/drawing/2014/main" id="{FBD2A866-944E-225F-6392-56680D50B7DC}"/>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bwMode="auto">
          <a:xfrm>
            <a:off x="10164071" y="1197932"/>
            <a:ext cx="1762125" cy="1343025"/>
          </a:xfrm>
          <a:prstGeom prst="rect">
            <a:avLst/>
          </a:prstGeom>
          <a:ln>
            <a:noFill/>
          </a:ln>
          <a:extLst>
            <a:ext uri="{53640926-AAD7-44D8-BBD7-CCE9431645EC}">
              <a14:shadowObscured xmlns:a14="http://schemas.microsoft.com/office/drawing/2010/main"/>
            </a:ext>
          </a:extLst>
        </p:spPr>
      </p:pic>
      <p:grpSp>
        <p:nvGrpSpPr>
          <p:cNvPr id="17" name="Group 65" descr="join">
            <a:extLst>
              <a:ext uri="{FF2B5EF4-FFF2-40B4-BE49-F238E27FC236}">
                <a16:creationId xmlns:a16="http://schemas.microsoft.com/office/drawing/2014/main" id="{69EA3083-09E9-36BD-8C4D-6EB899E9165B}"/>
              </a:ext>
            </a:extLst>
          </p:cNvPr>
          <p:cNvGrpSpPr>
            <a:grpSpLocks/>
          </p:cNvGrpSpPr>
          <p:nvPr/>
        </p:nvGrpSpPr>
        <p:grpSpPr bwMode="auto">
          <a:xfrm>
            <a:off x="2985353" y="2457795"/>
            <a:ext cx="727077" cy="369888"/>
            <a:chOff x="2412" y="931"/>
            <a:chExt cx="458" cy="233"/>
          </a:xfrm>
        </p:grpSpPr>
        <p:grpSp>
          <p:nvGrpSpPr>
            <p:cNvPr id="18" name="Group 53">
              <a:extLst>
                <a:ext uri="{FF2B5EF4-FFF2-40B4-BE49-F238E27FC236}">
                  <a16:creationId xmlns:a16="http://schemas.microsoft.com/office/drawing/2014/main" id="{ED994427-0B99-8A58-B695-83481700CB46}"/>
                </a:ext>
              </a:extLst>
            </p:cNvPr>
            <p:cNvGrpSpPr>
              <a:grpSpLocks/>
            </p:cNvGrpSpPr>
            <p:nvPr/>
          </p:nvGrpSpPr>
          <p:grpSpPr bwMode="auto">
            <a:xfrm>
              <a:off x="2412" y="931"/>
              <a:ext cx="226" cy="136"/>
              <a:chOff x="3198" y="1117"/>
              <a:chExt cx="226" cy="136"/>
            </a:xfrm>
          </p:grpSpPr>
          <p:sp>
            <p:nvSpPr>
              <p:cNvPr id="20" name="Line 54">
                <a:extLst>
                  <a:ext uri="{FF2B5EF4-FFF2-40B4-BE49-F238E27FC236}">
                    <a16:creationId xmlns:a16="http://schemas.microsoft.com/office/drawing/2014/main" id="{3AA72580-5874-D121-1F90-59585C79A3CD}"/>
                  </a:ext>
                </a:extLst>
              </p:cNvPr>
              <p:cNvSpPr>
                <a:spLocks noChangeShapeType="1"/>
              </p:cNvSpPr>
              <p:nvPr/>
            </p:nvSpPr>
            <p:spPr bwMode="auto">
              <a:xfrm>
                <a:off x="3198" y="1117"/>
                <a:ext cx="0" cy="136"/>
              </a:xfrm>
              <a:prstGeom prst="line">
                <a:avLst/>
              </a:prstGeom>
              <a:noFill/>
              <a:ln w="25400">
                <a:solidFill>
                  <a:schemeClr val="tx1"/>
                </a:solidFill>
                <a:round/>
                <a:headEnd/>
                <a:tailEnd/>
              </a:ln>
            </p:spPr>
            <p:txBody>
              <a:bodyPr wrap="none" anchor="ctr"/>
              <a:lstStyle/>
              <a:p>
                <a:endParaRPr lang="en-US"/>
              </a:p>
            </p:txBody>
          </p:sp>
          <p:sp>
            <p:nvSpPr>
              <p:cNvPr id="21" name="Line 55">
                <a:extLst>
                  <a:ext uri="{FF2B5EF4-FFF2-40B4-BE49-F238E27FC236}">
                    <a16:creationId xmlns:a16="http://schemas.microsoft.com/office/drawing/2014/main" id="{B1172B78-8064-1F6F-2C0F-B555D3ADB704}"/>
                  </a:ext>
                </a:extLst>
              </p:cNvPr>
              <p:cNvSpPr>
                <a:spLocks noChangeShapeType="1"/>
              </p:cNvSpPr>
              <p:nvPr/>
            </p:nvSpPr>
            <p:spPr bwMode="auto">
              <a:xfrm>
                <a:off x="3424" y="1117"/>
                <a:ext cx="0" cy="136"/>
              </a:xfrm>
              <a:prstGeom prst="line">
                <a:avLst/>
              </a:prstGeom>
              <a:noFill/>
              <a:ln w="25400">
                <a:solidFill>
                  <a:schemeClr val="tx1"/>
                </a:solidFill>
                <a:round/>
                <a:headEnd/>
                <a:tailEnd/>
              </a:ln>
            </p:spPr>
            <p:txBody>
              <a:bodyPr wrap="none" anchor="ctr"/>
              <a:lstStyle/>
              <a:p>
                <a:endParaRPr lang="en-US"/>
              </a:p>
            </p:txBody>
          </p:sp>
          <p:sp>
            <p:nvSpPr>
              <p:cNvPr id="22" name="Line 56">
                <a:extLst>
                  <a:ext uri="{FF2B5EF4-FFF2-40B4-BE49-F238E27FC236}">
                    <a16:creationId xmlns:a16="http://schemas.microsoft.com/office/drawing/2014/main" id="{3B333562-76A0-94A2-4290-343AE497B442}"/>
                  </a:ext>
                </a:extLst>
              </p:cNvPr>
              <p:cNvSpPr>
                <a:spLocks noChangeShapeType="1"/>
              </p:cNvSpPr>
              <p:nvPr/>
            </p:nvSpPr>
            <p:spPr bwMode="auto">
              <a:xfrm>
                <a:off x="3198" y="1117"/>
                <a:ext cx="226" cy="136"/>
              </a:xfrm>
              <a:prstGeom prst="line">
                <a:avLst/>
              </a:prstGeom>
              <a:noFill/>
              <a:ln w="25400">
                <a:solidFill>
                  <a:schemeClr val="tx1"/>
                </a:solidFill>
                <a:round/>
                <a:headEnd/>
                <a:tailEnd/>
              </a:ln>
            </p:spPr>
            <p:txBody>
              <a:bodyPr wrap="none" anchor="ctr"/>
              <a:lstStyle/>
              <a:p>
                <a:endParaRPr lang="en-US"/>
              </a:p>
            </p:txBody>
          </p:sp>
          <p:sp>
            <p:nvSpPr>
              <p:cNvPr id="23" name="Line 57">
                <a:extLst>
                  <a:ext uri="{FF2B5EF4-FFF2-40B4-BE49-F238E27FC236}">
                    <a16:creationId xmlns:a16="http://schemas.microsoft.com/office/drawing/2014/main" id="{3ED86F1B-4B3E-3FC3-7E1E-3F2436F21875}"/>
                  </a:ext>
                </a:extLst>
              </p:cNvPr>
              <p:cNvSpPr>
                <a:spLocks noChangeShapeType="1"/>
              </p:cNvSpPr>
              <p:nvPr/>
            </p:nvSpPr>
            <p:spPr bwMode="auto">
              <a:xfrm flipH="1">
                <a:off x="3198" y="1117"/>
                <a:ext cx="226" cy="136"/>
              </a:xfrm>
              <a:prstGeom prst="line">
                <a:avLst/>
              </a:prstGeom>
              <a:noFill/>
              <a:ln w="25400">
                <a:solidFill>
                  <a:schemeClr val="tx1"/>
                </a:solidFill>
                <a:round/>
                <a:headEnd/>
                <a:tailEnd/>
              </a:ln>
            </p:spPr>
            <p:txBody>
              <a:bodyPr wrap="none" anchor="ctr"/>
              <a:lstStyle/>
              <a:p>
                <a:endParaRPr lang="en-US"/>
              </a:p>
            </p:txBody>
          </p:sp>
        </p:grpSp>
        <p:sp>
          <p:nvSpPr>
            <p:cNvPr id="19" name="Text Box 58">
              <a:extLst>
                <a:ext uri="{FF2B5EF4-FFF2-40B4-BE49-F238E27FC236}">
                  <a16:creationId xmlns:a16="http://schemas.microsoft.com/office/drawing/2014/main" id="{594D72D0-81A2-7730-C41A-75FDDEF4F929}"/>
                </a:ext>
              </a:extLst>
            </p:cNvPr>
            <p:cNvSpPr txBox="1">
              <a:spLocks noChangeArrowheads="1"/>
            </p:cNvSpPr>
            <p:nvPr/>
          </p:nvSpPr>
          <p:spPr bwMode="auto">
            <a:xfrm>
              <a:off x="2663" y="931"/>
              <a:ext cx="207" cy="233"/>
            </a:xfrm>
            <a:prstGeom prst="rect">
              <a:avLst/>
            </a:prstGeom>
            <a:noFill/>
            <a:ln w="9525" algn="ctr">
              <a:noFill/>
              <a:prstDash val="dash"/>
              <a:miter lim="800000"/>
              <a:headEnd/>
              <a:tailEnd/>
            </a:ln>
          </p:spPr>
          <p:txBody>
            <a:bodyPr wrap="none">
              <a:spAutoFit/>
            </a:bodyPr>
            <a:lstStyle/>
            <a:p>
              <a:r>
                <a:rPr lang="en-GB" i="1" dirty="0"/>
                <a:t>p</a:t>
              </a:r>
              <a:endParaRPr lang="en-GB" sz="1800" i="1" dirty="0"/>
            </a:p>
          </p:txBody>
        </p:sp>
      </p:grpSp>
    </p:spTree>
    <p:extLst>
      <p:ext uri="{BB962C8B-B14F-4D97-AF65-F5344CB8AC3E}">
        <p14:creationId xmlns:p14="http://schemas.microsoft.com/office/powerpoint/2010/main" val="25911330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58</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Join operation(2)</a:t>
            </a:r>
          </a:p>
        </p:txBody>
      </p:sp>
      <p:sp>
        <p:nvSpPr>
          <p:cNvPr id="7" name="Content Placeholder 2">
            <a:extLst>
              <a:ext uri="{FF2B5EF4-FFF2-40B4-BE49-F238E27FC236}">
                <a16:creationId xmlns:a16="http://schemas.microsoft.com/office/drawing/2014/main" id="{4B23CF7B-A67B-8847-4FBB-95A4AEB15F11}"/>
              </a:ext>
            </a:extLst>
          </p:cNvPr>
          <p:cNvSpPr txBox="1">
            <a:spLocks/>
          </p:cNvSpPr>
          <p:nvPr/>
        </p:nvSpPr>
        <p:spPr>
          <a:xfrm>
            <a:off x="457200" y="1600200"/>
            <a:ext cx="10561320" cy="1649429"/>
          </a:xfrm>
          <a:prstGeom prst="rect">
            <a:avLst/>
          </a:prstGeom>
        </p:spPr>
        <p:txBody>
          <a:bodyPr>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solidFill>
                  <a:srgbClr val="CC3300"/>
                </a:solidFill>
                <a:sym typeface="WP MathA" pitchFamily="2" charset="2"/>
              </a:rPr>
              <a:t> </a:t>
            </a:r>
            <a:r>
              <a:rPr lang="en-US" sz="3000" dirty="0">
                <a:sym typeface="WP MathA" pitchFamily="2" charset="2"/>
              </a:rPr>
              <a:t>JOIN operation can be written in terms of Restrict and </a:t>
            </a:r>
            <a:r>
              <a:rPr lang="en-US" sz="3000" dirty="0">
                <a:sym typeface="Symbol" pitchFamily="18" charset="2"/>
              </a:rPr>
              <a:t>Cartesian product </a:t>
            </a:r>
            <a:r>
              <a:rPr lang="en-US" sz="3000" dirty="0">
                <a:sym typeface="WP MathA" pitchFamily="2" charset="2"/>
              </a:rPr>
              <a:t>operations, </a:t>
            </a:r>
            <a:br>
              <a:rPr lang="en-US" sz="3000" dirty="0">
                <a:sym typeface="WP MathA" pitchFamily="2" charset="2"/>
              </a:rPr>
            </a:br>
            <a:r>
              <a:rPr lang="en-US" sz="3000" dirty="0">
                <a:sym typeface="WP MathA" pitchFamily="2" charset="2"/>
              </a:rPr>
              <a:t>i.e.  </a:t>
            </a:r>
            <a:endParaRPr lang="en-US" sz="3000" dirty="0">
              <a:sym typeface="Symbol" pitchFamily="18" charset="2"/>
            </a:endParaRPr>
          </a:p>
          <a:p>
            <a:r>
              <a:rPr lang="en-US" sz="2800" dirty="0">
                <a:sym typeface="WP MathA" pitchFamily="2" charset="2"/>
              </a:rPr>
              <a:t> </a:t>
            </a:r>
          </a:p>
          <a:p>
            <a:endParaRPr lang="en-GB" dirty="0"/>
          </a:p>
        </p:txBody>
      </p:sp>
      <p:grpSp>
        <p:nvGrpSpPr>
          <p:cNvPr id="25" name="Group 28" descr="Expression">
            <a:extLst>
              <a:ext uri="{FF2B5EF4-FFF2-40B4-BE49-F238E27FC236}">
                <a16:creationId xmlns:a16="http://schemas.microsoft.com/office/drawing/2014/main" id="{F92FBB34-1DD0-C94E-FA21-2F47E58A96D7}"/>
              </a:ext>
            </a:extLst>
          </p:cNvPr>
          <p:cNvGrpSpPr>
            <a:grpSpLocks/>
          </p:cNvGrpSpPr>
          <p:nvPr/>
        </p:nvGrpSpPr>
        <p:grpSpPr bwMode="auto">
          <a:xfrm>
            <a:off x="1543260" y="2489400"/>
            <a:ext cx="6140454" cy="509588"/>
            <a:chOff x="1187" y="1872"/>
            <a:chExt cx="3868" cy="321"/>
          </a:xfrm>
        </p:grpSpPr>
        <p:sp>
          <p:nvSpPr>
            <p:cNvPr id="26" name="Rectangle 25">
              <a:extLst>
                <a:ext uri="{FF2B5EF4-FFF2-40B4-BE49-F238E27FC236}">
                  <a16:creationId xmlns:a16="http://schemas.microsoft.com/office/drawing/2014/main" id="{2A4B05F3-5291-F43C-1CDC-F145EAAD26D8}"/>
                </a:ext>
              </a:extLst>
            </p:cNvPr>
            <p:cNvSpPr>
              <a:spLocks noChangeArrowheads="1"/>
            </p:cNvSpPr>
            <p:nvPr/>
          </p:nvSpPr>
          <p:spPr bwMode="auto">
            <a:xfrm>
              <a:off x="1187" y="1872"/>
              <a:ext cx="3868" cy="291"/>
            </a:xfrm>
            <a:prstGeom prst="rect">
              <a:avLst/>
            </a:prstGeom>
            <a:noFill/>
            <a:ln w="9525" algn="ctr">
              <a:noFill/>
              <a:prstDash val="dash"/>
              <a:miter lim="800000"/>
              <a:headEnd/>
              <a:tailEnd/>
            </a:ln>
          </p:spPr>
          <p:txBody>
            <a:bodyPr wrap="square">
              <a:spAutoFit/>
            </a:bodyPr>
            <a:lstStyle/>
            <a:p>
              <a:pPr algn="l"/>
              <a:r>
                <a:rPr lang="en-US" sz="2400" dirty="0">
                  <a:latin typeface="Arial" charset="0"/>
                  <a:sym typeface="Symbol" pitchFamily="18" charset="2"/>
                </a:rPr>
                <a:t>T1          T2  =  </a:t>
              </a:r>
              <a:r>
                <a:rPr lang="en-US" sz="2400" b="1" dirty="0">
                  <a:latin typeface="Arial" charset="0"/>
                  <a:sym typeface="Symbol" pitchFamily="18" charset="2"/>
                </a:rPr>
                <a:t></a:t>
              </a:r>
              <a:r>
                <a:rPr lang="en-US" sz="2400" b="1" dirty="0">
                  <a:solidFill>
                    <a:srgbClr val="000099"/>
                  </a:solidFill>
                  <a:latin typeface="Arial" charset="0"/>
                  <a:sym typeface="Symbol" pitchFamily="18" charset="2"/>
                </a:rPr>
                <a:t> </a:t>
              </a:r>
              <a:r>
                <a:rPr lang="en-US" sz="2400" i="1" baseline="-25000" dirty="0">
                  <a:latin typeface="Arial" charset="0"/>
                  <a:sym typeface="Symbol" pitchFamily="18" charset="2"/>
                </a:rPr>
                <a:t>p</a:t>
              </a:r>
              <a:r>
                <a:rPr lang="en-US" sz="2400" b="1" dirty="0">
                  <a:solidFill>
                    <a:srgbClr val="000099"/>
                  </a:solidFill>
                  <a:latin typeface="Arial" charset="0"/>
                  <a:sym typeface="Symbol" pitchFamily="18" charset="2"/>
                </a:rPr>
                <a:t> </a:t>
              </a:r>
              <a:r>
                <a:rPr lang="en-US" sz="2400" dirty="0">
                  <a:latin typeface="Arial" charset="0"/>
                  <a:sym typeface="Symbol" pitchFamily="18" charset="2"/>
                </a:rPr>
                <a:t>( T1 X T2</a:t>
              </a:r>
              <a:r>
                <a:rPr lang="en-US" sz="2400" dirty="0">
                  <a:solidFill>
                    <a:srgbClr val="996633"/>
                  </a:solidFill>
                  <a:latin typeface="Arial" charset="0"/>
                  <a:sym typeface="Symbol" pitchFamily="18" charset="2"/>
                </a:rPr>
                <a:t> </a:t>
              </a:r>
              <a:r>
                <a:rPr lang="en-US" sz="2400" dirty="0">
                  <a:latin typeface="Arial" charset="0"/>
                  <a:sym typeface="Symbol" pitchFamily="18" charset="2"/>
                </a:rPr>
                <a:t>) </a:t>
              </a:r>
              <a:endParaRPr lang="en-GB" sz="2400" dirty="0">
                <a:latin typeface="Arial" charset="0"/>
                <a:sym typeface="Symbol" pitchFamily="18" charset="2"/>
              </a:endParaRPr>
            </a:p>
          </p:txBody>
        </p:sp>
        <p:grpSp>
          <p:nvGrpSpPr>
            <p:cNvPr id="27" name="Group 21">
              <a:extLst>
                <a:ext uri="{FF2B5EF4-FFF2-40B4-BE49-F238E27FC236}">
                  <a16:creationId xmlns:a16="http://schemas.microsoft.com/office/drawing/2014/main" id="{C813AD90-56AE-6C5D-1F72-9228B5F82C6D}"/>
                </a:ext>
              </a:extLst>
            </p:cNvPr>
            <p:cNvGrpSpPr>
              <a:grpSpLocks/>
            </p:cNvGrpSpPr>
            <p:nvPr/>
          </p:nvGrpSpPr>
          <p:grpSpPr bwMode="auto">
            <a:xfrm>
              <a:off x="1595" y="1933"/>
              <a:ext cx="400" cy="260"/>
              <a:chOff x="2412" y="931"/>
              <a:chExt cx="400" cy="260"/>
            </a:xfrm>
          </p:grpSpPr>
          <p:grpSp>
            <p:nvGrpSpPr>
              <p:cNvPr id="28" name="Group 22">
                <a:extLst>
                  <a:ext uri="{FF2B5EF4-FFF2-40B4-BE49-F238E27FC236}">
                    <a16:creationId xmlns:a16="http://schemas.microsoft.com/office/drawing/2014/main" id="{A42D0FA6-46ED-0C1C-64AF-85DECC101CE9}"/>
                  </a:ext>
                </a:extLst>
              </p:cNvPr>
              <p:cNvGrpSpPr>
                <a:grpSpLocks/>
              </p:cNvGrpSpPr>
              <p:nvPr/>
            </p:nvGrpSpPr>
            <p:grpSpPr bwMode="auto">
              <a:xfrm>
                <a:off x="2412" y="931"/>
                <a:ext cx="226" cy="136"/>
                <a:chOff x="3198" y="1117"/>
                <a:chExt cx="226" cy="136"/>
              </a:xfrm>
            </p:grpSpPr>
            <p:sp>
              <p:nvSpPr>
                <p:cNvPr id="30" name="Line 23">
                  <a:extLst>
                    <a:ext uri="{FF2B5EF4-FFF2-40B4-BE49-F238E27FC236}">
                      <a16:creationId xmlns:a16="http://schemas.microsoft.com/office/drawing/2014/main" id="{C6646318-7A56-BBC6-7122-0FA90DD7A77C}"/>
                    </a:ext>
                  </a:extLst>
                </p:cNvPr>
                <p:cNvSpPr>
                  <a:spLocks noChangeShapeType="1"/>
                </p:cNvSpPr>
                <p:nvPr/>
              </p:nvSpPr>
              <p:spPr bwMode="auto">
                <a:xfrm>
                  <a:off x="3198" y="1117"/>
                  <a:ext cx="0" cy="136"/>
                </a:xfrm>
                <a:prstGeom prst="line">
                  <a:avLst/>
                </a:prstGeom>
                <a:noFill/>
                <a:ln w="25400">
                  <a:solidFill>
                    <a:schemeClr val="tx1"/>
                  </a:solidFill>
                  <a:round/>
                  <a:headEnd/>
                  <a:tailEnd/>
                </a:ln>
              </p:spPr>
              <p:txBody>
                <a:bodyPr wrap="none" anchor="ctr"/>
                <a:lstStyle/>
                <a:p>
                  <a:endParaRPr lang="en-US" sz="2400"/>
                </a:p>
              </p:txBody>
            </p:sp>
            <p:sp>
              <p:nvSpPr>
                <p:cNvPr id="31" name="Line 24">
                  <a:extLst>
                    <a:ext uri="{FF2B5EF4-FFF2-40B4-BE49-F238E27FC236}">
                      <a16:creationId xmlns:a16="http://schemas.microsoft.com/office/drawing/2014/main" id="{FD1CEC23-278C-CADD-1F49-3C1A494FB518}"/>
                    </a:ext>
                  </a:extLst>
                </p:cNvPr>
                <p:cNvSpPr>
                  <a:spLocks noChangeShapeType="1"/>
                </p:cNvSpPr>
                <p:nvPr/>
              </p:nvSpPr>
              <p:spPr bwMode="auto">
                <a:xfrm>
                  <a:off x="3424" y="1117"/>
                  <a:ext cx="0" cy="136"/>
                </a:xfrm>
                <a:prstGeom prst="line">
                  <a:avLst/>
                </a:prstGeom>
                <a:noFill/>
                <a:ln w="25400">
                  <a:solidFill>
                    <a:schemeClr val="tx1"/>
                  </a:solidFill>
                  <a:round/>
                  <a:headEnd/>
                  <a:tailEnd/>
                </a:ln>
              </p:spPr>
              <p:txBody>
                <a:bodyPr wrap="none" anchor="ctr"/>
                <a:lstStyle/>
                <a:p>
                  <a:endParaRPr lang="en-US" sz="2400"/>
                </a:p>
              </p:txBody>
            </p:sp>
            <p:sp>
              <p:nvSpPr>
                <p:cNvPr id="32" name="Line 25">
                  <a:extLst>
                    <a:ext uri="{FF2B5EF4-FFF2-40B4-BE49-F238E27FC236}">
                      <a16:creationId xmlns:a16="http://schemas.microsoft.com/office/drawing/2014/main" id="{7CAA8636-4567-924F-0C19-76509096F4D4}"/>
                    </a:ext>
                  </a:extLst>
                </p:cNvPr>
                <p:cNvSpPr>
                  <a:spLocks noChangeShapeType="1"/>
                </p:cNvSpPr>
                <p:nvPr/>
              </p:nvSpPr>
              <p:spPr bwMode="auto">
                <a:xfrm>
                  <a:off x="3198" y="1117"/>
                  <a:ext cx="226" cy="136"/>
                </a:xfrm>
                <a:prstGeom prst="line">
                  <a:avLst/>
                </a:prstGeom>
                <a:noFill/>
                <a:ln w="25400">
                  <a:solidFill>
                    <a:schemeClr val="tx1"/>
                  </a:solidFill>
                  <a:round/>
                  <a:headEnd/>
                  <a:tailEnd/>
                </a:ln>
              </p:spPr>
              <p:txBody>
                <a:bodyPr wrap="none" anchor="ctr"/>
                <a:lstStyle/>
                <a:p>
                  <a:endParaRPr lang="en-US" sz="2400"/>
                </a:p>
              </p:txBody>
            </p:sp>
            <p:sp>
              <p:nvSpPr>
                <p:cNvPr id="33" name="Line 26">
                  <a:extLst>
                    <a:ext uri="{FF2B5EF4-FFF2-40B4-BE49-F238E27FC236}">
                      <a16:creationId xmlns:a16="http://schemas.microsoft.com/office/drawing/2014/main" id="{782A8C9D-2419-4236-1AA3-BBED87DCBAF6}"/>
                    </a:ext>
                  </a:extLst>
                </p:cNvPr>
                <p:cNvSpPr>
                  <a:spLocks noChangeShapeType="1"/>
                </p:cNvSpPr>
                <p:nvPr/>
              </p:nvSpPr>
              <p:spPr bwMode="auto">
                <a:xfrm flipH="1">
                  <a:off x="3198" y="1117"/>
                  <a:ext cx="226" cy="136"/>
                </a:xfrm>
                <a:prstGeom prst="line">
                  <a:avLst/>
                </a:prstGeom>
                <a:noFill/>
                <a:ln w="25400">
                  <a:solidFill>
                    <a:schemeClr val="tx1"/>
                  </a:solidFill>
                  <a:round/>
                  <a:headEnd/>
                  <a:tailEnd/>
                </a:ln>
              </p:spPr>
              <p:txBody>
                <a:bodyPr wrap="none" anchor="ctr"/>
                <a:lstStyle/>
                <a:p>
                  <a:endParaRPr lang="en-US" sz="2400"/>
                </a:p>
              </p:txBody>
            </p:sp>
          </p:grpSp>
          <p:sp>
            <p:nvSpPr>
              <p:cNvPr id="29" name="Text Box 27">
                <a:extLst>
                  <a:ext uri="{FF2B5EF4-FFF2-40B4-BE49-F238E27FC236}">
                    <a16:creationId xmlns:a16="http://schemas.microsoft.com/office/drawing/2014/main" id="{CA75DF21-1D5C-5CFC-A6B4-502F64AF6F0A}"/>
                  </a:ext>
                </a:extLst>
              </p:cNvPr>
              <p:cNvSpPr txBox="1">
                <a:spLocks noChangeArrowheads="1"/>
              </p:cNvSpPr>
              <p:nvPr/>
            </p:nvSpPr>
            <p:spPr bwMode="auto">
              <a:xfrm>
                <a:off x="2624" y="978"/>
                <a:ext cx="188" cy="213"/>
              </a:xfrm>
              <a:prstGeom prst="rect">
                <a:avLst/>
              </a:prstGeom>
              <a:noFill/>
              <a:ln w="9525" algn="ctr">
                <a:noFill/>
                <a:prstDash val="dash"/>
                <a:miter lim="800000"/>
                <a:headEnd/>
                <a:tailEnd/>
              </a:ln>
            </p:spPr>
            <p:txBody>
              <a:bodyPr wrap="none">
                <a:spAutoFit/>
              </a:bodyPr>
              <a:lstStyle/>
              <a:p>
                <a:r>
                  <a:rPr lang="en-GB" sz="1600" i="1" dirty="0">
                    <a:latin typeface="Arial" charset="0"/>
                  </a:rPr>
                  <a:t>p</a:t>
                </a:r>
              </a:p>
            </p:txBody>
          </p:sp>
        </p:grpSp>
      </p:grpSp>
      <p:sp>
        <p:nvSpPr>
          <p:cNvPr id="4" name="TextBox 3">
            <a:extLst>
              <a:ext uri="{FF2B5EF4-FFF2-40B4-BE49-F238E27FC236}">
                <a16:creationId xmlns:a16="http://schemas.microsoft.com/office/drawing/2014/main" id="{822DB098-F6CB-EDA2-C66A-54B4E9243BDB}"/>
              </a:ext>
            </a:extLst>
          </p:cNvPr>
          <p:cNvSpPr txBox="1"/>
          <p:nvPr/>
        </p:nvSpPr>
        <p:spPr>
          <a:xfrm>
            <a:off x="457198" y="3637443"/>
            <a:ext cx="10674221" cy="800219"/>
          </a:xfrm>
          <a:prstGeom prst="rect">
            <a:avLst/>
          </a:prstGeom>
          <a:noFill/>
        </p:spPr>
        <p:txBody>
          <a:bodyPr wrap="square" rtlCol="0">
            <a:spAutoFit/>
          </a:bodyPr>
          <a:lstStyle/>
          <a:p>
            <a:pPr algn="ctr"/>
            <a:r>
              <a:rPr lang="en-US" sz="2800" dirty="0">
                <a:sym typeface="WP MathA" pitchFamily="2" charset="2"/>
              </a:rPr>
              <a:t>The r</a:t>
            </a:r>
            <a:r>
              <a:rPr lang="en-US" sz="2800" dirty="0">
                <a:sym typeface="Symbol" pitchFamily="18" charset="2"/>
              </a:rPr>
              <a:t>esult of a join may be empty if no row satisfies the condition</a:t>
            </a:r>
            <a:endParaRPr lang="en-GB" sz="2800" dirty="0"/>
          </a:p>
          <a:p>
            <a:endParaRPr lang="en-GB" dirty="0"/>
          </a:p>
        </p:txBody>
      </p:sp>
    </p:spTree>
    <p:extLst>
      <p:ext uri="{BB962C8B-B14F-4D97-AF65-F5344CB8AC3E}">
        <p14:creationId xmlns:p14="http://schemas.microsoft.com/office/powerpoint/2010/main" val="369789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59</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Equi-join operation(1)</a:t>
            </a:r>
          </a:p>
        </p:txBody>
      </p:sp>
      <p:sp>
        <p:nvSpPr>
          <p:cNvPr id="8" name="Content Placeholder 29">
            <a:extLst>
              <a:ext uri="{FF2B5EF4-FFF2-40B4-BE49-F238E27FC236}">
                <a16:creationId xmlns:a16="http://schemas.microsoft.com/office/drawing/2014/main" id="{39AE34FA-74D5-C3FD-E52C-C9637B8AA40B}"/>
              </a:ext>
            </a:extLst>
          </p:cNvPr>
          <p:cNvSpPr txBox="1">
            <a:spLocks/>
          </p:cNvSpPr>
          <p:nvPr/>
        </p:nvSpPr>
        <p:spPr>
          <a:xfrm>
            <a:off x="457200" y="1600200"/>
            <a:ext cx="10972800" cy="452596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800" dirty="0">
                <a:solidFill>
                  <a:srgbClr val="000000"/>
                </a:solidFill>
                <a:latin typeface="+mj-lt"/>
              </a:rPr>
              <a:t>Condition of </a:t>
            </a:r>
            <a:r>
              <a:rPr lang="en-GB" sz="2800" dirty="0" err="1">
                <a:solidFill>
                  <a:srgbClr val="000000"/>
                </a:solidFill>
                <a:latin typeface="+mj-lt"/>
              </a:rPr>
              <a:t>Equi</a:t>
            </a:r>
            <a:r>
              <a:rPr lang="en-GB" sz="2800" dirty="0">
                <a:solidFill>
                  <a:srgbClr val="000000"/>
                </a:solidFill>
                <a:latin typeface="+mj-lt"/>
              </a:rPr>
              <a:t>-Join contains only equality comparisons</a:t>
            </a:r>
          </a:p>
          <a:p>
            <a:r>
              <a:rPr lang="en-GB" sz="2800" dirty="0">
                <a:latin typeface="+mj-lt"/>
              </a:rPr>
              <a:t>e.g. </a:t>
            </a:r>
          </a:p>
        </p:txBody>
      </p:sp>
      <p:graphicFrame>
        <p:nvGraphicFramePr>
          <p:cNvPr id="9" name="Group 5">
            <a:extLst>
              <a:ext uri="{FF2B5EF4-FFF2-40B4-BE49-F238E27FC236}">
                <a16:creationId xmlns:a16="http://schemas.microsoft.com/office/drawing/2014/main" id="{82236305-F3AB-74D9-BDA2-E1718A18712B}"/>
              </a:ext>
            </a:extLst>
          </p:cNvPr>
          <p:cNvGraphicFramePr>
            <a:graphicFrameLocks noGrp="1"/>
          </p:cNvGraphicFramePr>
          <p:nvPr>
            <p:extLst>
              <p:ext uri="{D42A27DB-BD31-4B8C-83A1-F6EECF244321}">
                <p14:modId xmlns:p14="http://schemas.microsoft.com/office/powerpoint/2010/main" val="1590911190"/>
              </p:ext>
            </p:extLst>
          </p:nvPr>
        </p:nvGraphicFramePr>
        <p:xfrm>
          <a:off x="3936230" y="4508776"/>
          <a:ext cx="2663827" cy="180054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 name="Text Box 31">
            <a:extLst>
              <a:ext uri="{FF2B5EF4-FFF2-40B4-BE49-F238E27FC236}">
                <a16:creationId xmlns:a16="http://schemas.microsoft.com/office/drawing/2014/main" id="{EFC64E19-1CFB-0451-B40A-29A4CAB2C1BB}"/>
              </a:ext>
            </a:extLst>
          </p:cNvPr>
          <p:cNvSpPr txBox="1">
            <a:spLocks noChangeArrowheads="1"/>
          </p:cNvSpPr>
          <p:nvPr/>
        </p:nvSpPr>
        <p:spPr bwMode="auto">
          <a:xfrm>
            <a:off x="3853676" y="4167696"/>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graphicFrame>
        <p:nvGraphicFramePr>
          <p:cNvPr id="11" name="Group 32">
            <a:extLst>
              <a:ext uri="{FF2B5EF4-FFF2-40B4-BE49-F238E27FC236}">
                <a16:creationId xmlns:a16="http://schemas.microsoft.com/office/drawing/2014/main" id="{9886B890-2DA0-315C-BB14-C9D419DF7735}"/>
              </a:ext>
            </a:extLst>
          </p:cNvPr>
          <p:cNvGraphicFramePr>
            <a:graphicFrameLocks noGrp="1"/>
          </p:cNvGraphicFramePr>
          <p:nvPr>
            <p:extLst>
              <p:ext uri="{D42A27DB-BD31-4B8C-83A1-F6EECF244321}">
                <p14:modId xmlns:p14="http://schemas.microsoft.com/office/powerpoint/2010/main" val="3550008943"/>
              </p:ext>
            </p:extLst>
          </p:nvPr>
        </p:nvGraphicFramePr>
        <p:xfrm>
          <a:off x="7176590" y="3411652"/>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2" name="Text Box 70">
            <a:extLst>
              <a:ext uri="{FF2B5EF4-FFF2-40B4-BE49-F238E27FC236}">
                <a16:creationId xmlns:a16="http://schemas.microsoft.com/office/drawing/2014/main" id="{C3C60290-FC6D-7192-ED4B-7510437C801A}"/>
              </a:ext>
            </a:extLst>
          </p:cNvPr>
          <p:cNvSpPr txBox="1">
            <a:spLocks noChangeArrowheads="1"/>
          </p:cNvSpPr>
          <p:nvPr/>
        </p:nvSpPr>
        <p:spPr bwMode="auto">
          <a:xfrm>
            <a:off x="7062807" y="3042887"/>
            <a:ext cx="1531188" cy="369332"/>
          </a:xfrm>
          <a:prstGeom prst="rect">
            <a:avLst/>
          </a:prstGeom>
          <a:noFill/>
          <a:ln w="9525" algn="ctr">
            <a:noFill/>
            <a:prstDash val="dash"/>
            <a:miter lim="800000"/>
            <a:headEnd/>
            <a:tailEnd/>
          </a:ln>
        </p:spPr>
        <p:txBody>
          <a:bodyPr wrap="none">
            <a:spAutoFit/>
          </a:bodyPr>
          <a:lstStyle/>
          <a:p>
            <a:pPr algn="l"/>
            <a:r>
              <a:rPr lang="en-GB" b="1" dirty="0">
                <a:latin typeface="Arial" charset="0"/>
              </a:rPr>
              <a:t>Registration</a:t>
            </a:r>
          </a:p>
        </p:txBody>
      </p:sp>
      <p:grpSp>
        <p:nvGrpSpPr>
          <p:cNvPr id="14" name="Group 13" descr="Expression">
            <a:extLst>
              <a:ext uri="{FF2B5EF4-FFF2-40B4-BE49-F238E27FC236}">
                <a16:creationId xmlns:a16="http://schemas.microsoft.com/office/drawing/2014/main" id="{45CC6F2A-0F18-296D-DA74-6BB3C277A3F2}"/>
              </a:ext>
            </a:extLst>
          </p:cNvPr>
          <p:cNvGrpSpPr/>
          <p:nvPr/>
        </p:nvGrpSpPr>
        <p:grpSpPr>
          <a:xfrm>
            <a:off x="1559631" y="2320934"/>
            <a:ext cx="4753198" cy="504056"/>
            <a:chOff x="2051050" y="2120900"/>
            <a:chExt cx="4753198" cy="504056"/>
          </a:xfrm>
        </p:grpSpPr>
        <p:sp>
          <p:nvSpPr>
            <p:cNvPr id="15" name="Rectangle 11">
              <a:extLst>
                <a:ext uri="{FF2B5EF4-FFF2-40B4-BE49-F238E27FC236}">
                  <a16:creationId xmlns:a16="http://schemas.microsoft.com/office/drawing/2014/main" id="{B954A89E-E1DC-0156-DF7F-64CAD00A7C60}"/>
                </a:ext>
              </a:extLst>
            </p:cNvPr>
            <p:cNvSpPr>
              <a:spLocks noChangeArrowheads="1"/>
            </p:cNvSpPr>
            <p:nvPr/>
          </p:nvSpPr>
          <p:spPr bwMode="auto">
            <a:xfrm>
              <a:off x="2051050" y="2120900"/>
              <a:ext cx="4753198" cy="461665"/>
            </a:xfrm>
            <a:prstGeom prst="rect">
              <a:avLst/>
            </a:prstGeom>
            <a:noFill/>
            <a:ln w="9525" algn="ctr">
              <a:noFill/>
              <a:prstDash val="dash"/>
              <a:miter lim="800000"/>
              <a:headEnd/>
              <a:tailEnd/>
            </a:ln>
          </p:spPr>
          <p:txBody>
            <a:bodyPr wrap="square">
              <a:spAutoFit/>
            </a:bodyPr>
            <a:lstStyle/>
            <a:p>
              <a:pPr algn="l"/>
              <a:r>
                <a:rPr lang="en-US" sz="2400" dirty="0">
                  <a:latin typeface="Arial" charset="0"/>
                  <a:sym typeface="Symbol" pitchFamily="18" charset="2"/>
                </a:rPr>
                <a:t>Student    </a:t>
              </a:r>
              <a:r>
                <a:rPr lang="en-US" sz="2400" dirty="0">
                  <a:solidFill>
                    <a:srgbClr val="996633"/>
                  </a:solidFill>
                  <a:latin typeface="Arial" charset="0"/>
                  <a:sym typeface="Symbol" pitchFamily="18" charset="2"/>
                </a:rPr>
                <a:t>                 </a:t>
              </a:r>
              <a:r>
                <a:rPr lang="en-US" sz="2400" dirty="0">
                  <a:latin typeface="Arial" charset="0"/>
                  <a:sym typeface="Symbol" pitchFamily="18" charset="2"/>
                </a:rPr>
                <a:t>Registration</a:t>
              </a:r>
              <a:endParaRPr lang="en-GB" sz="2400" dirty="0">
                <a:latin typeface="Arial" charset="0"/>
                <a:sym typeface="Symbol" pitchFamily="18" charset="2"/>
              </a:endParaRPr>
            </a:p>
          </p:txBody>
        </p:sp>
        <p:sp>
          <p:nvSpPr>
            <p:cNvPr id="16" name="Rectangle 31">
              <a:extLst>
                <a:ext uri="{FF2B5EF4-FFF2-40B4-BE49-F238E27FC236}">
                  <a16:creationId xmlns:a16="http://schemas.microsoft.com/office/drawing/2014/main" id="{514AAB2C-7224-9B5A-D6AF-15F28AA3D67F}"/>
                </a:ext>
              </a:extLst>
            </p:cNvPr>
            <p:cNvSpPr>
              <a:spLocks noChangeArrowheads="1"/>
            </p:cNvSpPr>
            <p:nvPr/>
          </p:nvSpPr>
          <p:spPr bwMode="auto">
            <a:xfrm>
              <a:off x="3619500" y="2317179"/>
              <a:ext cx="1384548" cy="307777"/>
            </a:xfrm>
            <a:prstGeom prst="rect">
              <a:avLst/>
            </a:prstGeom>
            <a:noFill/>
            <a:ln w="9525" algn="ctr">
              <a:noFill/>
              <a:prstDash val="dash"/>
              <a:miter lim="800000"/>
              <a:headEnd/>
              <a:tailEnd/>
            </a:ln>
          </p:spPr>
          <p:txBody>
            <a:bodyPr wrap="square">
              <a:spAutoFit/>
            </a:bodyPr>
            <a:lstStyle/>
            <a:p>
              <a:r>
                <a:rPr lang="en-US" sz="1400" dirty="0">
                  <a:solidFill>
                    <a:srgbClr val="996633"/>
                  </a:solidFill>
                  <a:latin typeface="Arial" charset="0"/>
                  <a:sym typeface="Symbol" pitchFamily="18" charset="2"/>
                </a:rPr>
                <a:t> </a:t>
              </a:r>
              <a:r>
                <a:rPr lang="en-US" sz="1300" dirty="0">
                  <a:sym typeface="Symbol" pitchFamily="18" charset="2"/>
                </a:rPr>
                <a:t>S.SID=R.SID</a:t>
              </a:r>
              <a:endParaRPr lang="en-GB" sz="1300" dirty="0">
                <a:sym typeface="Symbol" pitchFamily="18" charset="2"/>
              </a:endParaRPr>
            </a:p>
          </p:txBody>
        </p:sp>
        <p:grpSp>
          <p:nvGrpSpPr>
            <p:cNvPr id="17" name="Group 6">
              <a:extLst>
                <a:ext uri="{FF2B5EF4-FFF2-40B4-BE49-F238E27FC236}">
                  <a16:creationId xmlns:a16="http://schemas.microsoft.com/office/drawing/2014/main" id="{9F87144C-3487-BC7C-F9D7-BC3B4560DE4A}"/>
                </a:ext>
              </a:extLst>
            </p:cNvPr>
            <p:cNvGrpSpPr>
              <a:grpSpLocks/>
            </p:cNvGrpSpPr>
            <p:nvPr/>
          </p:nvGrpSpPr>
          <p:grpSpPr bwMode="auto">
            <a:xfrm>
              <a:off x="3347542" y="2258839"/>
              <a:ext cx="360362" cy="215900"/>
              <a:chOff x="3198" y="1151"/>
              <a:chExt cx="226" cy="136"/>
            </a:xfrm>
          </p:grpSpPr>
          <p:sp>
            <p:nvSpPr>
              <p:cNvPr id="18" name="Line 7">
                <a:extLst>
                  <a:ext uri="{FF2B5EF4-FFF2-40B4-BE49-F238E27FC236}">
                    <a16:creationId xmlns:a16="http://schemas.microsoft.com/office/drawing/2014/main" id="{593BC687-9933-ECF9-F928-C5C31D5478AD}"/>
                  </a:ext>
                </a:extLst>
              </p:cNvPr>
              <p:cNvSpPr>
                <a:spLocks noChangeShapeType="1"/>
              </p:cNvSpPr>
              <p:nvPr/>
            </p:nvSpPr>
            <p:spPr bwMode="auto">
              <a:xfrm>
                <a:off x="3198" y="1151"/>
                <a:ext cx="0" cy="136"/>
              </a:xfrm>
              <a:prstGeom prst="line">
                <a:avLst/>
              </a:prstGeom>
              <a:noFill/>
              <a:ln w="25400">
                <a:solidFill>
                  <a:schemeClr val="tx1"/>
                </a:solidFill>
                <a:round/>
                <a:headEnd/>
                <a:tailEnd/>
              </a:ln>
            </p:spPr>
            <p:txBody>
              <a:bodyPr wrap="none" anchor="ctr"/>
              <a:lstStyle/>
              <a:p>
                <a:endParaRPr lang="en-US"/>
              </a:p>
            </p:txBody>
          </p:sp>
          <p:sp>
            <p:nvSpPr>
              <p:cNvPr id="19" name="Line 8">
                <a:extLst>
                  <a:ext uri="{FF2B5EF4-FFF2-40B4-BE49-F238E27FC236}">
                    <a16:creationId xmlns:a16="http://schemas.microsoft.com/office/drawing/2014/main" id="{091A924C-F1DA-378D-7B6F-E6B2B686C500}"/>
                  </a:ext>
                </a:extLst>
              </p:cNvPr>
              <p:cNvSpPr>
                <a:spLocks noChangeShapeType="1"/>
              </p:cNvSpPr>
              <p:nvPr/>
            </p:nvSpPr>
            <p:spPr bwMode="auto">
              <a:xfrm>
                <a:off x="3424" y="1151"/>
                <a:ext cx="0" cy="136"/>
              </a:xfrm>
              <a:prstGeom prst="line">
                <a:avLst/>
              </a:prstGeom>
              <a:noFill/>
              <a:ln w="25400">
                <a:solidFill>
                  <a:schemeClr val="tx1"/>
                </a:solidFill>
                <a:round/>
                <a:headEnd/>
                <a:tailEnd/>
              </a:ln>
            </p:spPr>
            <p:txBody>
              <a:bodyPr wrap="none" anchor="ctr"/>
              <a:lstStyle/>
              <a:p>
                <a:endParaRPr lang="en-US"/>
              </a:p>
            </p:txBody>
          </p:sp>
          <p:sp>
            <p:nvSpPr>
              <p:cNvPr id="20" name="Line 9">
                <a:extLst>
                  <a:ext uri="{FF2B5EF4-FFF2-40B4-BE49-F238E27FC236}">
                    <a16:creationId xmlns:a16="http://schemas.microsoft.com/office/drawing/2014/main" id="{84D67D4B-E426-DD72-8ED7-1F25087CFC00}"/>
                  </a:ext>
                </a:extLst>
              </p:cNvPr>
              <p:cNvSpPr>
                <a:spLocks noChangeShapeType="1"/>
              </p:cNvSpPr>
              <p:nvPr/>
            </p:nvSpPr>
            <p:spPr bwMode="auto">
              <a:xfrm>
                <a:off x="3198" y="1151"/>
                <a:ext cx="226" cy="136"/>
              </a:xfrm>
              <a:prstGeom prst="line">
                <a:avLst/>
              </a:prstGeom>
              <a:noFill/>
              <a:ln w="25400">
                <a:solidFill>
                  <a:schemeClr val="tx1"/>
                </a:solidFill>
                <a:round/>
                <a:headEnd/>
                <a:tailEnd/>
              </a:ln>
            </p:spPr>
            <p:txBody>
              <a:bodyPr wrap="none" anchor="ctr"/>
              <a:lstStyle/>
              <a:p>
                <a:endParaRPr lang="en-US"/>
              </a:p>
            </p:txBody>
          </p:sp>
          <p:sp>
            <p:nvSpPr>
              <p:cNvPr id="21" name="Line 10">
                <a:extLst>
                  <a:ext uri="{FF2B5EF4-FFF2-40B4-BE49-F238E27FC236}">
                    <a16:creationId xmlns:a16="http://schemas.microsoft.com/office/drawing/2014/main" id="{073CC1CB-9D73-ACDB-8B2E-F9217F86A0EA}"/>
                  </a:ext>
                </a:extLst>
              </p:cNvPr>
              <p:cNvSpPr>
                <a:spLocks noChangeShapeType="1"/>
              </p:cNvSpPr>
              <p:nvPr/>
            </p:nvSpPr>
            <p:spPr bwMode="auto">
              <a:xfrm flipH="1">
                <a:off x="3198" y="1151"/>
                <a:ext cx="226" cy="136"/>
              </a:xfrm>
              <a:prstGeom prst="line">
                <a:avLst/>
              </a:prstGeom>
              <a:noFill/>
              <a:ln w="25400">
                <a:solidFill>
                  <a:schemeClr val="tx1"/>
                </a:solidFill>
                <a:round/>
                <a:headEnd/>
                <a:tailEnd/>
              </a:ln>
            </p:spPr>
            <p:txBody>
              <a:bodyPr wrap="none" anchor="ctr"/>
              <a:lstStyle/>
              <a:p>
                <a:endParaRPr lang="en-US"/>
              </a:p>
            </p:txBody>
          </p:sp>
        </p:grpSp>
      </p:grpSp>
    </p:spTree>
    <p:extLst>
      <p:ext uri="{BB962C8B-B14F-4D97-AF65-F5344CB8AC3E}">
        <p14:creationId xmlns:p14="http://schemas.microsoft.com/office/powerpoint/2010/main" val="35403083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60</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Equi-join operation(2)</a:t>
            </a:r>
          </a:p>
        </p:txBody>
      </p:sp>
      <p:sp>
        <p:nvSpPr>
          <p:cNvPr id="8" name="Content Placeholder 29">
            <a:extLst>
              <a:ext uri="{FF2B5EF4-FFF2-40B4-BE49-F238E27FC236}">
                <a16:creationId xmlns:a16="http://schemas.microsoft.com/office/drawing/2014/main" id="{39AE34FA-74D5-C3FD-E52C-C9637B8AA40B}"/>
              </a:ext>
            </a:extLst>
          </p:cNvPr>
          <p:cNvSpPr txBox="1">
            <a:spLocks/>
          </p:cNvSpPr>
          <p:nvPr/>
        </p:nvSpPr>
        <p:spPr>
          <a:xfrm>
            <a:off x="457200" y="1600200"/>
            <a:ext cx="10972800" cy="452596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sz="2800" dirty="0">
                <a:latin typeface="+mj-lt"/>
              </a:rPr>
              <a:t>Condition of </a:t>
            </a:r>
            <a:r>
              <a:rPr lang="en-GB" sz="2800" dirty="0" err="1">
                <a:latin typeface="+mj-lt"/>
              </a:rPr>
              <a:t>Equi</a:t>
            </a:r>
            <a:r>
              <a:rPr lang="en-GB" sz="2800" dirty="0">
                <a:latin typeface="+mj-lt"/>
              </a:rPr>
              <a:t>-Join contains only equality comparisons</a:t>
            </a:r>
          </a:p>
          <a:p>
            <a:r>
              <a:rPr lang="en-GB" sz="2800" dirty="0">
                <a:latin typeface="+mj-lt"/>
              </a:rPr>
              <a:t>e.g. </a:t>
            </a:r>
          </a:p>
        </p:txBody>
      </p:sp>
      <p:grpSp>
        <p:nvGrpSpPr>
          <p:cNvPr id="14" name="Group 13" descr="Expression">
            <a:extLst>
              <a:ext uri="{FF2B5EF4-FFF2-40B4-BE49-F238E27FC236}">
                <a16:creationId xmlns:a16="http://schemas.microsoft.com/office/drawing/2014/main" id="{45CC6F2A-0F18-296D-DA74-6BB3C277A3F2}"/>
              </a:ext>
            </a:extLst>
          </p:cNvPr>
          <p:cNvGrpSpPr/>
          <p:nvPr/>
        </p:nvGrpSpPr>
        <p:grpSpPr>
          <a:xfrm>
            <a:off x="1559631" y="2320934"/>
            <a:ext cx="4753198" cy="504056"/>
            <a:chOff x="2051050" y="2120900"/>
            <a:chExt cx="4753198" cy="504056"/>
          </a:xfrm>
        </p:grpSpPr>
        <p:sp>
          <p:nvSpPr>
            <p:cNvPr id="15" name="Rectangle 11">
              <a:extLst>
                <a:ext uri="{FF2B5EF4-FFF2-40B4-BE49-F238E27FC236}">
                  <a16:creationId xmlns:a16="http://schemas.microsoft.com/office/drawing/2014/main" id="{B954A89E-E1DC-0156-DF7F-64CAD00A7C60}"/>
                </a:ext>
              </a:extLst>
            </p:cNvPr>
            <p:cNvSpPr>
              <a:spLocks noChangeArrowheads="1"/>
            </p:cNvSpPr>
            <p:nvPr/>
          </p:nvSpPr>
          <p:spPr bwMode="auto">
            <a:xfrm>
              <a:off x="2051050" y="2120900"/>
              <a:ext cx="4753198" cy="461665"/>
            </a:xfrm>
            <a:prstGeom prst="rect">
              <a:avLst/>
            </a:prstGeom>
            <a:noFill/>
            <a:ln w="9525" algn="ctr">
              <a:noFill/>
              <a:prstDash val="dash"/>
              <a:miter lim="800000"/>
              <a:headEnd/>
              <a:tailEnd/>
            </a:ln>
          </p:spPr>
          <p:txBody>
            <a:bodyPr wrap="square">
              <a:spAutoFit/>
            </a:bodyPr>
            <a:lstStyle/>
            <a:p>
              <a:pPr algn="l"/>
              <a:r>
                <a:rPr lang="en-US" sz="2400" dirty="0">
                  <a:latin typeface="Arial" charset="0"/>
                  <a:sym typeface="Symbol" pitchFamily="18" charset="2"/>
                </a:rPr>
                <a:t>Student    </a:t>
              </a:r>
              <a:r>
                <a:rPr lang="en-US" sz="2400" dirty="0">
                  <a:solidFill>
                    <a:srgbClr val="996633"/>
                  </a:solidFill>
                  <a:latin typeface="Arial" charset="0"/>
                  <a:sym typeface="Symbol" pitchFamily="18" charset="2"/>
                </a:rPr>
                <a:t>                 </a:t>
              </a:r>
              <a:r>
                <a:rPr lang="en-US" sz="2400" dirty="0">
                  <a:latin typeface="Arial" charset="0"/>
                  <a:sym typeface="Symbol" pitchFamily="18" charset="2"/>
                </a:rPr>
                <a:t>Registration</a:t>
              </a:r>
              <a:endParaRPr lang="en-GB" sz="2400" dirty="0">
                <a:latin typeface="Arial" charset="0"/>
                <a:sym typeface="Symbol" pitchFamily="18" charset="2"/>
              </a:endParaRPr>
            </a:p>
          </p:txBody>
        </p:sp>
        <p:sp>
          <p:nvSpPr>
            <p:cNvPr id="16" name="Rectangle 31">
              <a:extLst>
                <a:ext uri="{FF2B5EF4-FFF2-40B4-BE49-F238E27FC236}">
                  <a16:creationId xmlns:a16="http://schemas.microsoft.com/office/drawing/2014/main" id="{514AAB2C-7224-9B5A-D6AF-15F28AA3D67F}"/>
                </a:ext>
              </a:extLst>
            </p:cNvPr>
            <p:cNvSpPr>
              <a:spLocks noChangeArrowheads="1"/>
            </p:cNvSpPr>
            <p:nvPr/>
          </p:nvSpPr>
          <p:spPr bwMode="auto">
            <a:xfrm>
              <a:off x="3619500" y="2317179"/>
              <a:ext cx="1384548" cy="307777"/>
            </a:xfrm>
            <a:prstGeom prst="rect">
              <a:avLst/>
            </a:prstGeom>
            <a:noFill/>
            <a:ln w="9525" algn="ctr">
              <a:noFill/>
              <a:prstDash val="dash"/>
              <a:miter lim="800000"/>
              <a:headEnd/>
              <a:tailEnd/>
            </a:ln>
          </p:spPr>
          <p:txBody>
            <a:bodyPr wrap="square">
              <a:spAutoFit/>
            </a:bodyPr>
            <a:lstStyle/>
            <a:p>
              <a:r>
                <a:rPr lang="en-US" sz="1400" dirty="0">
                  <a:solidFill>
                    <a:srgbClr val="996633"/>
                  </a:solidFill>
                  <a:latin typeface="Arial" charset="0"/>
                  <a:sym typeface="Symbol" pitchFamily="18" charset="2"/>
                </a:rPr>
                <a:t> </a:t>
              </a:r>
              <a:r>
                <a:rPr lang="en-US" sz="1300" dirty="0">
                  <a:sym typeface="Symbol" pitchFamily="18" charset="2"/>
                </a:rPr>
                <a:t>S.SID=R.SID</a:t>
              </a:r>
              <a:endParaRPr lang="en-GB" sz="1300" dirty="0">
                <a:sym typeface="Symbol" pitchFamily="18" charset="2"/>
              </a:endParaRPr>
            </a:p>
          </p:txBody>
        </p:sp>
        <p:grpSp>
          <p:nvGrpSpPr>
            <p:cNvPr id="17" name="Group 6">
              <a:extLst>
                <a:ext uri="{FF2B5EF4-FFF2-40B4-BE49-F238E27FC236}">
                  <a16:creationId xmlns:a16="http://schemas.microsoft.com/office/drawing/2014/main" id="{9F87144C-3487-BC7C-F9D7-BC3B4560DE4A}"/>
                </a:ext>
              </a:extLst>
            </p:cNvPr>
            <p:cNvGrpSpPr>
              <a:grpSpLocks/>
            </p:cNvGrpSpPr>
            <p:nvPr/>
          </p:nvGrpSpPr>
          <p:grpSpPr bwMode="auto">
            <a:xfrm>
              <a:off x="3347542" y="2258839"/>
              <a:ext cx="360362" cy="215900"/>
              <a:chOff x="3198" y="1151"/>
              <a:chExt cx="226" cy="136"/>
            </a:xfrm>
          </p:grpSpPr>
          <p:sp>
            <p:nvSpPr>
              <p:cNvPr id="18" name="Line 7">
                <a:extLst>
                  <a:ext uri="{FF2B5EF4-FFF2-40B4-BE49-F238E27FC236}">
                    <a16:creationId xmlns:a16="http://schemas.microsoft.com/office/drawing/2014/main" id="{593BC687-9933-ECF9-F928-C5C31D5478AD}"/>
                  </a:ext>
                </a:extLst>
              </p:cNvPr>
              <p:cNvSpPr>
                <a:spLocks noChangeShapeType="1"/>
              </p:cNvSpPr>
              <p:nvPr/>
            </p:nvSpPr>
            <p:spPr bwMode="auto">
              <a:xfrm>
                <a:off x="3198" y="1151"/>
                <a:ext cx="0" cy="136"/>
              </a:xfrm>
              <a:prstGeom prst="line">
                <a:avLst/>
              </a:prstGeom>
              <a:noFill/>
              <a:ln w="25400">
                <a:solidFill>
                  <a:schemeClr val="tx1"/>
                </a:solidFill>
                <a:round/>
                <a:headEnd/>
                <a:tailEnd/>
              </a:ln>
            </p:spPr>
            <p:txBody>
              <a:bodyPr wrap="none" anchor="ctr"/>
              <a:lstStyle/>
              <a:p>
                <a:endParaRPr lang="en-US"/>
              </a:p>
            </p:txBody>
          </p:sp>
          <p:sp>
            <p:nvSpPr>
              <p:cNvPr id="19" name="Line 8">
                <a:extLst>
                  <a:ext uri="{FF2B5EF4-FFF2-40B4-BE49-F238E27FC236}">
                    <a16:creationId xmlns:a16="http://schemas.microsoft.com/office/drawing/2014/main" id="{091A924C-F1DA-378D-7B6F-E6B2B686C500}"/>
                  </a:ext>
                </a:extLst>
              </p:cNvPr>
              <p:cNvSpPr>
                <a:spLocks noChangeShapeType="1"/>
              </p:cNvSpPr>
              <p:nvPr/>
            </p:nvSpPr>
            <p:spPr bwMode="auto">
              <a:xfrm>
                <a:off x="3424" y="1151"/>
                <a:ext cx="0" cy="136"/>
              </a:xfrm>
              <a:prstGeom prst="line">
                <a:avLst/>
              </a:prstGeom>
              <a:noFill/>
              <a:ln w="25400">
                <a:solidFill>
                  <a:schemeClr val="tx1"/>
                </a:solidFill>
                <a:round/>
                <a:headEnd/>
                <a:tailEnd/>
              </a:ln>
            </p:spPr>
            <p:txBody>
              <a:bodyPr wrap="none" anchor="ctr"/>
              <a:lstStyle/>
              <a:p>
                <a:endParaRPr lang="en-US"/>
              </a:p>
            </p:txBody>
          </p:sp>
          <p:sp>
            <p:nvSpPr>
              <p:cNvPr id="20" name="Line 9">
                <a:extLst>
                  <a:ext uri="{FF2B5EF4-FFF2-40B4-BE49-F238E27FC236}">
                    <a16:creationId xmlns:a16="http://schemas.microsoft.com/office/drawing/2014/main" id="{84D67D4B-E426-DD72-8ED7-1F25087CFC00}"/>
                  </a:ext>
                </a:extLst>
              </p:cNvPr>
              <p:cNvSpPr>
                <a:spLocks noChangeShapeType="1"/>
              </p:cNvSpPr>
              <p:nvPr/>
            </p:nvSpPr>
            <p:spPr bwMode="auto">
              <a:xfrm>
                <a:off x="3198" y="1151"/>
                <a:ext cx="226" cy="136"/>
              </a:xfrm>
              <a:prstGeom prst="line">
                <a:avLst/>
              </a:prstGeom>
              <a:noFill/>
              <a:ln w="25400">
                <a:solidFill>
                  <a:schemeClr val="tx1"/>
                </a:solidFill>
                <a:round/>
                <a:headEnd/>
                <a:tailEnd/>
              </a:ln>
            </p:spPr>
            <p:txBody>
              <a:bodyPr wrap="none" anchor="ctr"/>
              <a:lstStyle/>
              <a:p>
                <a:endParaRPr lang="en-US"/>
              </a:p>
            </p:txBody>
          </p:sp>
          <p:sp>
            <p:nvSpPr>
              <p:cNvPr id="21" name="Line 10">
                <a:extLst>
                  <a:ext uri="{FF2B5EF4-FFF2-40B4-BE49-F238E27FC236}">
                    <a16:creationId xmlns:a16="http://schemas.microsoft.com/office/drawing/2014/main" id="{073CC1CB-9D73-ACDB-8B2E-F9217F86A0EA}"/>
                  </a:ext>
                </a:extLst>
              </p:cNvPr>
              <p:cNvSpPr>
                <a:spLocks noChangeShapeType="1"/>
              </p:cNvSpPr>
              <p:nvPr/>
            </p:nvSpPr>
            <p:spPr bwMode="auto">
              <a:xfrm flipH="1">
                <a:off x="3198" y="1151"/>
                <a:ext cx="226" cy="136"/>
              </a:xfrm>
              <a:prstGeom prst="line">
                <a:avLst/>
              </a:prstGeom>
              <a:noFill/>
              <a:ln w="25400">
                <a:solidFill>
                  <a:schemeClr val="tx1"/>
                </a:solidFill>
                <a:round/>
                <a:headEnd/>
                <a:tailEnd/>
              </a:ln>
            </p:spPr>
            <p:txBody>
              <a:bodyPr wrap="none" anchor="ctr"/>
              <a:lstStyle/>
              <a:p>
                <a:endParaRPr lang="en-US"/>
              </a:p>
            </p:txBody>
          </p:sp>
        </p:grpSp>
      </p:grpSp>
      <p:sp>
        <p:nvSpPr>
          <p:cNvPr id="4" name="Slide Number Placeholder 14">
            <a:extLst>
              <a:ext uri="{FF2B5EF4-FFF2-40B4-BE49-F238E27FC236}">
                <a16:creationId xmlns:a16="http://schemas.microsoft.com/office/drawing/2014/main" id="{4CADA41B-32FE-B148-7C36-9E1DEA4141EA}"/>
              </a:ext>
            </a:extLst>
          </p:cNvPr>
          <p:cNvSpPr txBox="1">
            <a:spLocks/>
          </p:cNvSpPr>
          <p:nvPr/>
        </p:nvSpPr>
        <p:spPr>
          <a:xfrm>
            <a:off x="8005675" y="5555683"/>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C76DAB6-C580-4C3F-B081-73DB154F039F}" type="slidenum">
              <a:rPr lang="en-GB" smtClean="0"/>
              <a:pPr/>
              <a:t>60</a:t>
            </a:fld>
            <a:endParaRPr lang="en-GB" dirty="0"/>
          </a:p>
        </p:txBody>
      </p:sp>
      <p:graphicFrame>
        <p:nvGraphicFramePr>
          <p:cNvPr id="6" name="Group 83">
            <a:extLst>
              <a:ext uri="{FF2B5EF4-FFF2-40B4-BE49-F238E27FC236}">
                <a16:creationId xmlns:a16="http://schemas.microsoft.com/office/drawing/2014/main" id="{001FE1A1-E4D3-1996-A640-1E2FDDF479FC}"/>
              </a:ext>
            </a:extLst>
          </p:cNvPr>
          <p:cNvGraphicFramePr>
            <a:graphicFrameLocks noGrp="1"/>
          </p:cNvGraphicFramePr>
          <p:nvPr>
            <p:extLst>
              <p:ext uri="{D42A27DB-BD31-4B8C-83A1-F6EECF244321}">
                <p14:modId xmlns:p14="http://schemas.microsoft.com/office/powerpoint/2010/main" val="1782869796"/>
              </p:ext>
            </p:extLst>
          </p:nvPr>
        </p:nvGraphicFramePr>
        <p:xfrm>
          <a:off x="1271822" y="3398032"/>
          <a:ext cx="5041007" cy="2438400"/>
        </p:xfrm>
        <a:graphic>
          <a:graphicData uri="http://schemas.openxmlformats.org/drawingml/2006/table">
            <a:tbl>
              <a:tblPr firstRow="1"/>
              <a:tblGrid>
                <a:gridCol w="686951">
                  <a:extLst>
                    <a:ext uri="{9D8B030D-6E8A-4147-A177-3AD203B41FA5}">
                      <a16:colId xmlns:a16="http://schemas.microsoft.com/office/drawing/2014/main" val="20000"/>
                    </a:ext>
                  </a:extLst>
                </a:gridCol>
                <a:gridCol w="764401">
                  <a:extLst>
                    <a:ext uri="{9D8B030D-6E8A-4147-A177-3AD203B41FA5}">
                      <a16:colId xmlns:a16="http://schemas.microsoft.com/office/drawing/2014/main" val="20001"/>
                    </a:ext>
                  </a:extLst>
                </a:gridCol>
                <a:gridCol w="991702">
                  <a:extLst>
                    <a:ext uri="{9D8B030D-6E8A-4147-A177-3AD203B41FA5}">
                      <a16:colId xmlns:a16="http://schemas.microsoft.com/office/drawing/2014/main" val="20002"/>
                    </a:ext>
                  </a:extLst>
                </a:gridCol>
                <a:gridCol w="917618">
                  <a:extLst>
                    <a:ext uri="{9D8B030D-6E8A-4147-A177-3AD203B41FA5}">
                      <a16:colId xmlns:a16="http://schemas.microsoft.com/office/drawing/2014/main" val="20003"/>
                    </a:ext>
                  </a:extLst>
                </a:gridCol>
                <a:gridCol w="764401">
                  <a:extLst>
                    <a:ext uri="{9D8B030D-6E8A-4147-A177-3AD203B41FA5}">
                      <a16:colId xmlns:a16="http://schemas.microsoft.com/office/drawing/2014/main" val="20004"/>
                    </a:ext>
                  </a:extLst>
                </a:gridCol>
                <a:gridCol w="915934">
                  <a:extLst>
                    <a:ext uri="{9D8B030D-6E8A-4147-A177-3AD203B41FA5}">
                      <a16:colId xmlns:a16="http://schemas.microsoft.com/office/drawing/2014/main" val="20005"/>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S.SID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R.SID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CID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Mark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 name="Text Box 148">
            <a:extLst>
              <a:ext uri="{FF2B5EF4-FFF2-40B4-BE49-F238E27FC236}">
                <a16:creationId xmlns:a16="http://schemas.microsoft.com/office/drawing/2014/main" id="{D3FE156B-2152-9340-34E4-ED266D6AD452}"/>
              </a:ext>
            </a:extLst>
          </p:cNvPr>
          <p:cNvSpPr txBox="1">
            <a:spLocks noChangeArrowheads="1"/>
          </p:cNvSpPr>
          <p:nvPr/>
        </p:nvSpPr>
        <p:spPr bwMode="auto">
          <a:xfrm>
            <a:off x="7669530" y="3566160"/>
            <a:ext cx="2675425" cy="646331"/>
          </a:xfrm>
          <a:prstGeom prst="rect">
            <a:avLst/>
          </a:prstGeom>
          <a:noFill/>
          <a:ln w="9525" algn="ctr">
            <a:noFill/>
            <a:prstDash val="dash"/>
            <a:miter lim="800000"/>
            <a:headEnd/>
            <a:tailEnd/>
          </a:ln>
        </p:spPr>
        <p:txBody>
          <a:bodyPr wrap="square">
            <a:spAutoFit/>
          </a:bodyPr>
          <a:lstStyle/>
          <a:p>
            <a:pPr algn="l"/>
            <a:r>
              <a:rPr lang="en-GB" sz="1800" i="1" dirty="0">
                <a:latin typeface="Arial" charset="0"/>
              </a:rPr>
              <a:t>S – Student</a:t>
            </a:r>
            <a:br>
              <a:rPr lang="en-GB" sz="1800" i="1" dirty="0">
                <a:latin typeface="Arial" charset="0"/>
              </a:rPr>
            </a:br>
            <a:r>
              <a:rPr lang="en-GB" sz="1800" i="1" dirty="0">
                <a:latin typeface="Arial" charset="0"/>
              </a:rPr>
              <a:t>R – Registration </a:t>
            </a:r>
            <a:endParaRPr lang="en-US" sz="1800" i="1" dirty="0">
              <a:latin typeface="Arial" charset="0"/>
            </a:endParaRPr>
          </a:p>
        </p:txBody>
      </p:sp>
      <p:sp>
        <p:nvSpPr>
          <p:cNvPr id="13" name="Text Box 148">
            <a:extLst>
              <a:ext uri="{FF2B5EF4-FFF2-40B4-BE49-F238E27FC236}">
                <a16:creationId xmlns:a16="http://schemas.microsoft.com/office/drawing/2014/main" id="{517B12A3-C2BF-032F-3C0F-6ABFBF90C401}"/>
              </a:ext>
            </a:extLst>
          </p:cNvPr>
          <p:cNvSpPr txBox="1">
            <a:spLocks noChangeArrowheads="1"/>
          </p:cNvSpPr>
          <p:nvPr/>
        </p:nvSpPr>
        <p:spPr bwMode="auto">
          <a:xfrm>
            <a:off x="7040881" y="5005435"/>
            <a:ext cx="4823460" cy="461665"/>
          </a:xfrm>
          <a:prstGeom prst="rect">
            <a:avLst/>
          </a:prstGeom>
          <a:noFill/>
          <a:ln w="9525" algn="ctr">
            <a:noFill/>
            <a:prstDash val="dash"/>
            <a:miter lim="800000"/>
            <a:headEnd/>
            <a:tailEnd/>
          </a:ln>
        </p:spPr>
        <p:txBody>
          <a:bodyPr wrap="square">
            <a:spAutoFit/>
          </a:bodyPr>
          <a:lstStyle/>
          <a:p>
            <a:pPr algn="l"/>
            <a:r>
              <a:rPr lang="en-GB" sz="2400" i="1" dirty="0">
                <a:latin typeface="Arial" charset="0"/>
              </a:rPr>
              <a:t>Note the redundant SID column</a:t>
            </a:r>
            <a:endParaRPr lang="en-US" sz="2400" i="1" dirty="0">
              <a:latin typeface="Arial" charset="0"/>
            </a:endParaRPr>
          </a:p>
        </p:txBody>
      </p:sp>
      <p:sp>
        <p:nvSpPr>
          <p:cNvPr id="22" name="AutoShape 888" descr="down arrow">
            <a:extLst>
              <a:ext uri="{FF2B5EF4-FFF2-40B4-BE49-F238E27FC236}">
                <a16:creationId xmlns:a16="http://schemas.microsoft.com/office/drawing/2014/main" id="{4D95C8D1-2A88-5266-BB0B-D8674F243717}"/>
              </a:ext>
            </a:extLst>
          </p:cNvPr>
          <p:cNvSpPr>
            <a:spLocks noChangeArrowheads="1"/>
          </p:cNvSpPr>
          <p:nvPr/>
        </p:nvSpPr>
        <p:spPr bwMode="auto">
          <a:xfrm>
            <a:off x="3487440" y="2889981"/>
            <a:ext cx="215900" cy="358775"/>
          </a:xfrm>
          <a:prstGeom prst="downArrow">
            <a:avLst>
              <a:gd name="adj1" fmla="val 50000"/>
              <a:gd name="adj2" fmla="val 41544"/>
            </a:avLst>
          </a:prstGeom>
          <a:solidFill>
            <a:schemeClr val="accent3">
              <a:lumMod val="50000"/>
            </a:schemeClr>
          </a:solidFill>
          <a:ln w="25400" algn="ctr">
            <a:noFill/>
            <a:miter lim="800000"/>
            <a:headEnd/>
            <a:tailEnd/>
          </a:ln>
        </p:spPr>
        <p:txBody>
          <a:bodyPr wrap="none" anchor="ctr"/>
          <a:lstStyle/>
          <a:p>
            <a:endParaRPr lang="en-US"/>
          </a:p>
        </p:txBody>
      </p:sp>
      <p:graphicFrame>
        <p:nvGraphicFramePr>
          <p:cNvPr id="9" name="Group 83">
            <a:extLst>
              <a:ext uri="{FF2B5EF4-FFF2-40B4-BE49-F238E27FC236}">
                <a16:creationId xmlns:a16="http://schemas.microsoft.com/office/drawing/2014/main" id="{D35736B8-DC07-34C0-703B-C146AB01448B}"/>
              </a:ext>
            </a:extLst>
          </p:cNvPr>
          <p:cNvGraphicFramePr>
            <a:graphicFrameLocks noGrp="1"/>
          </p:cNvGraphicFramePr>
          <p:nvPr>
            <p:extLst>
              <p:ext uri="{D42A27DB-BD31-4B8C-83A1-F6EECF244321}">
                <p14:modId xmlns:p14="http://schemas.microsoft.com/office/powerpoint/2010/main" val="1236879214"/>
              </p:ext>
            </p:extLst>
          </p:nvPr>
        </p:nvGraphicFramePr>
        <p:xfrm>
          <a:off x="1271822" y="3398032"/>
          <a:ext cx="5041007" cy="2438400"/>
        </p:xfrm>
        <a:graphic>
          <a:graphicData uri="http://schemas.openxmlformats.org/drawingml/2006/table">
            <a:tbl>
              <a:tblPr firstRow="1"/>
              <a:tblGrid>
                <a:gridCol w="686951">
                  <a:extLst>
                    <a:ext uri="{9D8B030D-6E8A-4147-A177-3AD203B41FA5}">
                      <a16:colId xmlns:a16="http://schemas.microsoft.com/office/drawing/2014/main" val="20000"/>
                    </a:ext>
                  </a:extLst>
                </a:gridCol>
                <a:gridCol w="764401">
                  <a:extLst>
                    <a:ext uri="{9D8B030D-6E8A-4147-A177-3AD203B41FA5}">
                      <a16:colId xmlns:a16="http://schemas.microsoft.com/office/drawing/2014/main" val="20001"/>
                    </a:ext>
                  </a:extLst>
                </a:gridCol>
                <a:gridCol w="991702">
                  <a:extLst>
                    <a:ext uri="{9D8B030D-6E8A-4147-A177-3AD203B41FA5}">
                      <a16:colId xmlns:a16="http://schemas.microsoft.com/office/drawing/2014/main" val="20002"/>
                    </a:ext>
                  </a:extLst>
                </a:gridCol>
                <a:gridCol w="917618">
                  <a:extLst>
                    <a:ext uri="{9D8B030D-6E8A-4147-A177-3AD203B41FA5}">
                      <a16:colId xmlns:a16="http://schemas.microsoft.com/office/drawing/2014/main" val="20003"/>
                    </a:ext>
                  </a:extLst>
                </a:gridCol>
                <a:gridCol w="764401">
                  <a:extLst>
                    <a:ext uri="{9D8B030D-6E8A-4147-A177-3AD203B41FA5}">
                      <a16:colId xmlns:a16="http://schemas.microsoft.com/office/drawing/2014/main" val="20004"/>
                    </a:ext>
                  </a:extLst>
                </a:gridCol>
                <a:gridCol w="915934">
                  <a:extLst>
                    <a:ext uri="{9D8B030D-6E8A-4147-A177-3AD203B41FA5}">
                      <a16:colId xmlns:a16="http://schemas.microsoft.com/office/drawing/2014/main" val="20005"/>
                    </a:ext>
                  </a:extLst>
                </a:gridCol>
              </a:tblGrid>
              <a:tr h="15605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S.SID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R.SID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CID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Mark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1963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61</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Natural join operation (1)</a:t>
            </a:r>
          </a:p>
        </p:txBody>
      </p:sp>
      <p:pic>
        <p:nvPicPr>
          <p:cNvPr id="6" name="Picture 5" descr="Diagram">
            <a:extLst>
              <a:ext uri="{FF2B5EF4-FFF2-40B4-BE49-F238E27FC236}">
                <a16:creationId xmlns:a16="http://schemas.microsoft.com/office/drawing/2014/main" id="{BFD75832-AC37-26A8-DF95-28035274519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8988977" y="1106558"/>
            <a:ext cx="1762125" cy="1343025"/>
          </a:xfrm>
          <a:prstGeom prst="rect">
            <a:avLst/>
          </a:prstGeom>
          <a:ln>
            <a:noFill/>
          </a:ln>
          <a:extLst>
            <a:ext uri="{53640926-AAD7-44D8-BBD7-CCE9431645EC}">
              <a14:shadowObscured xmlns:a14="http://schemas.microsoft.com/office/drawing/2010/main"/>
            </a:ext>
          </a:extLst>
        </p:spPr>
      </p:pic>
      <p:pic>
        <p:nvPicPr>
          <p:cNvPr id="7" name="Picture 6" descr="Diagram">
            <a:extLst>
              <a:ext uri="{FF2B5EF4-FFF2-40B4-BE49-F238E27FC236}">
                <a16:creationId xmlns:a16="http://schemas.microsoft.com/office/drawing/2014/main" id="{BFD75832-AC37-26A8-DF95-28035274519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bwMode="auto">
          <a:xfrm>
            <a:off x="10914697" y="1136332"/>
            <a:ext cx="1038225" cy="1552575"/>
          </a:xfrm>
          <a:prstGeom prst="rect">
            <a:avLst/>
          </a:prstGeom>
          <a:ln>
            <a:noFill/>
          </a:ln>
          <a:extLst>
            <a:ext uri="{53640926-AAD7-44D8-BBD7-CCE9431645EC}">
              <a14:shadowObscured xmlns:a14="http://schemas.microsoft.com/office/drawing/2010/main"/>
            </a:ext>
          </a:extLst>
        </p:spPr>
      </p:pic>
      <p:sp>
        <p:nvSpPr>
          <p:cNvPr id="8" name="Content Placeholder 18">
            <a:extLst>
              <a:ext uri="{FF2B5EF4-FFF2-40B4-BE49-F238E27FC236}">
                <a16:creationId xmlns:a16="http://schemas.microsoft.com/office/drawing/2014/main" id="{14492D85-F907-E827-9CE0-B3B5BB1A77FB}"/>
              </a:ext>
            </a:extLst>
          </p:cNvPr>
          <p:cNvSpPr txBox="1">
            <a:spLocks/>
          </p:cNvSpPr>
          <p:nvPr/>
        </p:nvSpPr>
        <p:spPr>
          <a:xfrm>
            <a:off x="457200" y="1520190"/>
            <a:ext cx="10457497" cy="452596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solidFill>
                  <a:srgbClr val="CC3300"/>
                </a:solidFill>
                <a:latin typeface="+mj-lt"/>
                <a:sym typeface="WP MathA" pitchFamily="2" charset="2"/>
              </a:rPr>
              <a:t>Natural Join  </a:t>
            </a:r>
          </a:p>
          <a:p>
            <a:r>
              <a:rPr lang="en-GB" sz="2800" dirty="0">
                <a:latin typeface="+mj-lt"/>
                <a:sym typeface="WP MathA" pitchFamily="2" charset="2"/>
              </a:rPr>
              <a:t>e.g.  </a:t>
            </a:r>
            <a:endParaRPr lang="en-US" sz="2800" dirty="0">
              <a:latin typeface="+mj-lt"/>
              <a:sym typeface="WP MathA" pitchFamily="2" charset="2"/>
            </a:endParaRPr>
          </a:p>
          <a:p>
            <a:pPr lvl="1"/>
            <a:endParaRPr lang="en-US" sz="2800" dirty="0">
              <a:latin typeface="+mj-lt"/>
              <a:sym typeface="WP MathA" pitchFamily="2" charset="2"/>
            </a:endParaRPr>
          </a:p>
          <a:p>
            <a:pPr lvl="1"/>
            <a:r>
              <a:rPr lang="en-US" sz="2800" dirty="0">
                <a:solidFill>
                  <a:srgbClr val="000000"/>
                </a:solidFill>
                <a:sym typeface="WP MathA" pitchFamily="2" charset="2"/>
              </a:rPr>
              <a:t>TU is an Equi-Join of the two tables T and U over a set of common columns </a:t>
            </a:r>
            <a:r>
              <a:rPr lang="en-US" sz="2800" b="1" i="1" dirty="0">
                <a:solidFill>
                  <a:srgbClr val="000000"/>
                </a:solidFill>
                <a:sym typeface="WP MathA" pitchFamily="2" charset="2"/>
              </a:rPr>
              <a:t>Z</a:t>
            </a:r>
          </a:p>
          <a:p>
            <a:pPr lvl="1"/>
            <a:r>
              <a:rPr lang="en-US" sz="2800" dirty="0">
                <a:solidFill>
                  <a:srgbClr val="000000"/>
                </a:solidFill>
                <a:sym typeface="WP MathA" pitchFamily="2" charset="2"/>
              </a:rPr>
              <a:t>The common </a:t>
            </a:r>
            <a:r>
              <a:rPr lang="en-US" sz="2800" b="1" dirty="0">
                <a:solidFill>
                  <a:srgbClr val="000000"/>
                </a:solidFill>
                <a:sym typeface="WP MathA" pitchFamily="2" charset="2"/>
              </a:rPr>
              <a:t>duplicate columns are removed </a:t>
            </a:r>
            <a:r>
              <a:rPr lang="en-US" sz="2800" dirty="0">
                <a:solidFill>
                  <a:srgbClr val="000000"/>
                </a:solidFill>
                <a:sym typeface="WP MathA" pitchFamily="2" charset="2"/>
              </a:rPr>
              <a:t>in the resulting table TU (implicit projection)</a:t>
            </a:r>
            <a:endParaRPr lang="en-GB" dirty="0">
              <a:solidFill>
                <a:srgbClr val="000000"/>
              </a:solidFill>
            </a:endParaRPr>
          </a:p>
        </p:txBody>
      </p:sp>
      <p:grpSp>
        <p:nvGrpSpPr>
          <p:cNvPr id="9" name="Group 4" descr="join">
            <a:extLst>
              <a:ext uri="{FF2B5EF4-FFF2-40B4-BE49-F238E27FC236}">
                <a16:creationId xmlns:a16="http://schemas.microsoft.com/office/drawing/2014/main" id="{B402DE2F-0116-52B1-3474-912D478043E3}"/>
              </a:ext>
            </a:extLst>
          </p:cNvPr>
          <p:cNvGrpSpPr>
            <a:grpSpLocks/>
          </p:cNvGrpSpPr>
          <p:nvPr/>
        </p:nvGrpSpPr>
        <p:grpSpPr bwMode="auto">
          <a:xfrm>
            <a:off x="2600617" y="1696720"/>
            <a:ext cx="358775" cy="215900"/>
            <a:chOff x="3198" y="1117"/>
            <a:chExt cx="226" cy="136"/>
          </a:xfrm>
        </p:grpSpPr>
        <p:sp>
          <p:nvSpPr>
            <p:cNvPr id="10" name="Line 5">
              <a:extLst>
                <a:ext uri="{FF2B5EF4-FFF2-40B4-BE49-F238E27FC236}">
                  <a16:creationId xmlns:a16="http://schemas.microsoft.com/office/drawing/2014/main" id="{674BB9D3-8CE8-B388-7638-F33763E2F2D7}"/>
                </a:ext>
              </a:extLst>
            </p:cNvPr>
            <p:cNvSpPr>
              <a:spLocks noChangeShapeType="1"/>
            </p:cNvSpPr>
            <p:nvPr/>
          </p:nvSpPr>
          <p:spPr bwMode="auto">
            <a:xfrm>
              <a:off x="3198" y="1117"/>
              <a:ext cx="0" cy="136"/>
            </a:xfrm>
            <a:prstGeom prst="line">
              <a:avLst/>
            </a:prstGeom>
            <a:noFill/>
            <a:ln w="25400">
              <a:solidFill>
                <a:srgbClr val="CC3300"/>
              </a:solidFill>
              <a:round/>
              <a:headEnd/>
              <a:tailEnd/>
            </a:ln>
          </p:spPr>
          <p:txBody>
            <a:bodyPr wrap="none" anchor="ctr"/>
            <a:lstStyle/>
            <a:p>
              <a:endParaRPr lang="en-US"/>
            </a:p>
          </p:txBody>
        </p:sp>
        <p:sp>
          <p:nvSpPr>
            <p:cNvPr id="11" name="Line 6">
              <a:extLst>
                <a:ext uri="{FF2B5EF4-FFF2-40B4-BE49-F238E27FC236}">
                  <a16:creationId xmlns:a16="http://schemas.microsoft.com/office/drawing/2014/main" id="{76A521B5-88CB-203B-4746-8C205D35510C}"/>
                </a:ext>
              </a:extLst>
            </p:cNvPr>
            <p:cNvSpPr>
              <a:spLocks noChangeShapeType="1"/>
            </p:cNvSpPr>
            <p:nvPr/>
          </p:nvSpPr>
          <p:spPr bwMode="auto">
            <a:xfrm>
              <a:off x="3424" y="1117"/>
              <a:ext cx="0" cy="136"/>
            </a:xfrm>
            <a:prstGeom prst="line">
              <a:avLst/>
            </a:prstGeom>
            <a:noFill/>
            <a:ln w="25400">
              <a:solidFill>
                <a:srgbClr val="CC3300"/>
              </a:solidFill>
              <a:round/>
              <a:headEnd/>
              <a:tailEnd/>
            </a:ln>
          </p:spPr>
          <p:txBody>
            <a:bodyPr wrap="none" anchor="ctr"/>
            <a:lstStyle/>
            <a:p>
              <a:endParaRPr lang="en-US"/>
            </a:p>
          </p:txBody>
        </p:sp>
        <p:sp>
          <p:nvSpPr>
            <p:cNvPr id="12" name="Line 7">
              <a:extLst>
                <a:ext uri="{FF2B5EF4-FFF2-40B4-BE49-F238E27FC236}">
                  <a16:creationId xmlns:a16="http://schemas.microsoft.com/office/drawing/2014/main" id="{33FA1FBD-F811-B041-0F3C-9F07EDD6B4F4}"/>
                </a:ext>
              </a:extLst>
            </p:cNvPr>
            <p:cNvSpPr>
              <a:spLocks noChangeShapeType="1"/>
            </p:cNvSpPr>
            <p:nvPr/>
          </p:nvSpPr>
          <p:spPr bwMode="auto">
            <a:xfrm>
              <a:off x="3198" y="1117"/>
              <a:ext cx="226" cy="136"/>
            </a:xfrm>
            <a:prstGeom prst="line">
              <a:avLst/>
            </a:prstGeom>
            <a:noFill/>
            <a:ln w="25400">
              <a:solidFill>
                <a:srgbClr val="CC3300"/>
              </a:solidFill>
              <a:round/>
              <a:headEnd/>
              <a:tailEnd/>
            </a:ln>
          </p:spPr>
          <p:txBody>
            <a:bodyPr wrap="none" anchor="ctr"/>
            <a:lstStyle/>
            <a:p>
              <a:endParaRPr lang="en-US"/>
            </a:p>
          </p:txBody>
        </p:sp>
        <p:sp>
          <p:nvSpPr>
            <p:cNvPr id="13" name="Line 8">
              <a:extLst>
                <a:ext uri="{FF2B5EF4-FFF2-40B4-BE49-F238E27FC236}">
                  <a16:creationId xmlns:a16="http://schemas.microsoft.com/office/drawing/2014/main" id="{29E986C5-6F7E-ECB8-4659-9B6CB685D16F}"/>
                </a:ext>
              </a:extLst>
            </p:cNvPr>
            <p:cNvSpPr>
              <a:spLocks noChangeShapeType="1"/>
            </p:cNvSpPr>
            <p:nvPr/>
          </p:nvSpPr>
          <p:spPr bwMode="auto">
            <a:xfrm flipH="1">
              <a:off x="3198" y="1117"/>
              <a:ext cx="226" cy="136"/>
            </a:xfrm>
            <a:prstGeom prst="line">
              <a:avLst/>
            </a:prstGeom>
            <a:noFill/>
            <a:ln w="25400">
              <a:solidFill>
                <a:srgbClr val="CC3300"/>
              </a:solidFill>
              <a:round/>
              <a:headEnd/>
              <a:tailEnd/>
            </a:ln>
          </p:spPr>
          <p:txBody>
            <a:bodyPr wrap="none" anchor="ctr"/>
            <a:lstStyle/>
            <a:p>
              <a:endParaRPr lang="en-US"/>
            </a:p>
          </p:txBody>
        </p:sp>
      </p:grpSp>
      <p:grpSp>
        <p:nvGrpSpPr>
          <p:cNvPr id="14" name="Group 25" descr="Expression">
            <a:extLst>
              <a:ext uri="{FF2B5EF4-FFF2-40B4-BE49-F238E27FC236}">
                <a16:creationId xmlns:a16="http://schemas.microsoft.com/office/drawing/2014/main" id="{C660DC9A-79B2-8308-478B-3C7037F9B9C8}"/>
              </a:ext>
            </a:extLst>
          </p:cNvPr>
          <p:cNvGrpSpPr>
            <a:grpSpLocks/>
          </p:cNvGrpSpPr>
          <p:nvPr/>
        </p:nvGrpSpPr>
        <p:grpSpPr bwMode="auto">
          <a:xfrm>
            <a:off x="1797978" y="2089150"/>
            <a:ext cx="2401888" cy="461963"/>
            <a:chOff x="975" y="1570"/>
            <a:chExt cx="1513" cy="291"/>
          </a:xfrm>
        </p:grpSpPr>
        <p:sp>
          <p:nvSpPr>
            <p:cNvPr id="15" name="Rectangle 16">
              <a:extLst>
                <a:ext uri="{FF2B5EF4-FFF2-40B4-BE49-F238E27FC236}">
                  <a16:creationId xmlns:a16="http://schemas.microsoft.com/office/drawing/2014/main" id="{5993AE3B-66F2-18B2-D0B8-D310475F0918}"/>
                </a:ext>
              </a:extLst>
            </p:cNvPr>
            <p:cNvSpPr>
              <a:spLocks noChangeArrowheads="1"/>
            </p:cNvSpPr>
            <p:nvPr/>
          </p:nvSpPr>
          <p:spPr bwMode="auto">
            <a:xfrm>
              <a:off x="975" y="1570"/>
              <a:ext cx="1513" cy="291"/>
            </a:xfrm>
            <a:prstGeom prst="rect">
              <a:avLst/>
            </a:prstGeom>
            <a:noFill/>
            <a:ln w="9525" algn="ctr">
              <a:noFill/>
              <a:prstDash val="dash"/>
              <a:miter lim="800000"/>
              <a:headEnd/>
              <a:tailEnd/>
            </a:ln>
          </p:spPr>
          <p:txBody>
            <a:bodyPr wrap="none">
              <a:spAutoFit/>
            </a:bodyPr>
            <a:lstStyle/>
            <a:p>
              <a:pPr algn="l"/>
              <a:r>
                <a:rPr lang="en-US" sz="2400" dirty="0">
                  <a:latin typeface="Arial" charset="0"/>
                </a:rPr>
                <a:t>TU </a:t>
              </a:r>
              <a:r>
                <a:rPr lang="en-US" sz="2400" dirty="0">
                  <a:latin typeface="Arial" charset="0"/>
                  <a:sym typeface="Symbol" pitchFamily="18" charset="2"/>
                </a:rPr>
                <a:t> T           U</a:t>
              </a:r>
              <a:endParaRPr lang="en-GB" sz="2400" dirty="0">
                <a:latin typeface="Arial" charset="0"/>
                <a:sym typeface="Symbol" pitchFamily="18" charset="2"/>
              </a:endParaRPr>
            </a:p>
          </p:txBody>
        </p:sp>
        <p:grpSp>
          <p:nvGrpSpPr>
            <p:cNvPr id="16" name="Group 18">
              <a:extLst>
                <a:ext uri="{FF2B5EF4-FFF2-40B4-BE49-F238E27FC236}">
                  <a16:creationId xmlns:a16="http://schemas.microsoft.com/office/drawing/2014/main" id="{1214D25E-75D8-148C-9A18-77D6CA1414DC}"/>
                </a:ext>
              </a:extLst>
            </p:cNvPr>
            <p:cNvGrpSpPr>
              <a:grpSpLocks/>
            </p:cNvGrpSpPr>
            <p:nvPr/>
          </p:nvGrpSpPr>
          <p:grpSpPr bwMode="auto">
            <a:xfrm>
              <a:off x="1927" y="1661"/>
              <a:ext cx="226" cy="136"/>
              <a:chOff x="3198" y="1117"/>
              <a:chExt cx="226" cy="136"/>
            </a:xfrm>
          </p:grpSpPr>
          <p:sp>
            <p:nvSpPr>
              <p:cNvPr id="17" name="Line 19">
                <a:extLst>
                  <a:ext uri="{FF2B5EF4-FFF2-40B4-BE49-F238E27FC236}">
                    <a16:creationId xmlns:a16="http://schemas.microsoft.com/office/drawing/2014/main" id="{FC5A0356-3BCB-F044-3EDE-8E4CB357D9DF}"/>
                  </a:ext>
                </a:extLst>
              </p:cNvPr>
              <p:cNvSpPr>
                <a:spLocks noChangeShapeType="1"/>
              </p:cNvSpPr>
              <p:nvPr/>
            </p:nvSpPr>
            <p:spPr bwMode="auto">
              <a:xfrm>
                <a:off x="3198" y="1117"/>
                <a:ext cx="0" cy="136"/>
              </a:xfrm>
              <a:prstGeom prst="line">
                <a:avLst/>
              </a:prstGeom>
              <a:noFill/>
              <a:ln w="25400">
                <a:solidFill>
                  <a:schemeClr val="tx1"/>
                </a:solidFill>
                <a:round/>
                <a:headEnd/>
                <a:tailEnd/>
              </a:ln>
            </p:spPr>
            <p:txBody>
              <a:bodyPr wrap="none" anchor="ctr"/>
              <a:lstStyle/>
              <a:p>
                <a:endParaRPr lang="en-US" sz="2400"/>
              </a:p>
            </p:txBody>
          </p:sp>
          <p:sp>
            <p:nvSpPr>
              <p:cNvPr id="18" name="Line 20">
                <a:extLst>
                  <a:ext uri="{FF2B5EF4-FFF2-40B4-BE49-F238E27FC236}">
                    <a16:creationId xmlns:a16="http://schemas.microsoft.com/office/drawing/2014/main" id="{EE12D299-F71C-C4B6-692F-88C85D8F6FB8}"/>
                  </a:ext>
                </a:extLst>
              </p:cNvPr>
              <p:cNvSpPr>
                <a:spLocks noChangeShapeType="1"/>
              </p:cNvSpPr>
              <p:nvPr/>
            </p:nvSpPr>
            <p:spPr bwMode="auto">
              <a:xfrm>
                <a:off x="3424" y="1117"/>
                <a:ext cx="0" cy="136"/>
              </a:xfrm>
              <a:prstGeom prst="line">
                <a:avLst/>
              </a:prstGeom>
              <a:noFill/>
              <a:ln w="25400">
                <a:solidFill>
                  <a:schemeClr val="tx1"/>
                </a:solidFill>
                <a:round/>
                <a:headEnd/>
                <a:tailEnd/>
              </a:ln>
            </p:spPr>
            <p:txBody>
              <a:bodyPr wrap="none" anchor="ctr"/>
              <a:lstStyle/>
              <a:p>
                <a:endParaRPr lang="en-US" sz="2400"/>
              </a:p>
            </p:txBody>
          </p:sp>
          <p:sp>
            <p:nvSpPr>
              <p:cNvPr id="19" name="Line 21">
                <a:extLst>
                  <a:ext uri="{FF2B5EF4-FFF2-40B4-BE49-F238E27FC236}">
                    <a16:creationId xmlns:a16="http://schemas.microsoft.com/office/drawing/2014/main" id="{A4901ABB-B2DC-279D-60AB-8A2BBA858780}"/>
                  </a:ext>
                </a:extLst>
              </p:cNvPr>
              <p:cNvSpPr>
                <a:spLocks noChangeShapeType="1"/>
              </p:cNvSpPr>
              <p:nvPr/>
            </p:nvSpPr>
            <p:spPr bwMode="auto">
              <a:xfrm>
                <a:off x="3198" y="1117"/>
                <a:ext cx="226" cy="136"/>
              </a:xfrm>
              <a:prstGeom prst="line">
                <a:avLst/>
              </a:prstGeom>
              <a:noFill/>
              <a:ln w="25400">
                <a:solidFill>
                  <a:schemeClr val="tx1"/>
                </a:solidFill>
                <a:round/>
                <a:headEnd/>
                <a:tailEnd/>
              </a:ln>
            </p:spPr>
            <p:txBody>
              <a:bodyPr wrap="none" anchor="ctr"/>
              <a:lstStyle/>
              <a:p>
                <a:endParaRPr lang="en-US" sz="2400"/>
              </a:p>
            </p:txBody>
          </p:sp>
          <p:sp>
            <p:nvSpPr>
              <p:cNvPr id="20" name="Line 22">
                <a:extLst>
                  <a:ext uri="{FF2B5EF4-FFF2-40B4-BE49-F238E27FC236}">
                    <a16:creationId xmlns:a16="http://schemas.microsoft.com/office/drawing/2014/main" id="{2159B08D-31CB-C47C-BFCC-DD37CDA032BD}"/>
                  </a:ext>
                </a:extLst>
              </p:cNvPr>
              <p:cNvSpPr>
                <a:spLocks noChangeShapeType="1"/>
              </p:cNvSpPr>
              <p:nvPr/>
            </p:nvSpPr>
            <p:spPr bwMode="auto">
              <a:xfrm flipH="1">
                <a:off x="3198" y="1117"/>
                <a:ext cx="226" cy="136"/>
              </a:xfrm>
              <a:prstGeom prst="line">
                <a:avLst/>
              </a:prstGeom>
              <a:noFill/>
              <a:ln w="25400">
                <a:solidFill>
                  <a:schemeClr val="tx1"/>
                </a:solidFill>
                <a:round/>
                <a:headEnd/>
                <a:tailEnd/>
              </a:ln>
            </p:spPr>
            <p:txBody>
              <a:bodyPr wrap="none" anchor="ctr"/>
              <a:lstStyle/>
              <a:p>
                <a:endParaRPr lang="en-US" sz="2400"/>
              </a:p>
            </p:txBody>
          </p:sp>
        </p:grpSp>
      </p:grpSp>
      <p:graphicFrame>
        <p:nvGraphicFramePr>
          <p:cNvPr id="4" name="Table 3">
            <a:extLst>
              <a:ext uri="{FF2B5EF4-FFF2-40B4-BE49-F238E27FC236}">
                <a16:creationId xmlns:a16="http://schemas.microsoft.com/office/drawing/2014/main" id="{B8C7101F-3EFB-EA0A-6DE6-BFA6796CDD6F}"/>
              </a:ext>
            </a:extLst>
          </p:cNvPr>
          <p:cNvGraphicFramePr>
            <a:graphicFrameLocks noGrp="1"/>
          </p:cNvGraphicFramePr>
          <p:nvPr>
            <p:extLst>
              <p:ext uri="{D42A27DB-BD31-4B8C-83A1-F6EECF244321}">
                <p14:modId xmlns:p14="http://schemas.microsoft.com/office/powerpoint/2010/main" val="3623010718"/>
              </p:ext>
            </p:extLst>
          </p:nvPr>
        </p:nvGraphicFramePr>
        <p:xfrm>
          <a:off x="4311502" y="4580703"/>
          <a:ext cx="4917339" cy="1514213"/>
        </p:xfrm>
        <a:graphic>
          <a:graphicData uri="http://schemas.openxmlformats.org/drawingml/2006/table">
            <a:tbl>
              <a:tblPr firstRow="1"/>
              <a:tblGrid>
                <a:gridCol w="1475202">
                  <a:extLst>
                    <a:ext uri="{9D8B030D-6E8A-4147-A177-3AD203B41FA5}">
                      <a16:colId xmlns:a16="http://schemas.microsoft.com/office/drawing/2014/main" val="2848134980"/>
                    </a:ext>
                  </a:extLst>
                </a:gridCol>
                <a:gridCol w="1673903">
                  <a:extLst>
                    <a:ext uri="{9D8B030D-6E8A-4147-A177-3AD203B41FA5}">
                      <a16:colId xmlns:a16="http://schemas.microsoft.com/office/drawing/2014/main" val="815780333"/>
                    </a:ext>
                  </a:extLst>
                </a:gridCol>
                <a:gridCol w="1768234">
                  <a:extLst>
                    <a:ext uri="{9D8B030D-6E8A-4147-A177-3AD203B41FA5}">
                      <a16:colId xmlns:a16="http://schemas.microsoft.com/office/drawing/2014/main" val="1514099068"/>
                    </a:ext>
                  </a:extLst>
                </a:gridCol>
              </a:tblGrid>
              <a:tr h="376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Table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No. of rows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No. of columns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9632997"/>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0509460"/>
                  </a:ext>
                </a:extLst>
              </a:tr>
              <a:tr h="35692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4018636"/>
                  </a:ext>
                </a:extLst>
              </a:tr>
              <a:tr h="4206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TU</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Min(S, 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M + N - 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3369563"/>
                  </a:ext>
                </a:extLst>
              </a:tr>
            </a:tbl>
          </a:graphicData>
        </a:graphic>
      </p:graphicFrame>
      <p:sp>
        <p:nvSpPr>
          <p:cNvPr id="21" name="TextBox 20">
            <a:extLst>
              <a:ext uri="{FF2B5EF4-FFF2-40B4-BE49-F238E27FC236}">
                <a16:creationId xmlns:a16="http://schemas.microsoft.com/office/drawing/2014/main" id="{4BBB9193-F271-5A08-E011-83FA1BAC3D1B}"/>
              </a:ext>
            </a:extLst>
          </p:cNvPr>
          <p:cNvSpPr txBox="1"/>
          <p:nvPr/>
        </p:nvSpPr>
        <p:spPr>
          <a:xfrm>
            <a:off x="9619967" y="5502374"/>
            <a:ext cx="2262270" cy="646331"/>
          </a:xfrm>
          <a:prstGeom prst="rect">
            <a:avLst/>
          </a:prstGeom>
          <a:noFill/>
        </p:spPr>
        <p:txBody>
          <a:bodyPr wrap="square" rtlCol="0">
            <a:spAutoFit/>
          </a:bodyPr>
          <a:lstStyle/>
          <a:p>
            <a:r>
              <a:rPr lang="en-GB" dirty="0"/>
              <a:t>Note: K is the number of common columns Z </a:t>
            </a:r>
          </a:p>
        </p:txBody>
      </p:sp>
    </p:spTree>
    <p:extLst>
      <p:ext uri="{BB962C8B-B14F-4D97-AF65-F5344CB8AC3E}">
        <p14:creationId xmlns:p14="http://schemas.microsoft.com/office/powerpoint/2010/main" val="1461511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62</a:t>
            </a:fld>
            <a:endParaRPr lang="en-GB"/>
          </a:p>
        </p:txBody>
      </p:sp>
      <p:graphicFrame>
        <p:nvGraphicFramePr>
          <p:cNvPr id="5" name="Group 5">
            <a:extLst>
              <a:ext uri="{FF2B5EF4-FFF2-40B4-BE49-F238E27FC236}">
                <a16:creationId xmlns:a16="http://schemas.microsoft.com/office/drawing/2014/main" id="{4D8F2B96-6FB3-EF97-B17E-25BAF1BB49CF}"/>
              </a:ext>
            </a:extLst>
          </p:cNvPr>
          <p:cNvGraphicFramePr>
            <a:graphicFrameLocks noGrp="1"/>
          </p:cNvGraphicFramePr>
          <p:nvPr>
            <p:extLst>
              <p:ext uri="{D42A27DB-BD31-4B8C-83A1-F6EECF244321}">
                <p14:modId xmlns:p14="http://schemas.microsoft.com/office/powerpoint/2010/main" val="467024592"/>
              </p:ext>
            </p:extLst>
          </p:nvPr>
        </p:nvGraphicFramePr>
        <p:xfrm>
          <a:off x="676637" y="4528122"/>
          <a:ext cx="2663827" cy="180054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 Box 31">
            <a:extLst>
              <a:ext uri="{FF2B5EF4-FFF2-40B4-BE49-F238E27FC236}">
                <a16:creationId xmlns:a16="http://schemas.microsoft.com/office/drawing/2014/main" id="{0032123A-B1C8-6210-5F21-06256FED7564}"/>
              </a:ext>
            </a:extLst>
          </p:cNvPr>
          <p:cNvSpPr txBox="1">
            <a:spLocks noChangeArrowheads="1"/>
          </p:cNvSpPr>
          <p:nvPr/>
        </p:nvSpPr>
        <p:spPr bwMode="auto">
          <a:xfrm>
            <a:off x="617413" y="4218176"/>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graphicFrame>
        <p:nvGraphicFramePr>
          <p:cNvPr id="7" name="Group 32">
            <a:extLst>
              <a:ext uri="{FF2B5EF4-FFF2-40B4-BE49-F238E27FC236}">
                <a16:creationId xmlns:a16="http://schemas.microsoft.com/office/drawing/2014/main" id="{CDE82CE4-117E-046D-F850-EC9D55820B3A}"/>
              </a:ext>
            </a:extLst>
          </p:cNvPr>
          <p:cNvGraphicFramePr>
            <a:graphicFrameLocks noGrp="1"/>
          </p:cNvGraphicFramePr>
          <p:nvPr>
            <p:extLst>
              <p:ext uri="{D42A27DB-BD31-4B8C-83A1-F6EECF244321}">
                <p14:modId xmlns:p14="http://schemas.microsoft.com/office/powerpoint/2010/main" val="3892787707"/>
              </p:ext>
            </p:extLst>
          </p:nvPr>
        </p:nvGraphicFramePr>
        <p:xfrm>
          <a:off x="3965544" y="3430997"/>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Text Box 70">
            <a:extLst>
              <a:ext uri="{FF2B5EF4-FFF2-40B4-BE49-F238E27FC236}">
                <a16:creationId xmlns:a16="http://schemas.microsoft.com/office/drawing/2014/main" id="{79E94985-CF6D-3781-501B-A1CACBE634FC}"/>
              </a:ext>
            </a:extLst>
          </p:cNvPr>
          <p:cNvSpPr txBox="1">
            <a:spLocks noChangeArrowheads="1"/>
          </p:cNvSpPr>
          <p:nvPr/>
        </p:nvSpPr>
        <p:spPr bwMode="auto">
          <a:xfrm>
            <a:off x="3862407" y="3079541"/>
            <a:ext cx="1531188" cy="369332"/>
          </a:xfrm>
          <a:prstGeom prst="rect">
            <a:avLst/>
          </a:prstGeom>
          <a:noFill/>
          <a:ln w="9525" algn="ctr">
            <a:noFill/>
            <a:prstDash val="dash"/>
            <a:miter lim="800000"/>
            <a:headEnd/>
            <a:tailEnd/>
          </a:ln>
        </p:spPr>
        <p:txBody>
          <a:bodyPr wrap="none">
            <a:spAutoFit/>
          </a:bodyPr>
          <a:lstStyle/>
          <a:p>
            <a:pPr algn="l"/>
            <a:r>
              <a:rPr lang="en-GB" b="1" dirty="0">
                <a:latin typeface="Arial" charset="0"/>
              </a:rPr>
              <a:t>Registration</a:t>
            </a: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Natural join operation (2.2)</a:t>
            </a:r>
          </a:p>
        </p:txBody>
      </p:sp>
      <p:sp>
        <p:nvSpPr>
          <p:cNvPr id="11" name="TextBox 10">
            <a:extLst>
              <a:ext uri="{FF2B5EF4-FFF2-40B4-BE49-F238E27FC236}">
                <a16:creationId xmlns:a16="http://schemas.microsoft.com/office/drawing/2014/main" id="{4295DC75-5C5C-8714-BFE2-6895C8EC06EE}"/>
              </a:ext>
            </a:extLst>
          </p:cNvPr>
          <p:cNvSpPr txBox="1"/>
          <p:nvPr/>
        </p:nvSpPr>
        <p:spPr>
          <a:xfrm>
            <a:off x="676637" y="1490040"/>
            <a:ext cx="6097904" cy="1815882"/>
          </a:xfrm>
          <a:prstGeom prst="rect">
            <a:avLst/>
          </a:prstGeom>
          <a:noFill/>
        </p:spPr>
        <p:txBody>
          <a:bodyPr wrap="square">
            <a:spAutoFit/>
          </a:bodyPr>
          <a:lstStyle/>
          <a:p>
            <a:r>
              <a:rPr lang="en-GB" sz="2800" dirty="0">
                <a:latin typeface="+mj-lt"/>
                <a:sym typeface="WP MathA" pitchFamily="2" charset="2"/>
              </a:rPr>
              <a:t>e.g.  </a:t>
            </a:r>
          </a:p>
          <a:p>
            <a:endParaRPr lang="en-GB" sz="2800" dirty="0">
              <a:latin typeface="+mj-lt"/>
              <a:sym typeface="WP MathA" pitchFamily="2" charset="2"/>
            </a:endParaRPr>
          </a:p>
          <a:p>
            <a:r>
              <a:rPr lang="en-GB" sz="2800" dirty="0">
                <a:latin typeface="+mj-lt"/>
                <a:sym typeface="WP MathA" pitchFamily="2" charset="2"/>
              </a:rPr>
              <a:t>OR</a:t>
            </a:r>
            <a:endParaRPr lang="en-US" sz="2800" dirty="0">
              <a:latin typeface="+mj-lt"/>
              <a:sym typeface="WP MathA" pitchFamily="2" charset="2"/>
            </a:endParaRPr>
          </a:p>
          <a:p>
            <a:pPr lvl="1"/>
            <a:endParaRPr lang="en-US" sz="2800" dirty="0">
              <a:latin typeface="+mj-lt"/>
              <a:sym typeface="WP MathA" pitchFamily="2" charset="2"/>
            </a:endParaRPr>
          </a:p>
        </p:txBody>
      </p:sp>
      <p:grpSp>
        <p:nvGrpSpPr>
          <p:cNvPr id="12" name="Group 11" descr="Expression">
            <a:extLst>
              <a:ext uri="{FF2B5EF4-FFF2-40B4-BE49-F238E27FC236}">
                <a16:creationId xmlns:a16="http://schemas.microsoft.com/office/drawing/2014/main" id="{74AB776E-E1A6-07B8-F351-52B9C09ABE9A}"/>
              </a:ext>
            </a:extLst>
          </p:cNvPr>
          <p:cNvGrpSpPr/>
          <p:nvPr/>
        </p:nvGrpSpPr>
        <p:grpSpPr>
          <a:xfrm>
            <a:off x="2237353" y="1538125"/>
            <a:ext cx="3889127" cy="461665"/>
            <a:chOff x="395536" y="2062037"/>
            <a:chExt cx="3889127" cy="461665"/>
          </a:xfrm>
        </p:grpSpPr>
        <p:sp>
          <p:nvSpPr>
            <p:cNvPr id="13" name="Rectangle 60">
              <a:extLst>
                <a:ext uri="{FF2B5EF4-FFF2-40B4-BE49-F238E27FC236}">
                  <a16:creationId xmlns:a16="http://schemas.microsoft.com/office/drawing/2014/main" id="{7529DB24-DFE1-94FE-1329-C4EE638E71E6}"/>
                </a:ext>
              </a:extLst>
            </p:cNvPr>
            <p:cNvSpPr>
              <a:spLocks noChangeArrowheads="1"/>
            </p:cNvSpPr>
            <p:nvPr/>
          </p:nvSpPr>
          <p:spPr bwMode="auto">
            <a:xfrm>
              <a:off x="395536" y="2062037"/>
              <a:ext cx="3889127" cy="461665"/>
            </a:xfrm>
            <a:prstGeom prst="rect">
              <a:avLst/>
            </a:prstGeom>
            <a:noFill/>
            <a:ln w="9525" algn="ctr">
              <a:noFill/>
              <a:prstDash val="dash"/>
              <a:miter lim="800000"/>
              <a:headEnd/>
              <a:tailEnd/>
            </a:ln>
          </p:spPr>
          <p:txBody>
            <a:bodyPr wrap="square">
              <a:spAutoFit/>
            </a:bodyPr>
            <a:lstStyle/>
            <a:p>
              <a:pPr algn="l"/>
              <a:r>
                <a:rPr lang="en-US" sz="2400" dirty="0">
                  <a:latin typeface="Arial" charset="0"/>
                  <a:sym typeface="Symbol" pitchFamily="18" charset="2"/>
                </a:rPr>
                <a:t> Student</a:t>
              </a:r>
              <a:r>
                <a:rPr lang="en-US" sz="2400" dirty="0">
                  <a:solidFill>
                    <a:srgbClr val="996633"/>
                  </a:solidFill>
                  <a:latin typeface="Arial" charset="0"/>
                  <a:sym typeface="Symbol" pitchFamily="18" charset="2"/>
                </a:rPr>
                <a:t>        </a:t>
              </a:r>
              <a:r>
                <a:rPr lang="en-US" sz="2400" dirty="0">
                  <a:latin typeface="Arial" charset="0"/>
                  <a:sym typeface="Symbol" pitchFamily="18" charset="2"/>
                </a:rPr>
                <a:t>Registration </a:t>
              </a:r>
              <a:endParaRPr lang="en-GB" sz="2400" dirty="0">
                <a:latin typeface="Arial" charset="0"/>
                <a:sym typeface="Symbol" pitchFamily="18" charset="2"/>
              </a:endParaRPr>
            </a:p>
          </p:txBody>
        </p:sp>
        <p:grpSp>
          <p:nvGrpSpPr>
            <p:cNvPr id="14" name="Group 55">
              <a:extLst>
                <a:ext uri="{FF2B5EF4-FFF2-40B4-BE49-F238E27FC236}">
                  <a16:creationId xmlns:a16="http://schemas.microsoft.com/office/drawing/2014/main" id="{A9CF3A64-2536-A416-7EDF-75DE69BD0B13}"/>
                </a:ext>
              </a:extLst>
            </p:cNvPr>
            <p:cNvGrpSpPr>
              <a:grpSpLocks/>
            </p:cNvGrpSpPr>
            <p:nvPr/>
          </p:nvGrpSpPr>
          <p:grpSpPr bwMode="auto">
            <a:xfrm>
              <a:off x="1764953" y="2204988"/>
              <a:ext cx="358775" cy="215900"/>
              <a:chOff x="3198" y="1117"/>
              <a:chExt cx="226" cy="136"/>
            </a:xfrm>
          </p:grpSpPr>
          <p:sp>
            <p:nvSpPr>
              <p:cNvPr id="15" name="Line 56">
                <a:extLst>
                  <a:ext uri="{FF2B5EF4-FFF2-40B4-BE49-F238E27FC236}">
                    <a16:creationId xmlns:a16="http://schemas.microsoft.com/office/drawing/2014/main" id="{0DA0DB4C-FD96-B13D-3C7B-AAFE3BEBDACF}"/>
                  </a:ext>
                </a:extLst>
              </p:cNvPr>
              <p:cNvSpPr>
                <a:spLocks noChangeShapeType="1"/>
              </p:cNvSpPr>
              <p:nvPr/>
            </p:nvSpPr>
            <p:spPr bwMode="auto">
              <a:xfrm>
                <a:off x="3198" y="1117"/>
                <a:ext cx="0" cy="136"/>
              </a:xfrm>
              <a:prstGeom prst="line">
                <a:avLst/>
              </a:prstGeom>
              <a:noFill/>
              <a:ln w="25400">
                <a:solidFill>
                  <a:schemeClr val="tx1"/>
                </a:solidFill>
                <a:round/>
                <a:headEnd/>
                <a:tailEnd/>
              </a:ln>
            </p:spPr>
            <p:txBody>
              <a:bodyPr wrap="none" anchor="ctr"/>
              <a:lstStyle/>
              <a:p>
                <a:endParaRPr lang="en-US"/>
              </a:p>
            </p:txBody>
          </p:sp>
          <p:sp>
            <p:nvSpPr>
              <p:cNvPr id="16" name="Line 57">
                <a:extLst>
                  <a:ext uri="{FF2B5EF4-FFF2-40B4-BE49-F238E27FC236}">
                    <a16:creationId xmlns:a16="http://schemas.microsoft.com/office/drawing/2014/main" id="{C9F958C6-CE37-7F35-20F0-4C575569A572}"/>
                  </a:ext>
                </a:extLst>
              </p:cNvPr>
              <p:cNvSpPr>
                <a:spLocks noChangeShapeType="1"/>
              </p:cNvSpPr>
              <p:nvPr/>
            </p:nvSpPr>
            <p:spPr bwMode="auto">
              <a:xfrm>
                <a:off x="3424" y="1117"/>
                <a:ext cx="0" cy="136"/>
              </a:xfrm>
              <a:prstGeom prst="line">
                <a:avLst/>
              </a:prstGeom>
              <a:noFill/>
              <a:ln w="25400">
                <a:solidFill>
                  <a:schemeClr val="tx1"/>
                </a:solidFill>
                <a:round/>
                <a:headEnd/>
                <a:tailEnd/>
              </a:ln>
            </p:spPr>
            <p:txBody>
              <a:bodyPr wrap="none" anchor="ctr"/>
              <a:lstStyle/>
              <a:p>
                <a:endParaRPr lang="en-US"/>
              </a:p>
            </p:txBody>
          </p:sp>
          <p:sp>
            <p:nvSpPr>
              <p:cNvPr id="17" name="Line 58">
                <a:extLst>
                  <a:ext uri="{FF2B5EF4-FFF2-40B4-BE49-F238E27FC236}">
                    <a16:creationId xmlns:a16="http://schemas.microsoft.com/office/drawing/2014/main" id="{5FE7D87C-6109-94B8-145C-1F7BB82F2437}"/>
                  </a:ext>
                </a:extLst>
              </p:cNvPr>
              <p:cNvSpPr>
                <a:spLocks noChangeShapeType="1"/>
              </p:cNvSpPr>
              <p:nvPr/>
            </p:nvSpPr>
            <p:spPr bwMode="auto">
              <a:xfrm>
                <a:off x="3198" y="1117"/>
                <a:ext cx="226" cy="136"/>
              </a:xfrm>
              <a:prstGeom prst="line">
                <a:avLst/>
              </a:prstGeom>
              <a:noFill/>
              <a:ln w="25400">
                <a:solidFill>
                  <a:schemeClr val="tx1"/>
                </a:solidFill>
                <a:round/>
                <a:headEnd/>
                <a:tailEnd/>
              </a:ln>
            </p:spPr>
            <p:txBody>
              <a:bodyPr wrap="none" anchor="ctr"/>
              <a:lstStyle/>
              <a:p>
                <a:endParaRPr lang="en-US"/>
              </a:p>
            </p:txBody>
          </p:sp>
          <p:sp>
            <p:nvSpPr>
              <p:cNvPr id="18" name="Line 59">
                <a:extLst>
                  <a:ext uri="{FF2B5EF4-FFF2-40B4-BE49-F238E27FC236}">
                    <a16:creationId xmlns:a16="http://schemas.microsoft.com/office/drawing/2014/main" id="{5023F823-706A-7845-B343-9467829C408A}"/>
                  </a:ext>
                </a:extLst>
              </p:cNvPr>
              <p:cNvSpPr>
                <a:spLocks noChangeShapeType="1"/>
              </p:cNvSpPr>
              <p:nvPr/>
            </p:nvSpPr>
            <p:spPr bwMode="auto">
              <a:xfrm flipH="1">
                <a:off x="3198" y="1117"/>
                <a:ext cx="226" cy="136"/>
              </a:xfrm>
              <a:prstGeom prst="line">
                <a:avLst/>
              </a:prstGeom>
              <a:noFill/>
              <a:ln w="25400">
                <a:solidFill>
                  <a:schemeClr val="tx1"/>
                </a:solidFill>
                <a:round/>
                <a:headEnd/>
                <a:tailEnd/>
              </a:ln>
            </p:spPr>
            <p:txBody>
              <a:bodyPr wrap="none" anchor="ctr"/>
              <a:lstStyle/>
              <a:p>
                <a:endParaRPr lang="en-US"/>
              </a:p>
            </p:txBody>
          </p:sp>
        </p:grpSp>
      </p:grpSp>
      <p:sp>
        <p:nvSpPr>
          <p:cNvPr id="19" name="Rectangle 140">
            <a:extLst>
              <a:ext uri="{FF2B5EF4-FFF2-40B4-BE49-F238E27FC236}">
                <a16:creationId xmlns:a16="http://schemas.microsoft.com/office/drawing/2014/main" id="{D2A2D99B-BDEA-C0DE-6FAD-735B1EAD2D38}"/>
              </a:ext>
            </a:extLst>
          </p:cNvPr>
          <p:cNvSpPr>
            <a:spLocks noChangeArrowheads="1"/>
          </p:cNvSpPr>
          <p:nvPr/>
        </p:nvSpPr>
        <p:spPr bwMode="auto">
          <a:xfrm>
            <a:off x="1661289" y="2451881"/>
            <a:ext cx="4608511" cy="400110"/>
          </a:xfrm>
          <a:prstGeom prst="rect">
            <a:avLst/>
          </a:prstGeom>
          <a:noFill/>
          <a:ln w="9525" algn="ctr">
            <a:noFill/>
            <a:miter lim="800000"/>
            <a:headEnd/>
            <a:tailEnd/>
          </a:ln>
        </p:spPr>
        <p:txBody>
          <a:bodyPr wrap="square">
            <a:spAutoFit/>
          </a:bodyPr>
          <a:lstStyle/>
          <a:p>
            <a:pPr algn="l"/>
            <a:r>
              <a:rPr lang="en-US" sz="2000" dirty="0">
                <a:latin typeface="Arial" charset="0"/>
              </a:rPr>
              <a:t> Student  </a:t>
            </a:r>
            <a:r>
              <a:rPr lang="en-US" sz="2000" dirty="0">
                <a:solidFill>
                  <a:srgbClr val="CC3300"/>
                </a:solidFill>
                <a:latin typeface="Arial" charset="0"/>
              </a:rPr>
              <a:t>NATURAL JOIN </a:t>
            </a:r>
            <a:r>
              <a:rPr lang="en-US" sz="2000" dirty="0">
                <a:latin typeface="Arial" charset="0"/>
              </a:rPr>
              <a:t>Registration </a:t>
            </a:r>
            <a:endParaRPr lang="en-GB" sz="2000" dirty="0">
              <a:latin typeface="Arial" charset="0"/>
            </a:endParaRPr>
          </a:p>
        </p:txBody>
      </p:sp>
    </p:spTree>
    <p:extLst>
      <p:ext uri="{BB962C8B-B14F-4D97-AF65-F5344CB8AC3E}">
        <p14:creationId xmlns:p14="http://schemas.microsoft.com/office/powerpoint/2010/main" val="5659043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63</a:t>
            </a:fld>
            <a:endParaRPr lang="en-GB"/>
          </a:p>
        </p:txBody>
      </p:sp>
      <p:graphicFrame>
        <p:nvGraphicFramePr>
          <p:cNvPr id="5" name="Group 5">
            <a:extLst>
              <a:ext uri="{FF2B5EF4-FFF2-40B4-BE49-F238E27FC236}">
                <a16:creationId xmlns:a16="http://schemas.microsoft.com/office/drawing/2014/main" id="{4D8F2B96-6FB3-EF97-B17E-25BAF1BB49CF}"/>
              </a:ext>
            </a:extLst>
          </p:cNvPr>
          <p:cNvGraphicFramePr>
            <a:graphicFrameLocks noGrp="1"/>
          </p:cNvGraphicFramePr>
          <p:nvPr>
            <p:extLst>
              <p:ext uri="{D42A27DB-BD31-4B8C-83A1-F6EECF244321}">
                <p14:modId xmlns:p14="http://schemas.microsoft.com/office/powerpoint/2010/main" val="2977704915"/>
              </p:ext>
            </p:extLst>
          </p:nvPr>
        </p:nvGraphicFramePr>
        <p:xfrm>
          <a:off x="676637" y="4528122"/>
          <a:ext cx="2663827" cy="1800544"/>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7">
                  <a:extLst>
                    <a:ext uri="{9D8B030D-6E8A-4147-A177-3AD203B41FA5}">
                      <a16:colId xmlns:a16="http://schemas.microsoft.com/office/drawing/2014/main" val="20001"/>
                    </a:ext>
                  </a:extLst>
                </a:gridCol>
                <a:gridCol w="960439">
                  <a:extLst>
                    <a:ext uri="{9D8B030D-6E8A-4147-A177-3AD203B41FA5}">
                      <a16:colId xmlns:a16="http://schemas.microsoft.com/office/drawing/2014/main" val="20002"/>
                    </a:ext>
                  </a:extLst>
                </a:gridCol>
              </a:tblGrid>
              <a:tr h="3301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gender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John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Text Box 31">
            <a:extLst>
              <a:ext uri="{FF2B5EF4-FFF2-40B4-BE49-F238E27FC236}">
                <a16:creationId xmlns:a16="http://schemas.microsoft.com/office/drawing/2014/main" id="{0032123A-B1C8-6210-5F21-06256FED7564}"/>
              </a:ext>
            </a:extLst>
          </p:cNvPr>
          <p:cNvSpPr txBox="1">
            <a:spLocks noChangeArrowheads="1"/>
          </p:cNvSpPr>
          <p:nvPr/>
        </p:nvSpPr>
        <p:spPr bwMode="auto">
          <a:xfrm>
            <a:off x="617413" y="4218176"/>
            <a:ext cx="1043876" cy="369332"/>
          </a:xfrm>
          <a:prstGeom prst="rect">
            <a:avLst/>
          </a:prstGeom>
          <a:noFill/>
          <a:ln w="9525" algn="ctr">
            <a:noFill/>
            <a:prstDash val="dash"/>
            <a:miter lim="800000"/>
            <a:headEnd/>
            <a:tailEnd/>
          </a:ln>
        </p:spPr>
        <p:txBody>
          <a:bodyPr wrap="none">
            <a:spAutoFit/>
          </a:bodyPr>
          <a:lstStyle/>
          <a:p>
            <a:r>
              <a:rPr lang="en-GB" b="1" dirty="0">
                <a:latin typeface="Arial" charset="0"/>
              </a:rPr>
              <a:t>Student</a:t>
            </a:r>
          </a:p>
        </p:txBody>
      </p:sp>
      <p:graphicFrame>
        <p:nvGraphicFramePr>
          <p:cNvPr id="7" name="Group 32">
            <a:extLst>
              <a:ext uri="{FF2B5EF4-FFF2-40B4-BE49-F238E27FC236}">
                <a16:creationId xmlns:a16="http://schemas.microsoft.com/office/drawing/2014/main" id="{CDE82CE4-117E-046D-F850-EC9D55820B3A}"/>
              </a:ext>
            </a:extLst>
          </p:cNvPr>
          <p:cNvGraphicFramePr>
            <a:graphicFrameLocks noGrp="1"/>
          </p:cNvGraphicFramePr>
          <p:nvPr>
            <p:extLst>
              <p:ext uri="{D42A27DB-BD31-4B8C-83A1-F6EECF244321}">
                <p14:modId xmlns:p14="http://schemas.microsoft.com/office/powerpoint/2010/main" val="2557527171"/>
              </p:ext>
            </p:extLst>
          </p:nvPr>
        </p:nvGraphicFramePr>
        <p:xfrm>
          <a:off x="3965544" y="3430997"/>
          <a:ext cx="2663827" cy="2897669"/>
        </p:xfrm>
        <a:graphic>
          <a:graphicData uri="http://schemas.openxmlformats.org/drawingml/2006/table">
            <a:tbl>
              <a:tblPr firstRow="1"/>
              <a:tblGrid>
                <a:gridCol w="666751">
                  <a:extLst>
                    <a:ext uri="{9D8B030D-6E8A-4147-A177-3AD203B41FA5}">
                      <a16:colId xmlns:a16="http://schemas.microsoft.com/office/drawing/2014/main" val="20000"/>
                    </a:ext>
                  </a:extLst>
                </a:gridCol>
                <a:gridCol w="1036639">
                  <a:extLst>
                    <a:ext uri="{9D8B030D-6E8A-4147-A177-3AD203B41FA5}">
                      <a16:colId xmlns:a16="http://schemas.microsoft.com/office/drawing/2014/main" val="20001"/>
                    </a:ext>
                  </a:extLst>
                </a:gridCol>
                <a:gridCol w="960437">
                  <a:extLst>
                    <a:ext uri="{9D8B030D-6E8A-4147-A177-3AD203B41FA5}">
                      <a16:colId xmlns:a16="http://schemas.microsoft.com/office/drawing/2014/main" val="20002"/>
                    </a:ext>
                  </a:extLst>
                </a:gridCol>
              </a:tblGrid>
              <a:tr h="351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cid</a:t>
                      </a:r>
                      <a:endParaRPr kumimoji="0" lang="en-GB" sz="1600" b="1" i="0" u="none" strike="noStrike" cap="none" normalizeH="0" baseline="0" dirty="0">
                        <a:ln>
                          <a:noFill/>
                        </a:ln>
                        <a:solidFill>
                          <a:schemeClr val="tx1"/>
                        </a:solidFill>
                        <a:effectLst/>
                        <a:latin typeface="Arial" charset="0"/>
                        <a:cs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mark</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8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S4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C3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Text Box 70">
            <a:extLst>
              <a:ext uri="{FF2B5EF4-FFF2-40B4-BE49-F238E27FC236}">
                <a16:creationId xmlns:a16="http://schemas.microsoft.com/office/drawing/2014/main" id="{79E94985-CF6D-3781-501B-A1CACBE634FC}"/>
              </a:ext>
            </a:extLst>
          </p:cNvPr>
          <p:cNvSpPr txBox="1">
            <a:spLocks noChangeArrowheads="1"/>
          </p:cNvSpPr>
          <p:nvPr/>
        </p:nvSpPr>
        <p:spPr bwMode="auto">
          <a:xfrm>
            <a:off x="3862407" y="3079541"/>
            <a:ext cx="1531188" cy="369332"/>
          </a:xfrm>
          <a:prstGeom prst="rect">
            <a:avLst/>
          </a:prstGeom>
          <a:noFill/>
          <a:ln w="9525" algn="ctr">
            <a:noFill/>
            <a:prstDash val="dash"/>
            <a:miter lim="800000"/>
            <a:headEnd/>
            <a:tailEnd/>
          </a:ln>
        </p:spPr>
        <p:txBody>
          <a:bodyPr wrap="none">
            <a:spAutoFit/>
          </a:bodyPr>
          <a:lstStyle/>
          <a:p>
            <a:pPr algn="l"/>
            <a:r>
              <a:rPr lang="en-GB" b="1" dirty="0">
                <a:latin typeface="Arial" charset="0"/>
              </a:rPr>
              <a:t>Registration</a:t>
            </a:r>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Natural join operation (2.3)</a:t>
            </a:r>
          </a:p>
        </p:txBody>
      </p:sp>
      <p:sp>
        <p:nvSpPr>
          <p:cNvPr id="11" name="TextBox 10">
            <a:extLst>
              <a:ext uri="{FF2B5EF4-FFF2-40B4-BE49-F238E27FC236}">
                <a16:creationId xmlns:a16="http://schemas.microsoft.com/office/drawing/2014/main" id="{4295DC75-5C5C-8714-BFE2-6895C8EC06EE}"/>
              </a:ext>
            </a:extLst>
          </p:cNvPr>
          <p:cNvSpPr txBox="1"/>
          <p:nvPr/>
        </p:nvSpPr>
        <p:spPr>
          <a:xfrm>
            <a:off x="676637" y="1490040"/>
            <a:ext cx="6097904" cy="1815882"/>
          </a:xfrm>
          <a:prstGeom prst="rect">
            <a:avLst/>
          </a:prstGeom>
          <a:noFill/>
        </p:spPr>
        <p:txBody>
          <a:bodyPr wrap="square">
            <a:spAutoFit/>
          </a:bodyPr>
          <a:lstStyle/>
          <a:p>
            <a:r>
              <a:rPr lang="en-GB" sz="2800" dirty="0">
                <a:latin typeface="+mj-lt"/>
                <a:sym typeface="WP MathA" pitchFamily="2" charset="2"/>
              </a:rPr>
              <a:t>e.g.  </a:t>
            </a:r>
          </a:p>
          <a:p>
            <a:endParaRPr lang="en-GB" sz="2800" dirty="0">
              <a:latin typeface="+mj-lt"/>
              <a:sym typeface="WP MathA" pitchFamily="2" charset="2"/>
            </a:endParaRPr>
          </a:p>
          <a:p>
            <a:r>
              <a:rPr lang="en-GB" sz="2800" dirty="0">
                <a:latin typeface="+mj-lt"/>
                <a:sym typeface="WP MathA" pitchFamily="2" charset="2"/>
              </a:rPr>
              <a:t>OR</a:t>
            </a:r>
            <a:endParaRPr lang="en-US" sz="2800" dirty="0">
              <a:latin typeface="+mj-lt"/>
              <a:sym typeface="WP MathA" pitchFamily="2" charset="2"/>
            </a:endParaRPr>
          </a:p>
          <a:p>
            <a:pPr lvl="1"/>
            <a:endParaRPr lang="en-US" sz="2800" dirty="0">
              <a:latin typeface="+mj-lt"/>
              <a:sym typeface="WP MathA" pitchFamily="2" charset="2"/>
            </a:endParaRPr>
          </a:p>
        </p:txBody>
      </p:sp>
      <p:grpSp>
        <p:nvGrpSpPr>
          <p:cNvPr id="12" name="Group 11" descr="Expression">
            <a:extLst>
              <a:ext uri="{FF2B5EF4-FFF2-40B4-BE49-F238E27FC236}">
                <a16:creationId xmlns:a16="http://schemas.microsoft.com/office/drawing/2014/main" id="{74AB776E-E1A6-07B8-F351-52B9C09ABE9A}"/>
              </a:ext>
            </a:extLst>
          </p:cNvPr>
          <p:cNvGrpSpPr/>
          <p:nvPr/>
        </p:nvGrpSpPr>
        <p:grpSpPr>
          <a:xfrm>
            <a:off x="2237353" y="1538125"/>
            <a:ext cx="3889127" cy="461665"/>
            <a:chOff x="395536" y="2062037"/>
            <a:chExt cx="3889127" cy="461665"/>
          </a:xfrm>
        </p:grpSpPr>
        <p:sp>
          <p:nvSpPr>
            <p:cNvPr id="13" name="Rectangle 60">
              <a:extLst>
                <a:ext uri="{FF2B5EF4-FFF2-40B4-BE49-F238E27FC236}">
                  <a16:creationId xmlns:a16="http://schemas.microsoft.com/office/drawing/2014/main" id="{7529DB24-DFE1-94FE-1329-C4EE638E71E6}"/>
                </a:ext>
              </a:extLst>
            </p:cNvPr>
            <p:cNvSpPr>
              <a:spLocks noChangeArrowheads="1"/>
            </p:cNvSpPr>
            <p:nvPr/>
          </p:nvSpPr>
          <p:spPr bwMode="auto">
            <a:xfrm>
              <a:off x="395536" y="2062037"/>
              <a:ext cx="3889127" cy="461665"/>
            </a:xfrm>
            <a:prstGeom prst="rect">
              <a:avLst/>
            </a:prstGeom>
            <a:noFill/>
            <a:ln w="9525" algn="ctr">
              <a:noFill/>
              <a:prstDash val="dash"/>
              <a:miter lim="800000"/>
              <a:headEnd/>
              <a:tailEnd/>
            </a:ln>
          </p:spPr>
          <p:txBody>
            <a:bodyPr wrap="square">
              <a:spAutoFit/>
            </a:bodyPr>
            <a:lstStyle/>
            <a:p>
              <a:pPr algn="l"/>
              <a:r>
                <a:rPr lang="en-US" sz="2400" dirty="0">
                  <a:latin typeface="Arial" charset="0"/>
                  <a:sym typeface="Symbol" pitchFamily="18" charset="2"/>
                </a:rPr>
                <a:t> Student</a:t>
              </a:r>
              <a:r>
                <a:rPr lang="en-US" sz="2400" dirty="0">
                  <a:solidFill>
                    <a:srgbClr val="996633"/>
                  </a:solidFill>
                  <a:latin typeface="Arial" charset="0"/>
                  <a:sym typeface="Symbol" pitchFamily="18" charset="2"/>
                </a:rPr>
                <a:t>        </a:t>
              </a:r>
              <a:r>
                <a:rPr lang="en-US" sz="2400" dirty="0">
                  <a:latin typeface="Arial" charset="0"/>
                  <a:sym typeface="Symbol" pitchFamily="18" charset="2"/>
                </a:rPr>
                <a:t>Registration </a:t>
              </a:r>
              <a:endParaRPr lang="en-GB" sz="2400" dirty="0">
                <a:latin typeface="Arial" charset="0"/>
                <a:sym typeface="Symbol" pitchFamily="18" charset="2"/>
              </a:endParaRPr>
            </a:p>
          </p:txBody>
        </p:sp>
        <p:grpSp>
          <p:nvGrpSpPr>
            <p:cNvPr id="14" name="Group 55">
              <a:extLst>
                <a:ext uri="{FF2B5EF4-FFF2-40B4-BE49-F238E27FC236}">
                  <a16:creationId xmlns:a16="http://schemas.microsoft.com/office/drawing/2014/main" id="{A9CF3A64-2536-A416-7EDF-75DE69BD0B13}"/>
                </a:ext>
              </a:extLst>
            </p:cNvPr>
            <p:cNvGrpSpPr>
              <a:grpSpLocks/>
            </p:cNvGrpSpPr>
            <p:nvPr/>
          </p:nvGrpSpPr>
          <p:grpSpPr bwMode="auto">
            <a:xfrm>
              <a:off x="1764953" y="2204988"/>
              <a:ext cx="358775" cy="215900"/>
              <a:chOff x="3198" y="1117"/>
              <a:chExt cx="226" cy="136"/>
            </a:xfrm>
          </p:grpSpPr>
          <p:sp>
            <p:nvSpPr>
              <p:cNvPr id="15" name="Line 56">
                <a:extLst>
                  <a:ext uri="{FF2B5EF4-FFF2-40B4-BE49-F238E27FC236}">
                    <a16:creationId xmlns:a16="http://schemas.microsoft.com/office/drawing/2014/main" id="{0DA0DB4C-FD96-B13D-3C7B-AAFE3BEBDACF}"/>
                  </a:ext>
                </a:extLst>
              </p:cNvPr>
              <p:cNvSpPr>
                <a:spLocks noChangeShapeType="1"/>
              </p:cNvSpPr>
              <p:nvPr/>
            </p:nvSpPr>
            <p:spPr bwMode="auto">
              <a:xfrm>
                <a:off x="3198" y="1117"/>
                <a:ext cx="0" cy="136"/>
              </a:xfrm>
              <a:prstGeom prst="line">
                <a:avLst/>
              </a:prstGeom>
              <a:noFill/>
              <a:ln w="25400">
                <a:solidFill>
                  <a:schemeClr val="tx1"/>
                </a:solidFill>
                <a:round/>
                <a:headEnd/>
                <a:tailEnd/>
              </a:ln>
            </p:spPr>
            <p:txBody>
              <a:bodyPr wrap="none" anchor="ctr"/>
              <a:lstStyle/>
              <a:p>
                <a:endParaRPr lang="en-US"/>
              </a:p>
            </p:txBody>
          </p:sp>
          <p:sp>
            <p:nvSpPr>
              <p:cNvPr id="16" name="Line 57">
                <a:extLst>
                  <a:ext uri="{FF2B5EF4-FFF2-40B4-BE49-F238E27FC236}">
                    <a16:creationId xmlns:a16="http://schemas.microsoft.com/office/drawing/2014/main" id="{C9F958C6-CE37-7F35-20F0-4C575569A572}"/>
                  </a:ext>
                </a:extLst>
              </p:cNvPr>
              <p:cNvSpPr>
                <a:spLocks noChangeShapeType="1"/>
              </p:cNvSpPr>
              <p:nvPr/>
            </p:nvSpPr>
            <p:spPr bwMode="auto">
              <a:xfrm>
                <a:off x="3424" y="1117"/>
                <a:ext cx="0" cy="136"/>
              </a:xfrm>
              <a:prstGeom prst="line">
                <a:avLst/>
              </a:prstGeom>
              <a:noFill/>
              <a:ln w="25400">
                <a:solidFill>
                  <a:schemeClr val="tx1"/>
                </a:solidFill>
                <a:round/>
                <a:headEnd/>
                <a:tailEnd/>
              </a:ln>
            </p:spPr>
            <p:txBody>
              <a:bodyPr wrap="none" anchor="ctr"/>
              <a:lstStyle/>
              <a:p>
                <a:endParaRPr lang="en-US"/>
              </a:p>
            </p:txBody>
          </p:sp>
          <p:sp>
            <p:nvSpPr>
              <p:cNvPr id="17" name="Line 58">
                <a:extLst>
                  <a:ext uri="{FF2B5EF4-FFF2-40B4-BE49-F238E27FC236}">
                    <a16:creationId xmlns:a16="http://schemas.microsoft.com/office/drawing/2014/main" id="{5FE7D87C-6109-94B8-145C-1F7BB82F2437}"/>
                  </a:ext>
                </a:extLst>
              </p:cNvPr>
              <p:cNvSpPr>
                <a:spLocks noChangeShapeType="1"/>
              </p:cNvSpPr>
              <p:nvPr/>
            </p:nvSpPr>
            <p:spPr bwMode="auto">
              <a:xfrm>
                <a:off x="3198" y="1117"/>
                <a:ext cx="226" cy="136"/>
              </a:xfrm>
              <a:prstGeom prst="line">
                <a:avLst/>
              </a:prstGeom>
              <a:noFill/>
              <a:ln w="25400">
                <a:solidFill>
                  <a:schemeClr val="tx1"/>
                </a:solidFill>
                <a:round/>
                <a:headEnd/>
                <a:tailEnd/>
              </a:ln>
            </p:spPr>
            <p:txBody>
              <a:bodyPr wrap="none" anchor="ctr"/>
              <a:lstStyle/>
              <a:p>
                <a:endParaRPr lang="en-US"/>
              </a:p>
            </p:txBody>
          </p:sp>
          <p:sp>
            <p:nvSpPr>
              <p:cNvPr id="18" name="Line 59">
                <a:extLst>
                  <a:ext uri="{FF2B5EF4-FFF2-40B4-BE49-F238E27FC236}">
                    <a16:creationId xmlns:a16="http://schemas.microsoft.com/office/drawing/2014/main" id="{5023F823-706A-7845-B343-9467829C408A}"/>
                  </a:ext>
                </a:extLst>
              </p:cNvPr>
              <p:cNvSpPr>
                <a:spLocks noChangeShapeType="1"/>
              </p:cNvSpPr>
              <p:nvPr/>
            </p:nvSpPr>
            <p:spPr bwMode="auto">
              <a:xfrm flipH="1">
                <a:off x="3198" y="1117"/>
                <a:ext cx="226" cy="136"/>
              </a:xfrm>
              <a:prstGeom prst="line">
                <a:avLst/>
              </a:prstGeom>
              <a:noFill/>
              <a:ln w="25400">
                <a:solidFill>
                  <a:schemeClr val="tx1"/>
                </a:solidFill>
                <a:round/>
                <a:headEnd/>
                <a:tailEnd/>
              </a:ln>
            </p:spPr>
            <p:txBody>
              <a:bodyPr wrap="none" anchor="ctr"/>
              <a:lstStyle/>
              <a:p>
                <a:endParaRPr lang="en-US"/>
              </a:p>
            </p:txBody>
          </p:sp>
        </p:grpSp>
      </p:grpSp>
      <p:sp>
        <p:nvSpPr>
          <p:cNvPr id="19" name="Rectangle 140">
            <a:extLst>
              <a:ext uri="{FF2B5EF4-FFF2-40B4-BE49-F238E27FC236}">
                <a16:creationId xmlns:a16="http://schemas.microsoft.com/office/drawing/2014/main" id="{D2A2D99B-BDEA-C0DE-6FAD-735B1EAD2D38}"/>
              </a:ext>
            </a:extLst>
          </p:cNvPr>
          <p:cNvSpPr>
            <a:spLocks noChangeArrowheads="1"/>
          </p:cNvSpPr>
          <p:nvPr/>
        </p:nvSpPr>
        <p:spPr bwMode="auto">
          <a:xfrm>
            <a:off x="1661289" y="2451881"/>
            <a:ext cx="4608511" cy="400110"/>
          </a:xfrm>
          <a:prstGeom prst="rect">
            <a:avLst/>
          </a:prstGeom>
          <a:noFill/>
          <a:ln w="9525" algn="ctr">
            <a:noFill/>
            <a:miter lim="800000"/>
            <a:headEnd/>
            <a:tailEnd/>
          </a:ln>
        </p:spPr>
        <p:txBody>
          <a:bodyPr wrap="square">
            <a:spAutoFit/>
          </a:bodyPr>
          <a:lstStyle/>
          <a:p>
            <a:pPr algn="l"/>
            <a:r>
              <a:rPr lang="en-US" sz="2000" dirty="0">
                <a:latin typeface="Arial" charset="0"/>
              </a:rPr>
              <a:t> Student  </a:t>
            </a:r>
            <a:r>
              <a:rPr lang="en-US" sz="2000" dirty="0">
                <a:solidFill>
                  <a:srgbClr val="CC3300"/>
                </a:solidFill>
                <a:latin typeface="Arial" charset="0"/>
              </a:rPr>
              <a:t>NATURAL JOIN </a:t>
            </a:r>
            <a:r>
              <a:rPr lang="en-US" sz="2000" dirty="0">
                <a:latin typeface="Arial" charset="0"/>
              </a:rPr>
              <a:t>Registration </a:t>
            </a:r>
            <a:endParaRPr lang="en-GB" sz="2000" dirty="0">
              <a:latin typeface="Arial" charset="0"/>
            </a:endParaRPr>
          </a:p>
        </p:txBody>
      </p:sp>
      <p:graphicFrame>
        <p:nvGraphicFramePr>
          <p:cNvPr id="9" name="Group 131">
            <a:extLst>
              <a:ext uri="{FF2B5EF4-FFF2-40B4-BE49-F238E27FC236}">
                <a16:creationId xmlns:a16="http://schemas.microsoft.com/office/drawing/2014/main" id="{341F29AC-8FA9-1C46-A588-7FE34B327098}"/>
              </a:ext>
            </a:extLst>
          </p:cNvPr>
          <p:cNvGraphicFramePr>
            <a:graphicFrameLocks noGrp="1"/>
          </p:cNvGraphicFramePr>
          <p:nvPr>
            <p:extLst>
              <p:ext uri="{D42A27DB-BD31-4B8C-83A1-F6EECF244321}">
                <p14:modId xmlns:p14="http://schemas.microsoft.com/office/powerpoint/2010/main" val="2045137978"/>
              </p:ext>
            </p:extLst>
          </p:nvPr>
        </p:nvGraphicFramePr>
        <p:xfrm>
          <a:off x="8337629" y="2651936"/>
          <a:ext cx="3456383" cy="2438400"/>
        </p:xfrm>
        <a:graphic>
          <a:graphicData uri="http://schemas.openxmlformats.org/drawingml/2006/table">
            <a:tbl>
              <a:tblPr firstRow="1"/>
              <a:tblGrid>
                <a:gridCol w="530982">
                  <a:extLst>
                    <a:ext uri="{9D8B030D-6E8A-4147-A177-3AD203B41FA5}">
                      <a16:colId xmlns:a16="http://schemas.microsoft.com/office/drawing/2014/main" val="20000"/>
                    </a:ext>
                  </a:extLst>
                </a:gridCol>
                <a:gridCol w="731350">
                  <a:extLst>
                    <a:ext uri="{9D8B030D-6E8A-4147-A177-3AD203B41FA5}">
                      <a16:colId xmlns:a16="http://schemas.microsoft.com/office/drawing/2014/main" val="20001"/>
                    </a:ext>
                  </a:extLst>
                </a:gridCol>
                <a:gridCol w="812611">
                  <a:extLst>
                    <a:ext uri="{9D8B030D-6E8A-4147-A177-3AD203B41FA5}">
                      <a16:colId xmlns:a16="http://schemas.microsoft.com/office/drawing/2014/main" val="20002"/>
                    </a:ext>
                  </a:extLst>
                </a:gridCol>
                <a:gridCol w="650090">
                  <a:extLst>
                    <a:ext uri="{9D8B030D-6E8A-4147-A177-3AD203B41FA5}">
                      <a16:colId xmlns:a16="http://schemas.microsoft.com/office/drawing/2014/main" val="20003"/>
                    </a:ext>
                  </a:extLst>
                </a:gridCol>
                <a:gridCol w="731350">
                  <a:extLst>
                    <a:ext uri="{9D8B030D-6E8A-4147-A177-3AD203B41FA5}">
                      <a16:colId xmlns:a16="http://schemas.microsoft.com/office/drawing/2014/main" val="20004"/>
                    </a:ext>
                  </a:extLst>
                </a:gridCol>
              </a:tblGrid>
              <a:tr h="1730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tx1"/>
                          </a:solidFill>
                          <a:effectLst/>
                          <a:latin typeface="Arial" charset="0"/>
                          <a:cs typeface="Arial" charset="0"/>
                        </a:rPr>
                        <a:t>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Gender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CID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a:ln>
                            <a:noFill/>
                          </a:ln>
                          <a:solidFill>
                            <a:schemeClr val="tx1"/>
                          </a:solidFill>
                          <a:effectLst/>
                          <a:latin typeface="Arial" charset="0"/>
                          <a:cs typeface="Arial" charset="0"/>
                        </a:rPr>
                        <a:t>Mark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29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Kate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1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S4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Fred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a:ln>
                            <a:noFill/>
                          </a:ln>
                          <a:solidFill>
                            <a:schemeClr val="tx1"/>
                          </a:solidFill>
                          <a:effectLst/>
                          <a:latin typeface="Arial" charset="0"/>
                          <a:cs typeface="Arial" charset="0"/>
                        </a:rPr>
                        <a:t>C3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400" b="0" i="0" u="none" strike="noStrike" cap="none" normalizeH="0" baseline="0" dirty="0">
                          <a:ln>
                            <a:noFill/>
                          </a:ln>
                          <a:solidFill>
                            <a:schemeClr val="tx1"/>
                          </a:solidFill>
                          <a:effectLst/>
                          <a:latin typeface="Arial" charset="0"/>
                          <a:cs typeface="Arial" charset="0"/>
                        </a:rPr>
                        <a:t>70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0" name="Arrow: Right 9" descr="arrow">
            <a:extLst>
              <a:ext uri="{FF2B5EF4-FFF2-40B4-BE49-F238E27FC236}">
                <a16:creationId xmlns:a16="http://schemas.microsoft.com/office/drawing/2014/main" id="{EE7F1941-BBFD-C521-DAD8-DDD244373763}"/>
              </a:ext>
            </a:extLst>
          </p:cNvPr>
          <p:cNvSpPr/>
          <p:nvPr/>
        </p:nvSpPr>
        <p:spPr>
          <a:xfrm>
            <a:off x="6941890" y="3918210"/>
            <a:ext cx="1228391"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 name="Group 21" descr="arrow">
            <a:extLst>
              <a:ext uri="{FF2B5EF4-FFF2-40B4-BE49-F238E27FC236}">
                <a16:creationId xmlns:a16="http://schemas.microsoft.com/office/drawing/2014/main" id="{83EBFC34-984D-B9EB-2D1B-A6F81E537E0E}"/>
              </a:ext>
            </a:extLst>
          </p:cNvPr>
          <p:cNvGrpSpPr/>
          <p:nvPr/>
        </p:nvGrpSpPr>
        <p:grpSpPr>
          <a:xfrm>
            <a:off x="7914614" y="2007698"/>
            <a:ext cx="1730177" cy="644238"/>
            <a:chOff x="7914614" y="2007698"/>
            <a:chExt cx="1730177" cy="644238"/>
          </a:xfrm>
        </p:grpSpPr>
        <p:sp>
          <p:nvSpPr>
            <p:cNvPr id="20" name="TextBox 19">
              <a:extLst>
                <a:ext uri="{FF2B5EF4-FFF2-40B4-BE49-F238E27FC236}">
                  <a16:creationId xmlns:a16="http://schemas.microsoft.com/office/drawing/2014/main" id="{151858F1-FFBB-EE85-F25F-44DB0ECB998B}"/>
                </a:ext>
              </a:extLst>
            </p:cNvPr>
            <p:cNvSpPr txBox="1"/>
            <p:nvPr/>
          </p:nvSpPr>
          <p:spPr>
            <a:xfrm>
              <a:off x="7914614" y="2007698"/>
              <a:ext cx="1730177" cy="369332"/>
            </a:xfrm>
            <a:prstGeom prst="rect">
              <a:avLst/>
            </a:prstGeom>
            <a:noFill/>
          </p:spPr>
          <p:txBody>
            <a:bodyPr wrap="square" rtlCol="0">
              <a:spAutoFit/>
            </a:bodyPr>
            <a:lstStyle/>
            <a:p>
              <a:r>
                <a:rPr lang="en-GB" dirty="0"/>
                <a:t>Only one SID</a:t>
              </a:r>
            </a:p>
          </p:txBody>
        </p:sp>
        <p:sp>
          <p:nvSpPr>
            <p:cNvPr id="21" name="Arrow: Down 20">
              <a:extLst>
                <a:ext uri="{FF2B5EF4-FFF2-40B4-BE49-F238E27FC236}">
                  <a16:creationId xmlns:a16="http://schemas.microsoft.com/office/drawing/2014/main" id="{8714A22E-5B9E-7266-8AC9-7AC61C5D69DD}"/>
                </a:ext>
              </a:extLst>
            </p:cNvPr>
            <p:cNvSpPr/>
            <p:nvPr/>
          </p:nvSpPr>
          <p:spPr>
            <a:xfrm>
              <a:off x="8528180" y="2346684"/>
              <a:ext cx="233265" cy="3052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96970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64</a:t>
            </a:fld>
            <a:endParaRPr lang="en-GB"/>
          </a:p>
        </p:txBody>
      </p:sp>
      <p:sp>
        <p:nvSpPr>
          <p:cNvPr id="25" name="Title 4">
            <a:extLst>
              <a:ext uri="{FF2B5EF4-FFF2-40B4-BE49-F238E27FC236}">
                <a16:creationId xmlns:a16="http://schemas.microsoft.com/office/drawing/2014/main" id="{0F787AAD-DE73-CDBA-0087-7BE92452D35C}"/>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Natural join operation (3)</a:t>
            </a:r>
          </a:p>
        </p:txBody>
      </p:sp>
      <p:pic>
        <p:nvPicPr>
          <p:cNvPr id="5" name="Picture 8" descr="image - pencil">
            <a:extLst>
              <a:ext uri="{FF2B5EF4-FFF2-40B4-BE49-F238E27FC236}">
                <a16:creationId xmlns:a16="http://schemas.microsoft.com/office/drawing/2014/main" id="{FA3BC2B2-FCF6-C613-6E57-86D7F387A5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1310" y="1943721"/>
            <a:ext cx="1081462" cy="10814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pencil">
            <a:extLst>
              <a:ext uri="{FF2B5EF4-FFF2-40B4-BE49-F238E27FC236}">
                <a16:creationId xmlns:a16="http://schemas.microsoft.com/office/drawing/2014/main" id="{F644B95E-A1B6-3EE6-67B5-14F1616893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910" y="1943721"/>
            <a:ext cx="1081462" cy="1081463"/>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descr="Exercise">
            <a:extLst>
              <a:ext uri="{FF2B5EF4-FFF2-40B4-BE49-F238E27FC236}">
                <a16:creationId xmlns:a16="http://schemas.microsoft.com/office/drawing/2014/main" id="{D97CD4D2-FA2C-EEE9-AFBF-C7C690E4D51A}"/>
              </a:ext>
            </a:extLst>
          </p:cNvPr>
          <p:cNvGrpSpPr/>
          <p:nvPr/>
        </p:nvGrpSpPr>
        <p:grpSpPr>
          <a:xfrm>
            <a:off x="1894960" y="1943721"/>
            <a:ext cx="8892664" cy="2708358"/>
            <a:chOff x="360196" y="5217938"/>
            <a:chExt cx="7771348" cy="1667585"/>
          </a:xfrm>
        </p:grpSpPr>
        <p:sp>
          <p:nvSpPr>
            <p:cNvPr id="20" name="Text Box 132">
              <a:extLst>
                <a:ext uri="{FF2B5EF4-FFF2-40B4-BE49-F238E27FC236}">
                  <a16:creationId xmlns:a16="http://schemas.microsoft.com/office/drawing/2014/main" id="{74825720-76F0-44B5-1253-E507825EC33A}"/>
                </a:ext>
              </a:extLst>
            </p:cNvPr>
            <p:cNvSpPr txBox="1">
              <a:spLocks noChangeArrowheads="1"/>
            </p:cNvSpPr>
            <p:nvPr/>
          </p:nvSpPr>
          <p:spPr bwMode="auto">
            <a:xfrm>
              <a:off x="360196" y="5217938"/>
              <a:ext cx="7475720" cy="511660"/>
            </a:xfrm>
            <a:prstGeom prst="rect">
              <a:avLst/>
            </a:prstGeom>
            <a:noFill/>
            <a:ln w="9525" algn="ctr">
              <a:noFill/>
              <a:miter lim="800000"/>
              <a:headEnd/>
              <a:tailEnd/>
            </a:ln>
          </p:spPr>
          <p:txBody>
            <a:bodyPr wrap="square">
              <a:spAutoFit/>
            </a:bodyPr>
            <a:lstStyle/>
            <a:p>
              <a:pPr algn="l"/>
              <a:r>
                <a:rPr lang="en-GB" sz="2400" b="1" dirty="0">
                  <a:latin typeface="+mj-lt"/>
                </a:rPr>
                <a:t>Exercise (after lecture):</a:t>
              </a:r>
            </a:p>
            <a:p>
              <a:pPr algn="l"/>
              <a:r>
                <a:rPr lang="en-GB" sz="2400" dirty="0">
                  <a:latin typeface="+mj-lt"/>
                </a:rPr>
                <a:t>Show the result tables of  the following  operations:</a:t>
              </a:r>
            </a:p>
          </p:txBody>
        </p:sp>
        <p:grpSp>
          <p:nvGrpSpPr>
            <p:cNvPr id="21" name="Group 20">
              <a:extLst>
                <a:ext uri="{FF2B5EF4-FFF2-40B4-BE49-F238E27FC236}">
                  <a16:creationId xmlns:a16="http://schemas.microsoft.com/office/drawing/2014/main" id="{4433C378-3C4B-B892-B92E-3C675AF36ECD}"/>
                </a:ext>
              </a:extLst>
            </p:cNvPr>
            <p:cNvGrpSpPr/>
            <p:nvPr/>
          </p:nvGrpSpPr>
          <p:grpSpPr>
            <a:xfrm>
              <a:off x="667339" y="5929650"/>
              <a:ext cx="6935048" cy="370259"/>
              <a:chOff x="755576" y="5262141"/>
              <a:chExt cx="6935048" cy="370259"/>
            </a:xfrm>
          </p:grpSpPr>
          <p:sp>
            <p:nvSpPr>
              <p:cNvPr id="31" name="Rectangle 19">
                <a:extLst>
                  <a:ext uri="{FF2B5EF4-FFF2-40B4-BE49-F238E27FC236}">
                    <a16:creationId xmlns:a16="http://schemas.microsoft.com/office/drawing/2014/main" id="{B202CB0F-E058-31F1-2E7E-B8F28207E334}"/>
                  </a:ext>
                </a:extLst>
              </p:cNvPr>
              <p:cNvSpPr>
                <a:spLocks noChangeArrowheads="1"/>
              </p:cNvSpPr>
              <p:nvPr/>
            </p:nvSpPr>
            <p:spPr bwMode="auto">
              <a:xfrm>
                <a:off x="1191443" y="5262141"/>
                <a:ext cx="6499181" cy="246355"/>
              </a:xfrm>
              <a:prstGeom prst="rect">
                <a:avLst/>
              </a:prstGeom>
              <a:noFill/>
              <a:ln w="9525" algn="ctr">
                <a:noFill/>
                <a:prstDash val="dash"/>
                <a:miter lim="800000"/>
                <a:headEnd/>
                <a:tailEnd/>
              </a:ln>
            </p:spPr>
            <p:txBody>
              <a:bodyPr>
                <a:spAutoFit/>
              </a:bodyPr>
              <a:lstStyle/>
              <a:p>
                <a:pPr algn="l"/>
                <a:r>
                  <a:rPr lang="en-US" sz="2000" dirty="0">
                    <a:sym typeface="Symbol" pitchFamily="18" charset="2"/>
                  </a:rPr>
                  <a:t></a:t>
                </a:r>
                <a:r>
                  <a:rPr lang="en-US" sz="2000" b="1" dirty="0">
                    <a:sym typeface="Symbol" pitchFamily="18" charset="2"/>
                  </a:rPr>
                  <a:t> </a:t>
                </a:r>
                <a:r>
                  <a:rPr lang="en-US" sz="2000" baseline="-25000" dirty="0">
                    <a:sym typeface="Symbol" pitchFamily="18" charset="2"/>
                  </a:rPr>
                  <a:t>SID, Name, CID, Mark</a:t>
                </a:r>
                <a:r>
                  <a:rPr lang="en-US" sz="2000" dirty="0">
                    <a:sym typeface="Symbol" pitchFamily="18" charset="2"/>
                  </a:rPr>
                  <a:t> ( </a:t>
                </a:r>
                <a:r>
                  <a:rPr lang="en-US" sz="2000" dirty="0">
                    <a:latin typeface="Arial" charset="0"/>
                    <a:sym typeface="Symbol" pitchFamily="18" charset="2"/>
                  </a:rPr>
                  <a:t>Student                        Registration )</a:t>
                </a:r>
                <a:endParaRPr lang="en-GB" sz="2000" dirty="0">
                  <a:latin typeface="Arial" charset="0"/>
                  <a:sym typeface="Symbol" pitchFamily="18" charset="2"/>
                </a:endParaRPr>
              </a:p>
            </p:txBody>
          </p:sp>
          <p:grpSp>
            <p:nvGrpSpPr>
              <p:cNvPr id="32" name="Group 31">
                <a:extLst>
                  <a:ext uri="{FF2B5EF4-FFF2-40B4-BE49-F238E27FC236}">
                    <a16:creationId xmlns:a16="http://schemas.microsoft.com/office/drawing/2014/main" id="{DEE1C88E-4B81-EB3E-38E6-214909F40B16}"/>
                  </a:ext>
                </a:extLst>
              </p:cNvPr>
              <p:cNvGrpSpPr/>
              <p:nvPr/>
            </p:nvGrpSpPr>
            <p:grpSpPr>
              <a:xfrm>
                <a:off x="4265297" y="5335803"/>
                <a:ext cx="400741" cy="237490"/>
                <a:chOff x="3824069" y="5335803"/>
                <a:chExt cx="400741" cy="237490"/>
              </a:xfrm>
            </p:grpSpPr>
            <p:sp>
              <p:nvSpPr>
                <p:cNvPr id="34" name="Line 12">
                  <a:extLst>
                    <a:ext uri="{FF2B5EF4-FFF2-40B4-BE49-F238E27FC236}">
                      <a16:creationId xmlns:a16="http://schemas.microsoft.com/office/drawing/2014/main" id="{A55AF88F-6A71-D997-9D75-E7D6FB4DBA88}"/>
                    </a:ext>
                  </a:extLst>
                </p:cNvPr>
                <p:cNvSpPr>
                  <a:spLocks noChangeShapeType="1"/>
                </p:cNvSpPr>
                <p:nvPr/>
              </p:nvSpPr>
              <p:spPr bwMode="auto">
                <a:xfrm>
                  <a:off x="3834687" y="5335803"/>
                  <a:ext cx="0" cy="237490"/>
                </a:xfrm>
                <a:prstGeom prst="line">
                  <a:avLst/>
                </a:prstGeom>
                <a:noFill/>
                <a:ln w="25400">
                  <a:solidFill>
                    <a:schemeClr val="tx1"/>
                  </a:solidFill>
                  <a:round/>
                  <a:headEnd/>
                  <a:tailEnd/>
                </a:ln>
              </p:spPr>
              <p:txBody>
                <a:bodyPr wrap="none" anchor="ctr"/>
                <a:lstStyle/>
                <a:p>
                  <a:endParaRPr lang="en-US"/>
                </a:p>
              </p:txBody>
            </p:sp>
            <p:sp>
              <p:nvSpPr>
                <p:cNvPr id="35" name="Line 13">
                  <a:extLst>
                    <a:ext uri="{FF2B5EF4-FFF2-40B4-BE49-F238E27FC236}">
                      <a16:creationId xmlns:a16="http://schemas.microsoft.com/office/drawing/2014/main" id="{C6C69AC9-DE32-B7AA-B71A-79448A5A9EF0}"/>
                    </a:ext>
                  </a:extLst>
                </p:cNvPr>
                <p:cNvSpPr>
                  <a:spLocks noChangeShapeType="1"/>
                </p:cNvSpPr>
                <p:nvPr/>
              </p:nvSpPr>
              <p:spPr bwMode="auto">
                <a:xfrm>
                  <a:off x="4221321" y="5346598"/>
                  <a:ext cx="0" cy="215900"/>
                </a:xfrm>
                <a:prstGeom prst="line">
                  <a:avLst/>
                </a:prstGeom>
                <a:noFill/>
                <a:ln w="25400">
                  <a:solidFill>
                    <a:schemeClr val="tx1"/>
                  </a:solidFill>
                  <a:round/>
                  <a:headEnd/>
                  <a:tailEnd/>
                </a:ln>
              </p:spPr>
              <p:txBody>
                <a:bodyPr wrap="none" anchor="ctr"/>
                <a:lstStyle/>
                <a:p>
                  <a:endParaRPr lang="en-US"/>
                </a:p>
              </p:txBody>
            </p:sp>
            <p:sp>
              <p:nvSpPr>
                <p:cNvPr id="36" name="Line 14">
                  <a:extLst>
                    <a:ext uri="{FF2B5EF4-FFF2-40B4-BE49-F238E27FC236}">
                      <a16:creationId xmlns:a16="http://schemas.microsoft.com/office/drawing/2014/main" id="{A1DB8F93-DF1B-8802-CEA0-6D976AFF10EB}"/>
                    </a:ext>
                  </a:extLst>
                </p:cNvPr>
                <p:cNvSpPr>
                  <a:spLocks noChangeShapeType="1"/>
                </p:cNvSpPr>
                <p:nvPr/>
              </p:nvSpPr>
              <p:spPr bwMode="auto">
                <a:xfrm>
                  <a:off x="3834687" y="5346598"/>
                  <a:ext cx="390123" cy="215900"/>
                </a:xfrm>
                <a:prstGeom prst="line">
                  <a:avLst/>
                </a:prstGeom>
                <a:noFill/>
                <a:ln w="25400">
                  <a:solidFill>
                    <a:schemeClr val="tx1"/>
                  </a:solidFill>
                  <a:round/>
                  <a:headEnd/>
                  <a:tailEnd/>
                </a:ln>
              </p:spPr>
              <p:txBody>
                <a:bodyPr wrap="none" anchor="ctr"/>
                <a:lstStyle/>
                <a:p>
                  <a:endParaRPr lang="en-US"/>
                </a:p>
              </p:txBody>
            </p:sp>
            <p:sp>
              <p:nvSpPr>
                <p:cNvPr id="37" name="Line 15">
                  <a:extLst>
                    <a:ext uri="{FF2B5EF4-FFF2-40B4-BE49-F238E27FC236}">
                      <a16:creationId xmlns:a16="http://schemas.microsoft.com/office/drawing/2014/main" id="{1F6C0F0F-0A93-9CDB-7D7B-232D2F5A4CA8}"/>
                    </a:ext>
                  </a:extLst>
                </p:cNvPr>
                <p:cNvSpPr>
                  <a:spLocks noChangeShapeType="1"/>
                </p:cNvSpPr>
                <p:nvPr/>
              </p:nvSpPr>
              <p:spPr bwMode="auto">
                <a:xfrm flipH="1">
                  <a:off x="3824069" y="5356983"/>
                  <a:ext cx="390123" cy="215900"/>
                </a:xfrm>
                <a:prstGeom prst="line">
                  <a:avLst/>
                </a:prstGeom>
                <a:noFill/>
                <a:ln w="25400">
                  <a:solidFill>
                    <a:schemeClr val="tx1"/>
                  </a:solidFill>
                  <a:round/>
                  <a:headEnd/>
                  <a:tailEnd/>
                </a:ln>
              </p:spPr>
              <p:txBody>
                <a:bodyPr wrap="none" anchor="ctr"/>
                <a:lstStyle/>
                <a:p>
                  <a:endParaRPr lang="en-US"/>
                </a:p>
              </p:txBody>
            </p:sp>
          </p:grpSp>
          <p:sp>
            <p:nvSpPr>
              <p:cNvPr id="33" name="Text Box 135">
                <a:extLst>
                  <a:ext uri="{FF2B5EF4-FFF2-40B4-BE49-F238E27FC236}">
                    <a16:creationId xmlns:a16="http://schemas.microsoft.com/office/drawing/2014/main" id="{33338647-22FD-4B16-BCC1-1398FCEA3295}"/>
                  </a:ext>
                </a:extLst>
              </p:cNvPr>
              <p:cNvSpPr txBox="1">
                <a:spLocks noChangeArrowheads="1"/>
              </p:cNvSpPr>
              <p:nvPr/>
            </p:nvSpPr>
            <p:spPr bwMode="auto">
              <a:xfrm>
                <a:off x="755576" y="5265687"/>
                <a:ext cx="407386" cy="366713"/>
              </a:xfrm>
              <a:prstGeom prst="rect">
                <a:avLst/>
              </a:prstGeom>
              <a:noFill/>
              <a:ln w="9525" algn="ctr">
                <a:noFill/>
                <a:prstDash val="dash"/>
                <a:miter lim="800000"/>
                <a:headEnd/>
                <a:tailEnd/>
              </a:ln>
            </p:spPr>
            <p:txBody>
              <a:bodyPr wrap="none">
                <a:spAutoFit/>
              </a:bodyPr>
              <a:lstStyle/>
              <a:p>
                <a:r>
                  <a:rPr lang="en-GB" sz="1800" dirty="0"/>
                  <a:t>1)</a:t>
                </a:r>
              </a:p>
            </p:txBody>
          </p:sp>
        </p:grpSp>
        <p:grpSp>
          <p:nvGrpSpPr>
            <p:cNvPr id="22" name="Group 21">
              <a:extLst>
                <a:ext uri="{FF2B5EF4-FFF2-40B4-BE49-F238E27FC236}">
                  <a16:creationId xmlns:a16="http://schemas.microsoft.com/office/drawing/2014/main" id="{9247A0E8-8A12-8635-AE55-78DD1E8DF35A}"/>
                </a:ext>
              </a:extLst>
            </p:cNvPr>
            <p:cNvGrpSpPr/>
            <p:nvPr/>
          </p:nvGrpSpPr>
          <p:grpSpPr>
            <a:xfrm>
              <a:off x="667339" y="6472773"/>
              <a:ext cx="7464205" cy="412750"/>
              <a:chOff x="755576" y="5805264"/>
              <a:chExt cx="7464205" cy="412750"/>
            </a:xfrm>
          </p:grpSpPr>
          <p:sp>
            <p:nvSpPr>
              <p:cNvPr id="23" name="Rectangle 25">
                <a:extLst>
                  <a:ext uri="{FF2B5EF4-FFF2-40B4-BE49-F238E27FC236}">
                    <a16:creationId xmlns:a16="http://schemas.microsoft.com/office/drawing/2014/main" id="{03876F37-D7B2-2D64-FD3E-5E1E68BA78A9}"/>
                  </a:ext>
                </a:extLst>
              </p:cNvPr>
              <p:cNvSpPr>
                <a:spLocks noChangeArrowheads="1"/>
              </p:cNvSpPr>
              <p:nvPr/>
            </p:nvSpPr>
            <p:spPr bwMode="auto">
              <a:xfrm>
                <a:off x="1226831" y="5805264"/>
                <a:ext cx="6992950" cy="246355"/>
              </a:xfrm>
              <a:prstGeom prst="rect">
                <a:avLst/>
              </a:prstGeom>
              <a:noFill/>
              <a:ln w="9525" algn="ctr">
                <a:noFill/>
                <a:prstDash val="dash"/>
                <a:miter lim="800000"/>
                <a:headEnd/>
                <a:tailEnd/>
              </a:ln>
            </p:spPr>
            <p:txBody>
              <a:bodyPr wrap="square">
                <a:spAutoFit/>
              </a:bodyPr>
              <a:lstStyle/>
              <a:p>
                <a:pPr algn="l"/>
                <a:r>
                  <a:rPr lang="en-US" sz="2000" dirty="0">
                    <a:sym typeface="Symbol" pitchFamily="18" charset="2"/>
                  </a:rPr>
                  <a:t>( </a:t>
                </a:r>
                <a:r>
                  <a:rPr lang="en-US" sz="2000" baseline="-25000" dirty="0">
                    <a:sym typeface="Symbol" pitchFamily="18" charset="2"/>
                  </a:rPr>
                  <a:t>SID, Name</a:t>
                </a:r>
                <a:r>
                  <a:rPr lang="en-US" sz="2000" dirty="0">
                    <a:sym typeface="Symbol" pitchFamily="18" charset="2"/>
                  </a:rPr>
                  <a:t>(</a:t>
                </a:r>
                <a:r>
                  <a:rPr lang="en-US" sz="2000" dirty="0">
                    <a:latin typeface="Arial" charset="0"/>
                    <a:sym typeface="Symbol" pitchFamily="18" charset="2"/>
                  </a:rPr>
                  <a:t>Student) )                    ( </a:t>
                </a:r>
                <a:r>
                  <a:rPr lang="en-US" sz="2000" dirty="0">
                    <a:sym typeface="Symbol" pitchFamily="18" charset="2"/>
                  </a:rPr>
                  <a:t></a:t>
                </a:r>
                <a:r>
                  <a:rPr lang="en-US" sz="2000" baseline="-25000" dirty="0" err="1">
                    <a:sym typeface="Symbol" pitchFamily="18" charset="2"/>
                  </a:rPr>
                  <a:t>SID,CID,Mark</a:t>
                </a:r>
                <a:r>
                  <a:rPr lang="en-US" sz="2000" dirty="0">
                    <a:latin typeface="Arial" charset="0"/>
                    <a:sym typeface="Symbol" pitchFamily="18" charset="2"/>
                  </a:rPr>
                  <a:t>(Registration) ) </a:t>
                </a:r>
                <a:endParaRPr lang="en-GB" sz="2000" dirty="0">
                  <a:latin typeface="Arial" charset="0"/>
                  <a:sym typeface="Symbol" pitchFamily="18" charset="2"/>
                </a:endParaRPr>
              </a:p>
            </p:txBody>
          </p:sp>
          <p:grpSp>
            <p:nvGrpSpPr>
              <p:cNvPr id="24" name="Group 23">
                <a:extLst>
                  <a:ext uri="{FF2B5EF4-FFF2-40B4-BE49-F238E27FC236}">
                    <a16:creationId xmlns:a16="http://schemas.microsoft.com/office/drawing/2014/main" id="{178741EB-EED8-859D-DCAE-DB24206CB17F}"/>
                  </a:ext>
                </a:extLst>
              </p:cNvPr>
              <p:cNvGrpSpPr/>
              <p:nvPr/>
            </p:nvGrpSpPr>
            <p:grpSpPr>
              <a:xfrm>
                <a:off x="3694050" y="5887839"/>
                <a:ext cx="390123" cy="215900"/>
                <a:chOff x="3430646" y="5979145"/>
                <a:chExt cx="390123" cy="215900"/>
              </a:xfrm>
            </p:grpSpPr>
            <p:sp>
              <p:nvSpPr>
                <p:cNvPr id="27" name="Line 27">
                  <a:extLst>
                    <a:ext uri="{FF2B5EF4-FFF2-40B4-BE49-F238E27FC236}">
                      <a16:creationId xmlns:a16="http://schemas.microsoft.com/office/drawing/2014/main" id="{1336B2DF-3D34-6AE6-365D-1239F7F58D3B}"/>
                    </a:ext>
                  </a:extLst>
                </p:cNvPr>
                <p:cNvSpPr>
                  <a:spLocks noChangeShapeType="1"/>
                </p:cNvSpPr>
                <p:nvPr/>
              </p:nvSpPr>
              <p:spPr bwMode="auto">
                <a:xfrm>
                  <a:off x="3435469" y="5979145"/>
                  <a:ext cx="0" cy="215900"/>
                </a:xfrm>
                <a:prstGeom prst="line">
                  <a:avLst/>
                </a:prstGeom>
                <a:noFill/>
                <a:ln w="25400">
                  <a:solidFill>
                    <a:schemeClr val="tx1"/>
                  </a:solidFill>
                  <a:round/>
                  <a:headEnd/>
                  <a:tailEnd/>
                </a:ln>
              </p:spPr>
              <p:txBody>
                <a:bodyPr wrap="none" anchor="ctr"/>
                <a:lstStyle/>
                <a:p>
                  <a:endParaRPr lang="en-US"/>
                </a:p>
              </p:txBody>
            </p:sp>
            <p:sp>
              <p:nvSpPr>
                <p:cNvPr id="28" name="Line 28">
                  <a:extLst>
                    <a:ext uri="{FF2B5EF4-FFF2-40B4-BE49-F238E27FC236}">
                      <a16:creationId xmlns:a16="http://schemas.microsoft.com/office/drawing/2014/main" id="{5DD40838-C693-AC23-BC11-AB6539A2BE67}"/>
                    </a:ext>
                  </a:extLst>
                </p:cNvPr>
                <p:cNvSpPr>
                  <a:spLocks noChangeShapeType="1"/>
                </p:cNvSpPr>
                <p:nvPr/>
              </p:nvSpPr>
              <p:spPr bwMode="auto">
                <a:xfrm>
                  <a:off x="3817280" y="5979145"/>
                  <a:ext cx="0" cy="215900"/>
                </a:xfrm>
                <a:prstGeom prst="line">
                  <a:avLst/>
                </a:prstGeom>
                <a:noFill/>
                <a:ln w="25400">
                  <a:solidFill>
                    <a:schemeClr val="tx1"/>
                  </a:solidFill>
                  <a:round/>
                  <a:headEnd/>
                  <a:tailEnd/>
                </a:ln>
              </p:spPr>
              <p:txBody>
                <a:bodyPr wrap="none" anchor="ctr"/>
                <a:lstStyle/>
                <a:p>
                  <a:endParaRPr lang="en-US"/>
                </a:p>
              </p:txBody>
            </p:sp>
            <p:sp>
              <p:nvSpPr>
                <p:cNvPr id="29" name="Line 29">
                  <a:extLst>
                    <a:ext uri="{FF2B5EF4-FFF2-40B4-BE49-F238E27FC236}">
                      <a16:creationId xmlns:a16="http://schemas.microsoft.com/office/drawing/2014/main" id="{CB4A9AE6-6155-5675-C241-AEAE47824AD4}"/>
                    </a:ext>
                  </a:extLst>
                </p:cNvPr>
                <p:cNvSpPr>
                  <a:spLocks noChangeShapeType="1"/>
                </p:cNvSpPr>
                <p:nvPr/>
              </p:nvSpPr>
              <p:spPr bwMode="auto">
                <a:xfrm>
                  <a:off x="3430646" y="5979145"/>
                  <a:ext cx="390123" cy="215900"/>
                </a:xfrm>
                <a:prstGeom prst="line">
                  <a:avLst/>
                </a:prstGeom>
                <a:noFill/>
                <a:ln w="25400">
                  <a:solidFill>
                    <a:schemeClr val="tx1"/>
                  </a:solidFill>
                  <a:round/>
                  <a:headEnd/>
                  <a:tailEnd/>
                </a:ln>
              </p:spPr>
              <p:txBody>
                <a:bodyPr wrap="none" anchor="ctr"/>
                <a:lstStyle/>
                <a:p>
                  <a:endParaRPr lang="en-US"/>
                </a:p>
              </p:txBody>
            </p:sp>
            <p:sp>
              <p:nvSpPr>
                <p:cNvPr id="30" name="Line 30">
                  <a:extLst>
                    <a:ext uri="{FF2B5EF4-FFF2-40B4-BE49-F238E27FC236}">
                      <a16:creationId xmlns:a16="http://schemas.microsoft.com/office/drawing/2014/main" id="{FA308891-0F38-BFAF-CD56-AAEA278C3138}"/>
                    </a:ext>
                  </a:extLst>
                </p:cNvPr>
                <p:cNvSpPr>
                  <a:spLocks noChangeShapeType="1"/>
                </p:cNvSpPr>
                <p:nvPr/>
              </p:nvSpPr>
              <p:spPr bwMode="auto">
                <a:xfrm flipH="1">
                  <a:off x="3430646" y="5979145"/>
                  <a:ext cx="390123" cy="215900"/>
                </a:xfrm>
                <a:prstGeom prst="line">
                  <a:avLst/>
                </a:prstGeom>
                <a:noFill/>
                <a:ln w="25400">
                  <a:solidFill>
                    <a:schemeClr val="tx1"/>
                  </a:solidFill>
                  <a:round/>
                  <a:headEnd/>
                  <a:tailEnd/>
                </a:ln>
              </p:spPr>
              <p:txBody>
                <a:bodyPr wrap="none" anchor="ctr"/>
                <a:lstStyle/>
                <a:p>
                  <a:endParaRPr lang="en-US"/>
                </a:p>
              </p:txBody>
            </p:sp>
          </p:grpSp>
          <p:sp>
            <p:nvSpPr>
              <p:cNvPr id="26" name="Text Box 136">
                <a:extLst>
                  <a:ext uri="{FF2B5EF4-FFF2-40B4-BE49-F238E27FC236}">
                    <a16:creationId xmlns:a16="http://schemas.microsoft.com/office/drawing/2014/main" id="{5C207912-05DB-057B-74C3-4FF8E8AAC644}"/>
                  </a:ext>
                </a:extLst>
              </p:cNvPr>
              <p:cNvSpPr txBox="1">
                <a:spLocks noChangeArrowheads="1"/>
              </p:cNvSpPr>
              <p:nvPr/>
            </p:nvSpPr>
            <p:spPr bwMode="auto">
              <a:xfrm>
                <a:off x="755576" y="5851301"/>
                <a:ext cx="407386" cy="366713"/>
              </a:xfrm>
              <a:prstGeom prst="rect">
                <a:avLst/>
              </a:prstGeom>
              <a:noFill/>
              <a:ln w="9525" algn="ctr">
                <a:noFill/>
                <a:prstDash val="dash"/>
                <a:miter lim="800000"/>
                <a:headEnd/>
                <a:tailEnd/>
              </a:ln>
            </p:spPr>
            <p:txBody>
              <a:bodyPr wrap="none">
                <a:spAutoFit/>
              </a:bodyPr>
              <a:lstStyle/>
              <a:p>
                <a:r>
                  <a:rPr lang="en-GB" sz="1800" dirty="0"/>
                  <a:t>2)</a:t>
                </a:r>
              </a:p>
            </p:txBody>
          </p:sp>
        </p:grpSp>
      </p:grpSp>
    </p:spTree>
    <p:extLst>
      <p:ext uri="{BB962C8B-B14F-4D97-AF65-F5344CB8AC3E}">
        <p14:creationId xmlns:p14="http://schemas.microsoft.com/office/powerpoint/2010/main" val="41492560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65</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Outer Join operation(1)</a:t>
            </a:r>
          </a:p>
        </p:txBody>
      </p:sp>
      <p:sp>
        <p:nvSpPr>
          <p:cNvPr id="4" name="Content Placeholder 4">
            <a:extLst>
              <a:ext uri="{FF2B5EF4-FFF2-40B4-BE49-F238E27FC236}">
                <a16:creationId xmlns:a16="http://schemas.microsoft.com/office/drawing/2014/main" id="{60F04D5F-DB44-5CA5-2386-DC8CB23B73EF}"/>
              </a:ext>
            </a:extLst>
          </p:cNvPr>
          <p:cNvSpPr txBox="1">
            <a:spLocks/>
          </p:cNvSpPr>
          <p:nvPr/>
        </p:nvSpPr>
        <p:spPr>
          <a:xfrm>
            <a:off x="457199" y="1600200"/>
            <a:ext cx="10755283" cy="918005"/>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sym typeface="Symbol" pitchFamily="18" charset="2"/>
              </a:rPr>
              <a:t>To display rows in the result that do not have matching values in the join column, use Outer join</a:t>
            </a:r>
          </a:p>
          <a:p>
            <a:r>
              <a:rPr lang="en-US" sz="2800" dirty="0">
                <a:sym typeface="Symbol" pitchFamily="18" charset="2"/>
              </a:rPr>
              <a:t> </a:t>
            </a:r>
          </a:p>
        </p:txBody>
      </p:sp>
      <p:sp>
        <p:nvSpPr>
          <p:cNvPr id="22" name="TextBox 21">
            <a:extLst>
              <a:ext uri="{FF2B5EF4-FFF2-40B4-BE49-F238E27FC236}">
                <a16:creationId xmlns:a16="http://schemas.microsoft.com/office/drawing/2014/main" id="{758523A8-E4F2-F6FA-AE03-E58B9D3EB248}"/>
              </a:ext>
            </a:extLst>
          </p:cNvPr>
          <p:cNvSpPr txBox="1"/>
          <p:nvPr/>
        </p:nvSpPr>
        <p:spPr>
          <a:xfrm>
            <a:off x="717233" y="2518205"/>
            <a:ext cx="10755282" cy="3539430"/>
          </a:xfrm>
          <a:prstGeom prst="rect">
            <a:avLst/>
          </a:prstGeom>
          <a:noFill/>
        </p:spPr>
        <p:txBody>
          <a:bodyPr wrap="square">
            <a:spAutoFit/>
          </a:bodyPr>
          <a:lstStyle/>
          <a:p>
            <a:r>
              <a:rPr lang="en-US" sz="2800" dirty="0">
                <a:sym typeface="Symbol" pitchFamily="18" charset="2"/>
              </a:rPr>
              <a:t>Problem with Natural Join</a:t>
            </a:r>
          </a:p>
          <a:p>
            <a:pPr marL="914400" lvl="1" indent="-457200">
              <a:buFont typeface="Arial" panose="020B0604020202020204" pitchFamily="34" charset="0"/>
              <a:buChar char="•"/>
            </a:pPr>
            <a:r>
              <a:rPr lang="en-US" sz="2800" dirty="0">
                <a:sym typeface="Symbol" pitchFamily="18" charset="2"/>
              </a:rPr>
              <a:t>Rows not included when</a:t>
            </a:r>
          </a:p>
          <a:p>
            <a:pPr marL="1371600" lvl="2" indent="-457200">
              <a:buFont typeface="Arial" panose="020B0604020202020204" pitchFamily="34" charset="0"/>
              <a:buChar char="•"/>
            </a:pPr>
            <a:r>
              <a:rPr lang="en-US" sz="2800" dirty="0">
                <a:sym typeface="Symbol" pitchFamily="18" charset="2"/>
              </a:rPr>
              <a:t>join columns are null</a:t>
            </a:r>
          </a:p>
          <a:p>
            <a:pPr marL="1371600" lvl="2" indent="-457200">
              <a:buFont typeface="Arial" panose="020B0604020202020204" pitchFamily="34" charset="0"/>
              <a:buChar char="•"/>
            </a:pPr>
            <a:r>
              <a:rPr lang="en-US" sz="2800" dirty="0">
                <a:sym typeface="Symbol" pitchFamily="18" charset="2"/>
              </a:rPr>
              <a:t>or do not have matching rows in another table</a:t>
            </a:r>
          </a:p>
          <a:p>
            <a:pPr marL="914400" lvl="1" indent="-457200">
              <a:buFont typeface="Arial" panose="020B0604020202020204" pitchFamily="34" charset="0"/>
              <a:buChar char="•"/>
            </a:pPr>
            <a:r>
              <a:rPr lang="en-US" sz="2800" dirty="0">
                <a:sym typeface="Symbol" pitchFamily="18" charset="2"/>
              </a:rPr>
              <a:t>This can cause loss of information</a:t>
            </a:r>
          </a:p>
          <a:p>
            <a:r>
              <a:rPr lang="en-US" sz="2800" dirty="0">
                <a:solidFill>
                  <a:srgbClr val="CC3300"/>
                </a:solidFill>
                <a:sym typeface="Symbol" pitchFamily="18" charset="2"/>
              </a:rPr>
              <a:t>Outer Join</a:t>
            </a:r>
            <a:r>
              <a:rPr lang="en-US" sz="2800" b="1" dirty="0">
                <a:sym typeface="Symbol" pitchFamily="18" charset="2"/>
              </a:rPr>
              <a:t> </a:t>
            </a:r>
          </a:p>
          <a:p>
            <a:pPr lvl="1"/>
            <a:r>
              <a:rPr lang="en-US" sz="2800" dirty="0">
                <a:sym typeface="Symbol" pitchFamily="18" charset="2"/>
              </a:rPr>
              <a:t>Avoids information loss</a:t>
            </a:r>
          </a:p>
          <a:p>
            <a:pPr lvl="1"/>
            <a:r>
              <a:rPr lang="en-US" sz="2800" dirty="0">
                <a:sym typeface="Symbol" pitchFamily="18" charset="2"/>
              </a:rPr>
              <a:t>Includes unmatched rows in result table</a:t>
            </a:r>
          </a:p>
        </p:txBody>
      </p:sp>
    </p:spTree>
    <p:extLst>
      <p:ext uri="{BB962C8B-B14F-4D97-AF65-F5344CB8AC3E}">
        <p14:creationId xmlns:p14="http://schemas.microsoft.com/office/powerpoint/2010/main" val="284378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66</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Outer Join operation(2)</a:t>
            </a:r>
          </a:p>
        </p:txBody>
      </p:sp>
      <p:sp>
        <p:nvSpPr>
          <p:cNvPr id="6" name="Content Placeholder 33">
            <a:extLst>
              <a:ext uri="{FF2B5EF4-FFF2-40B4-BE49-F238E27FC236}">
                <a16:creationId xmlns:a16="http://schemas.microsoft.com/office/drawing/2014/main" id="{FA284D98-84CE-FB73-9DE6-E3B77B120CD3}"/>
              </a:ext>
            </a:extLst>
          </p:cNvPr>
          <p:cNvSpPr txBox="1">
            <a:spLocks/>
          </p:cNvSpPr>
          <p:nvPr/>
        </p:nvSpPr>
        <p:spPr>
          <a:xfrm>
            <a:off x="457199" y="1600201"/>
            <a:ext cx="10755283" cy="194310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dirty="0">
                <a:sym typeface="Symbol" pitchFamily="18" charset="2"/>
              </a:rPr>
              <a:t>Types of Outer Join</a:t>
            </a:r>
          </a:p>
          <a:p>
            <a:pPr lvl="1"/>
            <a:r>
              <a:rPr lang="en-US" sz="2800" dirty="0">
                <a:solidFill>
                  <a:srgbClr val="CC3300"/>
                </a:solidFill>
                <a:sym typeface="Symbol" pitchFamily="18" charset="2"/>
              </a:rPr>
              <a:t>Left Outer Join</a:t>
            </a:r>
          </a:p>
          <a:p>
            <a:pPr lvl="2"/>
            <a:r>
              <a:rPr lang="en-US" sz="2800" dirty="0">
                <a:sym typeface="Symbol" pitchFamily="18" charset="2"/>
              </a:rPr>
              <a:t>Includes all rows from R1, even the unmatched ones</a:t>
            </a:r>
          </a:p>
          <a:p>
            <a:pPr lvl="2"/>
            <a:r>
              <a:rPr lang="en-US" sz="2800" dirty="0">
                <a:sym typeface="Symbol" pitchFamily="18" charset="2"/>
              </a:rPr>
              <a:t>Missing values of rows from R2 are set to null</a:t>
            </a:r>
          </a:p>
          <a:p>
            <a:pPr marL="201168" lvl="1" indent="0">
              <a:buNone/>
            </a:pPr>
            <a:endParaRPr lang="en-US" sz="2800" dirty="0">
              <a:sym typeface="Symbol" pitchFamily="18" charset="2"/>
            </a:endParaRPr>
          </a:p>
          <a:p>
            <a:endParaRPr lang="en-US" dirty="0"/>
          </a:p>
        </p:txBody>
      </p:sp>
      <p:sp>
        <p:nvSpPr>
          <p:cNvPr id="4" name="Content Placeholder 33">
            <a:extLst>
              <a:ext uri="{FF2B5EF4-FFF2-40B4-BE49-F238E27FC236}">
                <a16:creationId xmlns:a16="http://schemas.microsoft.com/office/drawing/2014/main" id="{54609A8B-FBE3-6996-F53F-078E87D86646}"/>
              </a:ext>
            </a:extLst>
          </p:cNvPr>
          <p:cNvSpPr txBox="1">
            <a:spLocks/>
          </p:cNvSpPr>
          <p:nvPr/>
        </p:nvSpPr>
        <p:spPr>
          <a:xfrm>
            <a:off x="457199" y="3429000"/>
            <a:ext cx="10755283" cy="155602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800" dirty="0">
                <a:solidFill>
                  <a:srgbClr val="CC3300"/>
                </a:solidFill>
                <a:sym typeface="Symbol" pitchFamily="18" charset="2"/>
              </a:rPr>
              <a:t>Right Outer Join</a:t>
            </a:r>
          </a:p>
          <a:p>
            <a:pPr lvl="2"/>
            <a:r>
              <a:rPr lang="en-US" sz="2800" dirty="0">
                <a:sym typeface="Symbol" pitchFamily="18" charset="2"/>
              </a:rPr>
              <a:t>Includes all rows from R2, even the unmatched ones</a:t>
            </a:r>
          </a:p>
          <a:p>
            <a:pPr lvl="2"/>
            <a:r>
              <a:rPr lang="en-US" sz="2800" dirty="0">
                <a:sym typeface="Symbol" pitchFamily="18" charset="2"/>
              </a:rPr>
              <a:t>Missing values of rows from R1 are set to null</a:t>
            </a:r>
          </a:p>
          <a:p>
            <a:endParaRPr lang="en-US" dirty="0"/>
          </a:p>
        </p:txBody>
      </p:sp>
      <p:sp>
        <p:nvSpPr>
          <p:cNvPr id="7" name="Content Placeholder 33">
            <a:extLst>
              <a:ext uri="{FF2B5EF4-FFF2-40B4-BE49-F238E27FC236}">
                <a16:creationId xmlns:a16="http://schemas.microsoft.com/office/drawing/2014/main" id="{EA538392-3F39-632E-8AD2-8B59125631A4}"/>
              </a:ext>
            </a:extLst>
          </p:cNvPr>
          <p:cNvSpPr txBox="1">
            <a:spLocks/>
          </p:cNvSpPr>
          <p:nvPr/>
        </p:nvSpPr>
        <p:spPr>
          <a:xfrm>
            <a:off x="457198" y="4799013"/>
            <a:ext cx="10755283" cy="155602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US" sz="2800" dirty="0">
                <a:solidFill>
                  <a:srgbClr val="CC3300"/>
                </a:solidFill>
                <a:sym typeface="Symbol" pitchFamily="18" charset="2"/>
              </a:rPr>
              <a:t>Full Outer Join</a:t>
            </a:r>
          </a:p>
          <a:p>
            <a:pPr lvl="2"/>
            <a:r>
              <a:rPr lang="en-US" sz="2800" dirty="0">
                <a:sym typeface="Symbol" pitchFamily="18" charset="2"/>
              </a:rPr>
              <a:t>Includes all rows from R1 and R2, even the unmatched ones</a:t>
            </a:r>
          </a:p>
          <a:p>
            <a:pPr lvl="2"/>
            <a:r>
              <a:rPr lang="en-US" sz="2800" dirty="0">
                <a:sym typeface="Symbol" pitchFamily="18" charset="2"/>
              </a:rPr>
              <a:t>Missing values are set to null</a:t>
            </a:r>
          </a:p>
          <a:p>
            <a:endParaRPr lang="en-US" dirty="0"/>
          </a:p>
        </p:txBody>
      </p:sp>
    </p:spTree>
    <p:extLst>
      <p:ext uri="{BB962C8B-B14F-4D97-AF65-F5344CB8AC3E}">
        <p14:creationId xmlns:p14="http://schemas.microsoft.com/office/powerpoint/2010/main" val="226458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67</a:t>
            </a:fld>
            <a:endParaRPr lang="en-GB"/>
          </a:p>
        </p:txBody>
      </p:sp>
      <p:sp>
        <p:nvSpPr>
          <p:cNvPr id="5" name="Title 4">
            <a:extLst>
              <a:ext uri="{FF2B5EF4-FFF2-40B4-BE49-F238E27FC236}">
                <a16:creationId xmlns:a16="http://schemas.microsoft.com/office/drawing/2014/main" id="{D6926893-1C66-53A2-BABB-7BED008B292E}"/>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Outer Join operation(3)</a:t>
            </a:r>
          </a:p>
        </p:txBody>
      </p:sp>
      <p:graphicFrame>
        <p:nvGraphicFramePr>
          <p:cNvPr id="7" name="Group 115">
            <a:extLst>
              <a:ext uri="{FF2B5EF4-FFF2-40B4-BE49-F238E27FC236}">
                <a16:creationId xmlns:a16="http://schemas.microsoft.com/office/drawing/2014/main" id="{46B19923-E96E-0360-B674-97973A777511}"/>
              </a:ext>
            </a:extLst>
          </p:cNvPr>
          <p:cNvGraphicFramePr>
            <a:graphicFrameLocks/>
          </p:cNvGraphicFramePr>
          <p:nvPr>
            <p:extLst>
              <p:ext uri="{D42A27DB-BD31-4B8C-83A1-F6EECF244321}">
                <p14:modId xmlns:p14="http://schemas.microsoft.com/office/powerpoint/2010/main" val="4236562712"/>
              </p:ext>
            </p:extLst>
          </p:nvPr>
        </p:nvGraphicFramePr>
        <p:xfrm>
          <a:off x="1956113" y="2491523"/>
          <a:ext cx="6696347" cy="2037080"/>
        </p:xfrm>
        <a:graphic>
          <a:graphicData uri="http://schemas.openxmlformats.org/drawingml/2006/table">
            <a:tbl>
              <a:tblPr firstRow="1"/>
              <a:tblGrid>
                <a:gridCol w="1079723">
                  <a:extLst>
                    <a:ext uri="{9D8B030D-6E8A-4147-A177-3AD203B41FA5}">
                      <a16:colId xmlns:a16="http://schemas.microsoft.com/office/drawing/2014/main" val="20000"/>
                    </a:ext>
                  </a:extLst>
                </a:gridCol>
                <a:gridCol w="1224136">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902841">
                  <a:extLst>
                    <a:ext uri="{9D8B030D-6E8A-4147-A177-3AD203B41FA5}">
                      <a16:colId xmlns:a16="http://schemas.microsoft.com/office/drawing/2014/main" val="20003"/>
                    </a:ext>
                  </a:extLst>
                </a:gridCol>
                <a:gridCol w="1041375">
                  <a:extLst>
                    <a:ext uri="{9D8B030D-6E8A-4147-A177-3AD203B41FA5}">
                      <a16:colId xmlns:a16="http://schemas.microsoft.com/office/drawing/2014/main" val="20004"/>
                    </a:ext>
                  </a:extLst>
                </a:gridCol>
                <a:gridCol w="1440160">
                  <a:extLst>
                    <a:ext uri="{9D8B030D-6E8A-4147-A177-3AD203B41FA5}">
                      <a16:colId xmlns:a16="http://schemas.microsoft.com/office/drawing/2014/main" val="20005"/>
                    </a:ext>
                  </a:extLst>
                </a:gridCol>
              </a:tblGrid>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StdID</a:t>
                      </a:r>
                      <a:endParaRPr kumimoji="0" lang="en-GB"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Tutor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StaffNo</a:t>
                      </a:r>
                      <a:endParaRPr kumimoji="0" lang="en-GB"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1234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Bloggs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Thompson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5678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Smith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Blair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9012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O’Neill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Short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7456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Simpson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Straw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7890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Jones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Null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hMerge="1">
                  <a:txBody>
                    <a:bodyPr/>
                    <a:lstStyle/>
                    <a:p>
                      <a:endParaRPr lang="en-US" dirty="0"/>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hMerge="1">
                  <a:txBody>
                    <a:bodyPr/>
                    <a:lstStyle/>
                    <a:p>
                      <a:endParaRPr lang="en-US" dirty="0"/>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8" name="Rectangle 94">
            <a:extLst>
              <a:ext uri="{FF2B5EF4-FFF2-40B4-BE49-F238E27FC236}">
                <a16:creationId xmlns:a16="http://schemas.microsoft.com/office/drawing/2014/main" id="{5B315816-09E6-61B1-C0DD-297DF946B165}"/>
              </a:ext>
            </a:extLst>
          </p:cNvPr>
          <p:cNvSpPr>
            <a:spLocks noChangeArrowheads="1"/>
          </p:cNvSpPr>
          <p:nvPr/>
        </p:nvSpPr>
        <p:spPr bwMode="auto">
          <a:xfrm>
            <a:off x="1878325" y="2083486"/>
            <a:ext cx="1140056" cy="400110"/>
          </a:xfrm>
          <a:prstGeom prst="rect">
            <a:avLst/>
          </a:prstGeom>
          <a:noFill/>
          <a:ln w="9525" algn="ctr">
            <a:noFill/>
            <a:prstDash val="dash"/>
            <a:miter lim="800000"/>
            <a:headEnd/>
            <a:tailEnd/>
          </a:ln>
        </p:spPr>
        <p:txBody>
          <a:bodyPr wrap="none">
            <a:spAutoFit/>
          </a:bodyPr>
          <a:lstStyle/>
          <a:p>
            <a:r>
              <a:rPr lang="en-GB" sz="2000" b="1" dirty="0">
                <a:latin typeface="Arial" charset="0"/>
              </a:rPr>
              <a:t>Student</a:t>
            </a:r>
          </a:p>
        </p:txBody>
      </p:sp>
      <p:sp>
        <p:nvSpPr>
          <p:cNvPr id="9" name="Rectangle 95">
            <a:extLst>
              <a:ext uri="{FF2B5EF4-FFF2-40B4-BE49-F238E27FC236}">
                <a16:creationId xmlns:a16="http://schemas.microsoft.com/office/drawing/2014/main" id="{5401ABFF-D40A-B715-E6DF-CA57E8736635}"/>
              </a:ext>
            </a:extLst>
          </p:cNvPr>
          <p:cNvSpPr>
            <a:spLocks noChangeArrowheads="1"/>
          </p:cNvSpPr>
          <p:nvPr/>
        </p:nvSpPr>
        <p:spPr bwMode="auto">
          <a:xfrm>
            <a:off x="6089963" y="2083486"/>
            <a:ext cx="753732" cy="400110"/>
          </a:xfrm>
          <a:prstGeom prst="rect">
            <a:avLst/>
          </a:prstGeom>
          <a:noFill/>
          <a:ln w="9525" algn="ctr">
            <a:noFill/>
            <a:prstDash val="dash"/>
            <a:miter lim="800000"/>
            <a:headEnd/>
            <a:tailEnd/>
          </a:ln>
        </p:spPr>
        <p:txBody>
          <a:bodyPr wrap="none">
            <a:spAutoFit/>
          </a:bodyPr>
          <a:lstStyle/>
          <a:p>
            <a:r>
              <a:rPr lang="en-GB" sz="2000" b="1" dirty="0">
                <a:latin typeface="Arial" charset="0"/>
              </a:rPr>
              <a:t>Staff</a:t>
            </a:r>
          </a:p>
        </p:txBody>
      </p:sp>
      <p:sp>
        <p:nvSpPr>
          <p:cNvPr id="10" name="Line 108">
            <a:extLst>
              <a:ext uri="{FF2B5EF4-FFF2-40B4-BE49-F238E27FC236}">
                <a16:creationId xmlns:a16="http://schemas.microsoft.com/office/drawing/2014/main" id="{A8CDF4E2-D48F-ED0C-8A92-7BDA8BC495B6}"/>
              </a:ext>
              <a:ext uri="{C183D7F6-B498-43B3-948B-1728B52AA6E4}">
                <adec:decorative xmlns:adec="http://schemas.microsoft.com/office/drawing/2017/decorative" val="1"/>
              </a:ext>
            </a:extLst>
          </p:cNvPr>
          <p:cNvSpPr>
            <a:spLocks noChangeShapeType="1"/>
          </p:cNvSpPr>
          <p:nvPr/>
        </p:nvSpPr>
        <p:spPr bwMode="auto">
          <a:xfrm flipV="1">
            <a:off x="1595750" y="2707423"/>
            <a:ext cx="647700" cy="358775"/>
          </a:xfrm>
          <a:prstGeom prst="line">
            <a:avLst/>
          </a:prstGeom>
          <a:noFill/>
          <a:ln w="31750">
            <a:solidFill>
              <a:schemeClr val="accent2"/>
            </a:solidFill>
            <a:round/>
            <a:headEnd/>
            <a:tailEnd type="triangle" w="med" len="med"/>
          </a:ln>
        </p:spPr>
        <p:txBody>
          <a:bodyPr wrap="none" anchor="ctr"/>
          <a:lstStyle/>
          <a:p>
            <a:endParaRPr lang="en-US"/>
          </a:p>
        </p:txBody>
      </p:sp>
      <p:sp>
        <p:nvSpPr>
          <p:cNvPr id="11" name="Text Box 109">
            <a:extLst>
              <a:ext uri="{FF2B5EF4-FFF2-40B4-BE49-F238E27FC236}">
                <a16:creationId xmlns:a16="http://schemas.microsoft.com/office/drawing/2014/main" id="{158B61EF-561A-99F8-D4C6-2B82EA102CD0}"/>
              </a:ext>
            </a:extLst>
          </p:cNvPr>
          <p:cNvSpPr txBox="1">
            <a:spLocks noChangeArrowheads="1"/>
          </p:cNvSpPr>
          <p:nvPr/>
        </p:nvSpPr>
        <p:spPr bwMode="auto">
          <a:xfrm>
            <a:off x="7283763" y="1770798"/>
            <a:ext cx="1008062" cy="584775"/>
          </a:xfrm>
          <a:prstGeom prst="rect">
            <a:avLst/>
          </a:prstGeom>
          <a:solidFill>
            <a:schemeClr val="accent2"/>
          </a:solidFill>
          <a:ln w="34925">
            <a:noFill/>
            <a:miter lim="800000"/>
            <a:headEnd/>
            <a:tailEnd/>
          </a:ln>
        </p:spPr>
        <p:txBody>
          <a:bodyPr>
            <a:spAutoFit/>
          </a:bodyPr>
          <a:lstStyle/>
          <a:p>
            <a:pPr algn="ctr"/>
            <a:r>
              <a:rPr lang="en-GB" sz="1600" b="1" dirty="0">
                <a:solidFill>
                  <a:schemeClr val="bg1"/>
                </a:solidFill>
                <a:latin typeface="Arial" charset="0"/>
              </a:rPr>
              <a:t>Primary key</a:t>
            </a:r>
            <a:endParaRPr lang="en-US" sz="1600" b="1" dirty="0">
              <a:solidFill>
                <a:schemeClr val="bg1"/>
              </a:solidFill>
              <a:latin typeface="Arial" charset="0"/>
            </a:endParaRPr>
          </a:p>
        </p:txBody>
      </p:sp>
      <p:sp>
        <p:nvSpPr>
          <p:cNvPr id="12" name="Line 110">
            <a:extLst>
              <a:ext uri="{FF2B5EF4-FFF2-40B4-BE49-F238E27FC236}">
                <a16:creationId xmlns:a16="http://schemas.microsoft.com/office/drawing/2014/main" id="{A56A8ED8-61EA-DEFE-5FFF-6FA7FCB5E500}"/>
              </a:ext>
              <a:ext uri="{C183D7F6-B498-43B3-948B-1728B52AA6E4}">
                <adec:decorative xmlns:adec="http://schemas.microsoft.com/office/drawing/2017/decorative" val="1"/>
              </a:ext>
            </a:extLst>
          </p:cNvPr>
          <p:cNvSpPr>
            <a:spLocks noChangeShapeType="1"/>
          </p:cNvSpPr>
          <p:nvPr/>
        </p:nvSpPr>
        <p:spPr bwMode="auto">
          <a:xfrm flipH="1">
            <a:off x="6924986" y="2127986"/>
            <a:ext cx="358775" cy="433387"/>
          </a:xfrm>
          <a:prstGeom prst="line">
            <a:avLst/>
          </a:prstGeom>
          <a:noFill/>
          <a:ln w="31750">
            <a:solidFill>
              <a:schemeClr val="accent2"/>
            </a:solidFill>
            <a:round/>
            <a:headEnd/>
            <a:tailEnd type="triangle" w="med" len="med"/>
          </a:ln>
        </p:spPr>
        <p:txBody>
          <a:bodyPr wrap="none" anchor="ctr"/>
          <a:lstStyle/>
          <a:p>
            <a:endParaRPr lang="en-US"/>
          </a:p>
        </p:txBody>
      </p:sp>
      <p:sp>
        <p:nvSpPr>
          <p:cNvPr id="13" name="Text Box 111">
            <a:extLst>
              <a:ext uri="{FF2B5EF4-FFF2-40B4-BE49-F238E27FC236}">
                <a16:creationId xmlns:a16="http://schemas.microsoft.com/office/drawing/2014/main" id="{ABAAB398-2C4F-7557-D300-1A04A5449DCA}"/>
              </a:ext>
            </a:extLst>
          </p:cNvPr>
          <p:cNvSpPr txBox="1">
            <a:spLocks noChangeArrowheads="1"/>
          </p:cNvSpPr>
          <p:nvPr/>
        </p:nvSpPr>
        <p:spPr bwMode="auto">
          <a:xfrm>
            <a:off x="4187964" y="1693592"/>
            <a:ext cx="1151632" cy="584775"/>
          </a:xfrm>
          <a:prstGeom prst="rect">
            <a:avLst/>
          </a:prstGeom>
          <a:solidFill>
            <a:schemeClr val="accent2"/>
          </a:solidFill>
          <a:ln w="34925">
            <a:noFill/>
            <a:miter lim="800000"/>
            <a:headEnd/>
            <a:tailEnd/>
          </a:ln>
        </p:spPr>
        <p:txBody>
          <a:bodyPr>
            <a:spAutoFit/>
          </a:bodyPr>
          <a:lstStyle>
            <a:defPPr>
              <a:defRPr lang="en-US"/>
            </a:defPPr>
            <a:lvl1pPr algn="ctr">
              <a:defRPr sz="1600" b="1">
                <a:solidFill>
                  <a:srgbClr val="FF6600"/>
                </a:solidFill>
                <a:latin typeface="Arial" charset="0"/>
              </a:defRPr>
            </a:lvl1pPr>
          </a:lstStyle>
          <a:p>
            <a:r>
              <a:rPr lang="en-GB" dirty="0">
                <a:solidFill>
                  <a:schemeClr val="bg1"/>
                </a:solidFill>
              </a:rPr>
              <a:t>Foreign key</a:t>
            </a:r>
            <a:endParaRPr lang="en-US" dirty="0">
              <a:solidFill>
                <a:schemeClr val="bg1"/>
              </a:solidFill>
            </a:endParaRPr>
          </a:p>
        </p:txBody>
      </p:sp>
      <p:sp>
        <p:nvSpPr>
          <p:cNvPr id="14" name="Line 112">
            <a:extLst>
              <a:ext uri="{FF2B5EF4-FFF2-40B4-BE49-F238E27FC236}">
                <a16:creationId xmlns:a16="http://schemas.microsoft.com/office/drawing/2014/main" id="{43460049-EE39-423B-4723-9349CA4155F2}"/>
              </a:ext>
              <a:ext uri="{C183D7F6-B498-43B3-948B-1728B52AA6E4}">
                <adec:decorative xmlns:adec="http://schemas.microsoft.com/office/drawing/2017/decorative" val="1"/>
              </a:ext>
            </a:extLst>
          </p:cNvPr>
          <p:cNvSpPr>
            <a:spLocks noChangeShapeType="1"/>
          </p:cNvSpPr>
          <p:nvPr/>
        </p:nvSpPr>
        <p:spPr bwMode="auto">
          <a:xfrm>
            <a:off x="4764276" y="2268267"/>
            <a:ext cx="0" cy="287337"/>
          </a:xfrm>
          <a:prstGeom prst="line">
            <a:avLst/>
          </a:prstGeom>
          <a:noFill/>
          <a:ln w="31750">
            <a:solidFill>
              <a:schemeClr val="accent2"/>
            </a:solidFill>
            <a:round/>
            <a:headEnd/>
            <a:tailEnd type="triangle" w="med" len="med"/>
          </a:ln>
        </p:spPr>
        <p:txBody>
          <a:bodyPr wrap="none" anchor="ctr"/>
          <a:lstStyle/>
          <a:p>
            <a:endParaRPr lang="en-US"/>
          </a:p>
        </p:txBody>
      </p:sp>
      <p:sp>
        <p:nvSpPr>
          <p:cNvPr id="15" name="Rectangle 137">
            <a:extLst>
              <a:ext uri="{FF2B5EF4-FFF2-40B4-BE49-F238E27FC236}">
                <a16:creationId xmlns:a16="http://schemas.microsoft.com/office/drawing/2014/main" id="{4FA5DF85-DBF7-7867-66CC-693F716F195B}"/>
              </a:ext>
            </a:extLst>
          </p:cNvPr>
          <p:cNvSpPr>
            <a:spLocks noChangeArrowheads="1"/>
          </p:cNvSpPr>
          <p:nvPr/>
        </p:nvSpPr>
        <p:spPr bwMode="auto">
          <a:xfrm>
            <a:off x="2675796" y="4794970"/>
            <a:ext cx="8308434" cy="873316"/>
          </a:xfrm>
          <a:prstGeom prst="rect">
            <a:avLst/>
          </a:prstGeom>
          <a:noFill/>
          <a:ln w="9525" algn="ctr">
            <a:noFill/>
            <a:prstDash val="dash"/>
            <a:miter lim="800000"/>
            <a:headEnd/>
            <a:tailEnd/>
          </a:ln>
        </p:spPr>
        <p:txBody>
          <a:bodyPr wrap="square">
            <a:spAutoFit/>
          </a:bodyPr>
          <a:lstStyle/>
          <a:p>
            <a:pPr marL="0" lvl="1" algn="l">
              <a:lnSpc>
                <a:spcPct val="110000"/>
              </a:lnSpc>
              <a:spcBef>
                <a:spcPct val="20000"/>
              </a:spcBef>
              <a:buClr>
                <a:srgbClr val="000099"/>
              </a:buClr>
            </a:pPr>
            <a:r>
              <a:rPr lang="en-US" sz="2400" i="1" dirty="0">
                <a:latin typeface="Arial" charset="0"/>
                <a:sym typeface="Symbol" pitchFamily="18" charset="2"/>
              </a:rPr>
              <a:t>The column tutor in Student table is a foreign key referring to the primary key </a:t>
            </a:r>
            <a:r>
              <a:rPr lang="en-US" sz="2400" i="1" dirty="0" err="1">
                <a:latin typeface="Arial" charset="0"/>
                <a:sym typeface="Symbol" pitchFamily="18" charset="2"/>
              </a:rPr>
              <a:t>staffNo</a:t>
            </a:r>
            <a:r>
              <a:rPr lang="en-US" sz="2400" i="1" dirty="0">
                <a:latin typeface="Arial" charset="0"/>
                <a:sym typeface="Symbol" pitchFamily="18" charset="2"/>
              </a:rPr>
              <a:t> in Staff table</a:t>
            </a:r>
          </a:p>
        </p:txBody>
      </p:sp>
      <p:sp>
        <p:nvSpPr>
          <p:cNvPr id="16" name="Text Box 107">
            <a:extLst>
              <a:ext uri="{FF2B5EF4-FFF2-40B4-BE49-F238E27FC236}">
                <a16:creationId xmlns:a16="http://schemas.microsoft.com/office/drawing/2014/main" id="{D8A4585A-70FD-D702-5AF3-9546BC86D0A0}"/>
              </a:ext>
            </a:extLst>
          </p:cNvPr>
          <p:cNvSpPr txBox="1">
            <a:spLocks noChangeArrowheads="1"/>
          </p:cNvSpPr>
          <p:nvPr/>
        </p:nvSpPr>
        <p:spPr bwMode="auto">
          <a:xfrm>
            <a:off x="586100" y="2997637"/>
            <a:ext cx="1009650" cy="584775"/>
          </a:xfrm>
          <a:prstGeom prst="rect">
            <a:avLst/>
          </a:prstGeom>
          <a:solidFill>
            <a:schemeClr val="accent2"/>
          </a:solidFill>
          <a:ln w="34925">
            <a:noFill/>
            <a:miter lim="800000"/>
            <a:headEnd/>
            <a:tailEnd/>
          </a:ln>
        </p:spPr>
        <p:txBody>
          <a:bodyPr>
            <a:spAutoFit/>
          </a:bodyPr>
          <a:lstStyle>
            <a:defPPr>
              <a:defRPr lang="en-US"/>
            </a:defPPr>
            <a:lvl1pPr algn="ctr">
              <a:defRPr sz="1600" b="1">
                <a:solidFill>
                  <a:srgbClr val="FF6600"/>
                </a:solidFill>
                <a:latin typeface="Arial" charset="0"/>
              </a:defRPr>
            </a:lvl1pPr>
          </a:lstStyle>
          <a:p>
            <a:r>
              <a:rPr lang="en-GB" dirty="0">
                <a:solidFill>
                  <a:schemeClr val="bg1"/>
                </a:solidFill>
              </a:rPr>
              <a:t>Primary key</a:t>
            </a:r>
            <a:endParaRPr lang="en-US" dirty="0">
              <a:solidFill>
                <a:schemeClr val="bg1"/>
              </a:solidFill>
            </a:endParaRPr>
          </a:p>
        </p:txBody>
      </p:sp>
      <p:sp>
        <p:nvSpPr>
          <p:cNvPr id="4" name="TextBox 3">
            <a:extLst>
              <a:ext uri="{FF2B5EF4-FFF2-40B4-BE49-F238E27FC236}">
                <a16:creationId xmlns:a16="http://schemas.microsoft.com/office/drawing/2014/main" id="{264FCFB5-C045-E435-E223-9792A93C5146}"/>
              </a:ext>
            </a:extLst>
          </p:cNvPr>
          <p:cNvSpPr txBox="1"/>
          <p:nvPr/>
        </p:nvSpPr>
        <p:spPr>
          <a:xfrm>
            <a:off x="586099" y="1094678"/>
            <a:ext cx="10398128" cy="529569"/>
          </a:xfrm>
          <a:prstGeom prst="rect">
            <a:avLst/>
          </a:prstGeom>
          <a:noFill/>
        </p:spPr>
        <p:txBody>
          <a:bodyPr wrap="square">
            <a:spAutoFit/>
          </a:bodyPr>
          <a:lstStyle/>
          <a:p>
            <a:pPr marL="0" lvl="1" algn="l">
              <a:lnSpc>
                <a:spcPct val="110000"/>
              </a:lnSpc>
              <a:spcBef>
                <a:spcPct val="20000"/>
              </a:spcBef>
              <a:buClr>
                <a:srgbClr val="000099"/>
              </a:buClr>
            </a:pPr>
            <a:r>
              <a:rPr lang="en-US" sz="2800" b="1" i="1" dirty="0">
                <a:latin typeface="Arial" charset="0"/>
                <a:sym typeface="Symbol" pitchFamily="18" charset="2"/>
              </a:rPr>
              <a:t>List</a:t>
            </a:r>
            <a:r>
              <a:rPr lang="en-US" sz="2800" i="1" dirty="0">
                <a:latin typeface="Arial" charset="0"/>
                <a:sym typeface="Symbol" pitchFamily="18" charset="2"/>
              </a:rPr>
              <a:t> all students including those who do not have a tutor yet</a:t>
            </a:r>
          </a:p>
        </p:txBody>
      </p:sp>
    </p:spTree>
    <p:extLst>
      <p:ext uri="{BB962C8B-B14F-4D97-AF65-F5344CB8AC3E}">
        <p14:creationId xmlns:p14="http://schemas.microsoft.com/office/powerpoint/2010/main" val="16562584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D28347-F0AA-2FEA-AB0E-373A1F8ECBC0}"/>
              </a:ext>
            </a:extLst>
          </p:cNvPr>
          <p:cNvSpPr>
            <a:spLocks noGrp="1"/>
          </p:cNvSpPr>
          <p:nvPr>
            <p:ph type="sldNum" sz="quarter" idx="12"/>
          </p:nvPr>
        </p:nvSpPr>
        <p:spPr/>
        <p:txBody>
          <a:bodyPr/>
          <a:lstStyle/>
          <a:p>
            <a:fld id="{A96A34F1-7EE3-4CA4-B196-255978C82451}" type="slidenum">
              <a:rPr lang="en-GB" smtClean="0"/>
              <a:t>68</a:t>
            </a:fld>
            <a:endParaRPr lang="en-GB"/>
          </a:p>
        </p:txBody>
      </p:sp>
      <p:sp>
        <p:nvSpPr>
          <p:cNvPr id="5" name="Title 4">
            <a:extLst>
              <a:ext uri="{FF2B5EF4-FFF2-40B4-BE49-F238E27FC236}">
                <a16:creationId xmlns:a16="http://schemas.microsoft.com/office/drawing/2014/main" id="{D6926893-1C66-53A2-BABB-7BED008B292E}"/>
              </a:ext>
            </a:extLst>
          </p:cNvPr>
          <p:cNvSpPr txBox="1">
            <a:spLocks/>
          </p:cNvSpPr>
          <p:nvPr/>
        </p:nvSpPr>
        <p:spPr>
          <a:xfrm>
            <a:off x="457199" y="274638"/>
            <a:ext cx="9233453" cy="11430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dirty="0"/>
              <a:t>Outer Join operation(4)</a:t>
            </a:r>
          </a:p>
        </p:txBody>
      </p:sp>
      <p:sp>
        <p:nvSpPr>
          <p:cNvPr id="4" name="Content Placeholder 2">
            <a:extLst>
              <a:ext uri="{FF2B5EF4-FFF2-40B4-BE49-F238E27FC236}">
                <a16:creationId xmlns:a16="http://schemas.microsoft.com/office/drawing/2014/main" id="{9567A2DA-8100-FA44-C4D0-F5FB56E46BCB}"/>
              </a:ext>
            </a:extLst>
          </p:cNvPr>
          <p:cNvSpPr txBox="1">
            <a:spLocks/>
          </p:cNvSpPr>
          <p:nvPr/>
        </p:nvSpPr>
        <p:spPr>
          <a:xfrm>
            <a:off x="457200" y="1600200"/>
            <a:ext cx="8229600" cy="452596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GB"/>
              <a:t>e.g. Left Outer Join Student and Staff</a:t>
            </a:r>
          </a:p>
          <a:p>
            <a:endParaRPr lang="en-GB" dirty="0"/>
          </a:p>
        </p:txBody>
      </p:sp>
      <p:grpSp>
        <p:nvGrpSpPr>
          <p:cNvPr id="6" name="Group 5" descr="Espression">
            <a:extLst>
              <a:ext uri="{FF2B5EF4-FFF2-40B4-BE49-F238E27FC236}">
                <a16:creationId xmlns:a16="http://schemas.microsoft.com/office/drawing/2014/main" id="{4F7F009D-81ED-5079-7E8F-F00D37E98B71}"/>
              </a:ext>
            </a:extLst>
          </p:cNvPr>
          <p:cNvGrpSpPr/>
          <p:nvPr/>
        </p:nvGrpSpPr>
        <p:grpSpPr>
          <a:xfrm>
            <a:off x="1523276" y="2146568"/>
            <a:ext cx="4932362" cy="457200"/>
            <a:chOff x="890266" y="2222922"/>
            <a:chExt cx="4932362" cy="457200"/>
          </a:xfrm>
        </p:grpSpPr>
        <p:grpSp>
          <p:nvGrpSpPr>
            <p:cNvPr id="17" name="Group 775">
              <a:extLst>
                <a:ext uri="{FF2B5EF4-FFF2-40B4-BE49-F238E27FC236}">
                  <a16:creationId xmlns:a16="http://schemas.microsoft.com/office/drawing/2014/main" id="{5FAA8F94-F195-78F0-A3A0-C0CA08593067}"/>
                </a:ext>
              </a:extLst>
            </p:cNvPr>
            <p:cNvGrpSpPr>
              <a:grpSpLocks/>
            </p:cNvGrpSpPr>
            <p:nvPr/>
          </p:nvGrpSpPr>
          <p:grpSpPr bwMode="auto">
            <a:xfrm>
              <a:off x="4419278" y="2367385"/>
              <a:ext cx="504825" cy="215900"/>
              <a:chOff x="2653" y="1344"/>
              <a:chExt cx="318" cy="136"/>
            </a:xfrm>
          </p:grpSpPr>
          <p:sp>
            <p:nvSpPr>
              <p:cNvPr id="19" name="Line 776">
                <a:extLst>
                  <a:ext uri="{FF2B5EF4-FFF2-40B4-BE49-F238E27FC236}">
                    <a16:creationId xmlns:a16="http://schemas.microsoft.com/office/drawing/2014/main" id="{F893718D-D211-E3C8-DC7A-BC4AE13ACBFC}"/>
                  </a:ext>
                </a:extLst>
              </p:cNvPr>
              <p:cNvSpPr>
                <a:spLocks noChangeShapeType="1"/>
              </p:cNvSpPr>
              <p:nvPr/>
            </p:nvSpPr>
            <p:spPr bwMode="auto">
              <a:xfrm>
                <a:off x="2745" y="1344"/>
                <a:ext cx="0" cy="136"/>
              </a:xfrm>
              <a:prstGeom prst="line">
                <a:avLst/>
              </a:prstGeom>
              <a:noFill/>
              <a:ln w="25400">
                <a:solidFill>
                  <a:schemeClr val="tx1"/>
                </a:solidFill>
                <a:round/>
                <a:headEnd/>
                <a:tailEnd/>
              </a:ln>
            </p:spPr>
            <p:txBody>
              <a:bodyPr wrap="none" anchor="ctr"/>
              <a:lstStyle/>
              <a:p>
                <a:endParaRPr lang="en-US" sz="2400"/>
              </a:p>
            </p:txBody>
          </p:sp>
          <p:sp>
            <p:nvSpPr>
              <p:cNvPr id="20" name="Line 777">
                <a:extLst>
                  <a:ext uri="{FF2B5EF4-FFF2-40B4-BE49-F238E27FC236}">
                    <a16:creationId xmlns:a16="http://schemas.microsoft.com/office/drawing/2014/main" id="{F8781E67-A027-F335-9F76-88BA10736F15}"/>
                  </a:ext>
                </a:extLst>
              </p:cNvPr>
              <p:cNvSpPr>
                <a:spLocks noChangeShapeType="1"/>
              </p:cNvSpPr>
              <p:nvPr/>
            </p:nvSpPr>
            <p:spPr bwMode="auto">
              <a:xfrm>
                <a:off x="2971" y="1344"/>
                <a:ext cx="0" cy="136"/>
              </a:xfrm>
              <a:prstGeom prst="line">
                <a:avLst/>
              </a:prstGeom>
              <a:noFill/>
              <a:ln w="25400">
                <a:solidFill>
                  <a:schemeClr val="tx1"/>
                </a:solidFill>
                <a:round/>
                <a:headEnd/>
                <a:tailEnd/>
              </a:ln>
            </p:spPr>
            <p:txBody>
              <a:bodyPr wrap="none" anchor="ctr"/>
              <a:lstStyle/>
              <a:p>
                <a:endParaRPr lang="en-US" sz="2400"/>
              </a:p>
            </p:txBody>
          </p:sp>
          <p:sp>
            <p:nvSpPr>
              <p:cNvPr id="21" name="Line 778">
                <a:extLst>
                  <a:ext uri="{FF2B5EF4-FFF2-40B4-BE49-F238E27FC236}">
                    <a16:creationId xmlns:a16="http://schemas.microsoft.com/office/drawing/2014/main" id="{8DB2AB32-133F-F11E-D9BE-AA1A65732492}"/>
                  </a:ext>
                </a:extLst>
              </p:cNvPr>
              <p:cNvSpPr>
                <a:spLocks noChangeShapeType="1"/>
              </p:cNvSpPr>
              <p:nvPr/>
            </p:nvSpPr>
            <p:spPr bwMode="auto">
              <a:xfrm>
                <a:off x="2745" y="1344"/>
                <a:ext cx="226" cy="136"/>
              </a:xfrm>
              <a:prstGeom prst="line">
                <a:avLst/>
              </a:prstGeom>
              <a:noFill/>
              <a:ln w="25400">
                <a:solidFill>
                  <a:schemeClr val="tx1"/>
                </a:solidFill>
                <a:round/>
                <a:headEnd/>
                <a:tailEnd/>
              </a:ln>
            </p:spPr>
            <p:txBody>
              <a:bodyPr wrap="none" anchor="ctr"/>
              <a:lstStyle/>
              <a:p>
                <a:endParaRPr lang="en-US" sz="2400"/>
              </a:p>
            </p:txBody>
          </p:sp>
          <p:sp>
            <p:nvSpPr>
              <p:cNvPr id="22" name="Line 779">
                <a:extLst>
                  <a:ext uri="{FF2B5EF4-FFF2-40B4-BE49-F238E27FC236}">
                    <a16:creationId xmlns:a16="http://schemas.microsoft.com/office/drawing/2014/main" id="{BE50CC74-FC66-E40B-C4BF-9C8719F44455}"/>
                  </a:ext>
                </a:extLst>
              </p:cNvPr>
              <p:cNvSpPr>
                <a:spLocks noChangeShapeType="1"/>
              </p:cNvSpPr>
              <p:nvPr/>
            </p:nvSpPr>
            <p:spPr bwMode="auto">
              <a:xfrm flipH="1">
                <a:off x="2745" y="1344"/>
                <a:ext cx="226" cy="136"/>
              </a:xfrm>
              <a:prstGeom prst="line">
                <a:avLst/>
              </a:prstGeom>
              <a:noFill/>
              <a:ln w="25400">
                <a:solidFill>
                  <a:schemeClr val="tx1"/>
                </a:solidFill>
                <a:round/>
                <a:headEnd/>
                <a:tailEnd/>
              </a:ln>
            </p:spPr>
            <p:txBody>
              <a:bodyPr wrap="none" anchor="ctr"/>
              <a:lstStyle/>
              <a:p>
                <a:endParaRPr lang="en-US" sz="2400"/>
              </a:p>
            </p:txBody>
          </p:sp>
          <p:sp>
            <p:nvSpPr>
              <p:cNvPr id="23" name="Line 780">
                <a:extLst>
                  <a:ext uri="{FF2B5EF4-FFF2-40B4-BE49-F238E27FC236}">
                    <a16:creationId xmlns:a16="http://schemas.microsoft.com/office/drawing/2014/main" id="{EDFA6449-312F-F967-991F-B94DEB03C73D}"/>
                  </a:ext>
                </a:extLst>
              </p:cNvPr>
              <p:cNvSpPr>
                <a:spLocks noChangeShapeType="1"/>
              </p:cNvSpPr>
              <p:nvPr/>
            </p:nvSpPr>
            <p:spPr bwMode="auto">
              <a:xfrm>
                <a:off x="2653" y="1480"/>
                <a:ext cx="91" cy="0"/>
              </a:xfrm>
              <a:prstGeom prst="line">
                <a:avLst/>
              </a:prstGeom>
              <a:noFill/>
              <a:ln w="25400">
                <a:solidFill>
                  <a:schemeClr val="tx1"/>
                </a:solidFill>
                <a:round/>
                <a:headEnd/>
                <a:tailEnd/>
              </a:ln>
            </p:spPr>
            <p:txBody>
              <a:bodyPr wrap="none" anchor="ctr"/>
              <a:lstStyle/>
              <a:p>
                <a:endParaRPr lang="en-US" sz="2400"/>
              </a:p>
            </p:txBody>
          </p:sp>
          <p:sp>
            <p:nvSpPr>
              <p:cNvPr id="24" name="Line 781">
                <a:extLst>
                  <a:ext uri="{FF2B5EF4-FFF2-40B4-BE49-F238E27FC236}">
                    <a16:creationId xmlns:a16="http://schemas.microsoft.com/office/drawing/2014/main" id="{0EAB568E-8E42-E969-4BEF-BE1B10B83012}"/>
                  </a:ext>
                </a:extLst>
              </p:cNvPr>
              <p:cNvSpPr>
                <a:spLocks noChangeShapeType="1"/>
              </p:cNvSpPr>
              <p:nvPr/>
            </p:nvSpPr>
            <p:spPr bwMode="auto">
              <a:xfrm>
                <a:off x="2653" y="1344"/>
                <a:ext cx="91" cy="0"/>
              </a:xfrm>
              <a:prstGeom prst="line">
                <a:avLst/>
              </a:prstGeom>
              <a:noFill/>
              <a:ln w="25400">
                <a:solidFill>
                  <a:schemeClr val="tx1"/>
                </a:solidFill>
                <a:round/>
                <a:headEnd/>
                <a:tailEnd/>
              </a:ln>
            </p:spPr>
            <p:txBody>
              <a:bodyPr wrap="none" anchor="ctr"/>
              <a:lstStyle/>
              <a:p>
                <a:endParaRPr lang="en-US" sz="2400"/>
              </a:p>
            </p:txBody>
          </p:sp>
        </p:grpSp>
        <p:sp>
          <p:nvSpPr>
            <p:cNvPr id="18" name="Rectangle 782">
              <a:extLst>
                <a:ext uri="{FF2B5EF4-FFF2-40B4-BE49-F238E27FC236}">
                  <a16:creationId xmlns:a16="http://schemas.microsoft.com/office/drawing/2014/main" id="{6E5AE38B-80EA-80A8-FA6F-5C68828B944A}"/>
                </a:ext>
              </a:extLst>
            </p:cNvPr>
            <p:cNvSpPr>
              <a:spLocks noChangeArrowheads="1"/>
            </p:cNvSpPr>
            <p:nvPr/>
          </p:nvSpPr>
          <p:spPr bwMode="auto">
            <a:xfrm>
              <a:off x="890266" y="2222922"/>
              <a:ext cx="4932362" cy="457200"/>
            </a:xfrm>
            <a:prstGeom prst="rect">
              <a:avLst/>
            </a:prstGeom>
            <a:noFill/>
            <a:ln w="9525" algn="ctr">
              <a:noFill/>
              <a:prstDash val="dash"/>
              <a:miter lim="800000"/>
              <a:headEnd/>
              <a:tailEnd/>
            </a:ln>
          </p:spPr>
          <p:txBody>
            <a:bodyPr wrap="none">
              <a:spAutoFit/>
            </a:bodyPr>
            <a:lstStyle/>
            <a:p>
              <a:pPr algn="l"/>
              <a:r>
                <a:rPr lang="en-US" sz="2400" dirty="0" err="1">
                  <a:latin typeface="Arial" charset="0"/>
                </a:rPr>
                <a:t>StudentTutor</a:t>
              </a:r>
              <a:r>
                <a:rPr lang="en-US" sz="2400" dirty="0">
                  <a:solidFill>
                    <a:srgbClr val="000099"/>
                  </a:solidFill>
                  <a:latin typeface="Arial" charset="0"/>
                </a:rPr>
                <a:t> </a:t>
              </a:r>
              <a:r>
                <a:rPr lang="en-US" sz="2400" dirty="0">
                  <a:latin typeface="Arial" charset="0"/>
                  <a:sym typeface="Symbol" pitchFamily="18" charset="2"/>
                </a:rPr>
                <a:t></a:t>
              </a:r>
              <a:r>
                <a:rPr lang="en-US" sz="2400" dirty="0">
                  <a:solidFill>
                    <a:srgbClr val="996633"/>
                  </a:solidFill>
                  <a:latin typeface="Arial" charset="0"/>
                  <a:sym typeface="Symbol" pitchFamily="18" charset="2"/>
                </a:rPr>
                <a:t> </a:t>
              </a:r>
              <a:r>
                <a:rPr lang="en-US" sz="2400" dirty="0">
                  <a:latin typeface="Arial" charset="0"/>
                  <a:sym typeface="Symbol" pitchFamily="18" charset="2"/>
                </a:rPr>
                <a:t>Student          Staff</a:t>
              </a:r>
              <a:endParaRPr lang="en-GB" sz="2400" dirty="0">
                <a:latin typeface="Arial" charset="0"/>
                <a:sym typeface="Symbol" pitchFamily="18" charset="2"/>
              </a:endParaRPr>
            </a:p>
          </p:txBody>
        </p:sp>
      </p:grpSp>
      <p:sp>
        <p:nvSpPr>
          <p:cNvPr id="25" name="Rectangle 792">
            <a:extLst>
              <a:ext uri="{FF2B5EF4-FFF2-40B4-BE49-F238E27FC236}">
                <a16:creationId xmlns:a16="http://schemas.microsoft.com/office/drawing/2014/main" id="{694BA2F8-4DC3-D4FE-8F06-1A6DCFEE6918}"/>
              </a:ext>
            </a:extLst>
          </p:cNvPr>
          <p:cNvSpPr>
            <a:spLocks noGrp="1" noChangeArrowheads="1"/>
          </p:cNvSpPr>
          <p:nvPr>
            <p:ph type="title" idx="4294967295"/>
          </p:nvPr>
        </p:nvSpPr>
        <p:spPr bwMode="auto">
          <a:xfrm>
            <a:off x="883617" y="3111351"/>
            <a:ext cx="7932108" cy="461665"/>
          </a:xfrm>
          <a:prstGeom prst="rect">
            <a:avLst/>
          </a:prstGeom>
          <a:noFill/>
          <a:ln w="9525" algn="ctr">
            <a:noFill/>
            <a:prstDash val="dash"/>
            <a:miter lim="800000"/>
            <a:headEnd/>
            <a:tailEn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chemeClr val="tx1"/>
                </a:solidFill>
                <a:effectLst/>
                <a:uLnTx/>
                <a:uFillTx/>
                <a:latin typeface="Arial" charset="0"/>
                <a:ea typeface="+mn-ea"/>
                <a:cs typeface="+mn-cs"/>
              </a:rPr>
              <a:t>StudentTutor</a:t>
            </a:r>
            <a:r>
              <a:rPr kumimoji="0" lang="en-US" sz="2400" b="0" i="0" u="none" strike="noStrike" kern="1200" cap="none" spc="0" normalizeH="0" baseline="0" noProof="0" dirty="0">
                <a:ln>
                  <a:noFill/>
                </a:ln>
                <a:solidFill>
                  <a:schemeClr val="tx1"/>
                </a:solidFill>
                <a:effectLst/>
                <a:uLnTx/>
                <a:uFillTx/>
                <a:latin typeface="Arial" charset="0"/>
                <a:ea typeface="+mn-ea"/>
                <a:cs typeface="+mn-cs"/>
              </a:rPr>
              <a:t> ( </a:t>
            </a:r>
            <a:r>
              <a:rPr kumimoji="0" lang="en-US" sz="2400" b="0" i="0" u="sng" strike="noStrike" kern="1200" cap="none" spc="0" normalizeH="0" baseline="0" noProof="0" dirty="0" err="1">
                <a:ln>
                  <a:noFill/>
                </a:ln>
                <a:solidFill>
                  <a:schemeClr val="tx1"/>
                </a:solidFill>
                <a:effectLst/>
                <a:uLnTx/>
                <a:uFillTx/>
                <a:latin typeface="Arial" charset="0"/>
                <a:ea typeface="+mn-ea"/>
                <a:cs typeface="+mn-cs"/>
              </a:rPr>
              <a:t>StdID</a:t>
            </a:r>
            <a:r>
              <a:rPr kumimoji="0" lang="en-US" sz="2400" b="0" i="0" u="none" strike="noStrike" kern="1200" cap="none" spc="0" normalizeH="0" baseline="0" noProof="0" dirty="0">
                <a:ln>
                  <a:noFill/>
                </a:ln>
                <a:solidFill>
                  <a:schemeClr val="tx1"/>
                </a:solidFill>
                <a:effectLst/>
                <a:uLnTx/>
                <a:uFillTx/>
                <a:latin typeface="Arial" charset="0"/>
                <a:ea typeface="+mn-ea"/>
                <a:cs typeface="+mn-cs"/>
              </a:rPr>
              <a:t>, </a:t>
            </a:r>
            <a:r>
              <a:rPr kumimoji="0" lang="en-US" sz="2400" b="0" i="0" u="none" strike="noStrike" kern="1200" cap="none" spc="0" normalizeH="0" baseline="0" noProof="0" dirty="0" err="1">
                <a:ln>
                  <a:noFill/>
                </a:ln>
                <a:solidFill>
                  <a:schemeClr val="tx1"/>
                </a:solidFill>
                <a:effectLst/>
                <a:uLnTx/>
                <a:uFillTx/>
                <a:latin typeface="Arial" charset="0"/>
                <a:ea typeface="+mn-ea"/>
                <a:cs typeface="+mn-cs"/>
              </a:rPr>
              <a:t>Student.Name</a:t>
            </a:r>
            <a:r>
              <a:rPr kumimoji="0" lang="en-US" sz="2400" b="0" i="0" u="none" strike="noStrike" kern="1200" cap="none" spc="0" normalizeH="0" baseline="0" noProof="0" dirty="0">
                <a:ln>
                  <a:noFill/>
                </a:ln>
                <a:solidFill>
                  <a:schemeClr val="tx1"/>
                </a:solidFill>
                <a:effectLst/>
                <a:uLnTx/>
                <a:uFillTx/>
                <a:latin typeface="Arial" charset="0"/>
                <a:ea typeface="+mn-ea"/>
                <a:cs typeface="+mn-cs"/>
              </a:rPr>
              <a:t>, Tutor, </a:t>
            </a:r>
            <a:r>
              <a:rPr kumimoji="0" lang="en-US" sz="2400" b="0" i="0" u="none" strike="noStrike" kern="1200" cap="none" spc="0" normalizeH="0" baseline="0" noProof="0" dirty="0" err="1">
                <a:ln>
                  <a:noFill/>
                </a:ln>
                <a:solidFill>
                  <a:schemeClr val="tx1"/>
                </a:solidFill>
                <a:effectLst/>
                <a:uLnTx/>
                <a:uFillTx/>
                <a:latin typeface="Arial" charset="0"/>
                <a:ea typeface="+mn-ea"/>
                <a:cs typeface="+mn-cs"/>
              </a:rPr>
              <a:t>Staff.Name</a:t>
            </a:r>
            <a:r>
              <a:rPr kumimoji="0" lang="en-US" sz="2400" b="0" i="0" u="none" strike="noStrike" kern="1200" cap="none" spc="0" normalizeH="0" baseline="0" noProof="0" dirty="0">
                <a:ln>
                  <a:noFill/>
                </a:ln>
                <a:solidFill>
                  <a:schemeClr val="tx1"/>
                </a:solidFill>
                <a:effectLst/>
                <a:uLnTx/>
                <a:uFillTx/>
                <a:latin typeface="Arial" charset="0"/>
                <a:ea typeface="+mn-ea"/>
                <a:cs typeface="+mn-cs"/>
              </a:rPr>
              <a:t>)</a:t>
            </a:r>
            <a:endParaRPr kumimoji="0" lang="en-GB" sz="2400" b="0" i="0" u="none" strike="noStrike" kern="1200" cap="none" spc="0" normalizeH="0" baseline="0" noProof="0" dirty="0">
              <a:ln>
                <a:noFill/>
              </a:ln>
              <a:solidFill>
                <a:schemeClr val="tx1"/>
              </a:solidFill>
              <a:effectLst/>
              <a:uLnTx/>
              <a:uFillTx/>
              <a:latin typeface="Arial" charset="0"/>
              <a:ea typeface="+mn-ea"/>
              <a:cs typeface="+mn-cs"/>
              <a:sym typeface="Symbol" pitchFamily="18" charset="2"/>
            </a:endParaRPr>
          </a:p>
        </p:txBody>
      </p:sp>
      <p:sp>
        <p:nvSpPr>
          <p:cNvPr id="26" name="AutoShape 806">
            <a:extLst>
              <a:ext uri="{FF2B5EF4-FFF2-40B4-BE49-F238E27FC236}">
                <a16:creationId xmlns:a16="http://schemas.microsoft.com/office/drawing/2014/main" id="{D6A19413-2E9A-89CB-A2A6-39EE9EADEBF3}"/>
              </a:ext>
              <a:ext uri="{C183D7F6-B498-43B3-948B-1728B52AA6E4}">
                <adec:decorative xmlns:adec="http://schemas.microsoft.com/office/drawing/2017/decorative" val="1"/>
              </a:ext>
            </a:extLst>
          </p:cNvPr>
          <p:cNvSpPr>
            <a:spLocks noChangeArrowheads="1"/>
          </p:cNvSpPr>
          <p:nvPr/>
        </p:nvSpPr>
        <p:spPr bwMode="auto">
          <a:xfrm>
            <a:off x="3419872" y="2619598"/>
            <a:ext cx="287338" cy="358775"/>
          </a:xfrm>
          <a:prstGeom prst="downArrow">
            <a:avLst>
              <a:gd name="adj1" fmla="val 50000"/>
              <a:gd name="adj2" fmla="val 31215"/>
            </a:avLst>
          </a:prstGeom>
          <a:solidFill>
            <a:schemeClr val="accent3">
              <a:lumMod val="50000"/>
            </a:schemeClr>
          </a:solidFill>
          <a:ln w="25400" algn="ctr">
            <a:noFill/>
            <a:miter lim="800000"/>
            <a:headEnd/>
            <a:tailEnd/>
          </a:ln>
        </p:spPr>
        <p:txBody>
          <a:bodyPr wrap="none" anchor="ctr"/>
          <a:lstStyle/>
          <a:p>
            <a:endParaRPr lang="en-US"/>
          </a:p>
        </p:txBody>
      </p:sp>
      <p:sp>
        <p:nvSpPr>
          <p:cNvPr id="27" name="Text Box 801">
            <a:extLst>
              <a:ext uri="{FF2B5EF4-FFF2-40B4-BE49-F238E27FC236}">
                <a16:creationId xmlns:a16="http://schemas.microsoft.com/office/drawing/2014/main" id="{AB275192-87DE-478C-7D1B-A5C1ECBE3DA3}"/>
              </a:ext>
            </a:extLst>
          </p:cNvPr>
          <p:cNvSpPr txBox="1">
            <a:spLocks noChangeArrowheads="1"/>
          </p:cNvSpPr>
          <p:nvPr/>
        </p:nvSpPr>
        <p:spPr bwMode="auto">
          <a:xfrm>
            <a:off x="971600" y="3789040"/>
            <a:ext cx="1776640" cy="400110"/>
          </a:xfrm>
          <a:prstGeom prst="rect">
            <a:avLst/>
          </a:prstGeom>
          <a:noFill/>
          <a:ln w="9525" algn="ctr">
            <a:noFill/>
            <a:prstDash val="dash"/>
            <a:miter lim="800000"/>
            <a:headEnd/>
            <a:tailEnd/>
          </a:ln>
        </p:spPr>
        <p:txBody>
          <a:bodyPr wrap="none">
            <a:spAutoFit/>
          </a:bodyPr>
          <a:lstStyle/>
          <a:p>
            <a:r>
              <a:rPr lang="en-GB" sz="2000" b="1" dirty="0" err="1">
                <a:latin typeface="Arial" charset="0"/>
              </a:rPr>
              <a:t>StudentTutor</a:t>
            </a:r>
            <a:endParaRPr lang="en-US" sz="2000" b="1" dirty="0">
              <a:latin typeface="Arial" charset="0"/>
            </a:endParaRPr>
          </a:p>
        </p:txBody>
      </p:sp>
      <p:graphicFrame>
        <p:nvGraphicFramePr>
          <p:cNvPr id="28" name="Group 805">
            <a:extLst>
              <a:ext uri="{FF2B5EF4-FFF2-40B4-BE49-F238E27FC236}">
                <a16:creationId xmlns:a16="http://schemas.microsoft.com/office/drawing/2014/main" id="{1BD0B609-7C91-F553-0635-C58AFB2F4DE3}"/>
              </a:ext>
            </a:extLst>
          </p:cNvPr>
          <p:cNvGraphicFramePr>
            <a:graphicFrameLocks/>
          </p:cNvGraphicFramePr>
          <p:nvPr>
            <p:extLst>
              <p:ext uri="{D42A27DB-BD31-4B8C-83A1-F6EECF244321}">
                <p14:modId xmlns:p14="http://schemas.microsoft.com/office/powerpoint/2010/main" val="385316221"/>
              </p:ext>
            </p:extLst>
          </p:nvPr>
        </p:nvGraphicFramePr>
        <p:xfrm>
          <a:off x="1047800" y="4168149"/>
          <a:ext cx="4892352" cy="2018030"/>
        </p:xfrm>
        <a:graphic>
          <a:graphicData uri="http://schemas.openxmlformats.org/drawingml/2006/table">
            <a:tbl>
              <a:tblPr firstRow="1"/>
              <a:tblGrid>
                <a:gridCol w="859904">
                  <a:extLst>
                    <a:ext uri="{9D8B030D-6E8A-4147-A177-3AD203B41FA5}">
                      <a16:colId xmlns:a16="http://schemas.microsoft.com/office/drawing/2014/main" val="20000"/>
                    </a:ext>
                  </a:extLst>
                </a:gridCol>
                <a:gridCol w="1584176">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512168">
                  <a:extLst>
                    <a:ext uri="{9D8B030D-6E8A-4147-A177-3AD203B41FA5}">
                      <a16:colId xmlns:a16="http://schemas.microsoft.com/office/drawing/2014/main" val="20003"/>
                    </a:ext>
                  </a:extLst>
                </a:gridCol>
              </a:tblGrid>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StdID</a:t>
                      </a:r>
                      <a:endParaRPr kumimoji="0" lang="en-GB"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Student.Name</a:t>
                      </a:r>
                      <a:endParaRPr kumimoji="0" lang="en-GB"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tx1"/>
                          </a:solidFill>
                          <a:effectLst/>
                          <a:latin typeface="Arial" charset="0"/>
                          <a:cs typeface="Arial" charset="0"/>
                        </a:rPr>
                        <a:t>Tutor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err="1">
                          <a:ln>
                            <a:noFill/>
                          </a:ln>
                          <a:solidFill>
                            <a:schemeClr val="tx1"/>
                          </a:solidFill>
                          <a:effectLst/>
                          <a:latin typeface="Arial" charset="0"/>
                          <a:cs typeface="Arial" charset="0"/>
                        </a:rPr>
                        <a:t>Staff.Name</a:t>
                      </a:r>
                      <a:endParaRPr kumimoji="0" lang="en-GB" sz="1600" b="1"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1234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Bloggs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Thompson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5678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Smith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Short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Arial" charset="0"/>
                          <a:cs typeface="Arial" charset="0"/>
                        </a:rPr>
                        <a:t>9012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O’Neill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Thompson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7456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Simpson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0" i="0" u="none" strike="noStrike" cap="none" normalizeH="0" baseline="0">
                          <a:ln>
                            <a:noFill/>
                          </a:ln>
                          <a:solidFill>
                            <a:schemeClr val="tx1"/>
                          </a:solidFill>
                          <a:effectLst/>
                          <a:latin typeface="Arial" charset="0"/>
                          <a:cs typeface="Arial" charset="0"/>
                        </a:rPr>
                        <a:t>Straw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5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accent2"/>
                          </a:solidFill>
                          <a:effectLst/>
                          <a:latin typeface="Arial" charset="0"/>
                          <a:cs typeface="Arial" charset="0"/>
                        </a:rPr>
                        <a:t>7890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accent2"/>
                          </a:solidFill>
                          <a:effectLst/>
                          <a:latin typeface="Arial" charset="0"/>
                          <a:cs typeface="Arial" charset="0"/>
                        </a:rPr>
                        <a:t>Jones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accent2"/>
                          </a:solidFill>
                          <a:effectLst/>
                          <a:latin typeface="Arial" charset="0"/>
                          <a:cs typeface="Arial" charset="0"/>
                        </a:rPr>
                        <a:t>Null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1600" b="1" i="0" u="none" strike="noStrike" cap="none" normalizeH="0" baseline="0" dirty="0">
                          <a:ln>
                            <a:noFill/>
                          </a:ln>
                          <a:solidFill>
                            <a:schemeClr val="accent2"/>
                          </a:solidFill>
                          <a:effectLst/>
                          <a:latin typeface="Arial" charset="0"/>
                          <a:cs typeface="Arial" charset="0"/>
                        </a:rPr>
                        <a:t>Null</a:t>
                      </a:r>
                      <a:endParaRPr kumimoji="0" lang="en-US" sz="1600" b="1" i="0" u="none" strike="noStrike" cap="none" normalizeH="0" baseline="0" dirty="0">
                        <a:ln>
                          <a:noFill/>
                        </a:ln>
                        <a:solidFill>
                          <a:schemeClr val="accent2"/>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9" name="Rectangle 137">
            <a:extLst>
              <a:ext uri="{FF2B5EF4-FFF2-40B4-BE49-F238E27FC236}">
                <a16:creationId xmlns:a16="http://schemas.microsoft.com/office/drawing/2014/main" id="{A050F16B-83BD-C759-8947-31B7702A9C8D}"/>
              </a:ext>
            </a:extLst>
          </p:cNvPr>
          <p:cNvSpPr>
            <a:spLocks noChangeArrowheads="1"/>
          </p:cNvSpPr>
          <p:nvPr/>
        </p:nvSpPr>
        <p:spPr bwMode="auto">
          <a:xfrm>
            <a:off x="7341714" y="830785"/>
            <a:ext cx="3616474" cy="678134"/>
          </a:xfrm>
          <a:prstGeom prst="rect">
            <a:avLst/>
          </a:prstGeom>
          <a:noFill/>
          <a:ln w="9525" algn="ctr">
            <a:noFill/>
            <a:prstDash val="dash"/>
            <a:miter lim="800000"/>
            <a:headEnd/>
            <a:tailEnd/>
          </a:ln>
        </p:spPr>
        <p:txBody>
          <a:bodyPr wrap="square">
            <a:spAutoFit/>
          </a:bodyPr>
          <a:lstStyle/>
          <a:p>
            <a:pPr marL="0" lvl="1" algn="l">
              <a:lnSpc>
                <a:spcPct val="110000"/>
              </a:lnSpc>
              <a:spcBef>
                <a:spcPct val="20000"/>
              </a:spcBef>
              <a:buClr>
                <a:srgbClr val="000099"/>
              </a:buClr>
            </a:pPr>
            <a:r>
              <a:rPr lang="en-US" sz="1800" b="1" i="1" dirty="0">
                <a:latin typeface="Arial" charset="0"/>
                <a:sym typeface="Symbol" pitchFamily="18" charset="2"/>
              </a:rPr>
              <a:t>List</a:t>
            </a:r>
            <a:r>
              <a:rPr lang="en-US" sz="1800" i="1" dirty="0">
                <a:latin typeface="Arial" charset="0"/>
                <a:sym typeface="Symbol" pitchFamily="18" charset="2"/>
              </a:rPr>
              <a:t> all students including those </a:t>
            </a:r>
            <a:r>
              <a:rPr lang="en-US" i="1" dirty="0">
                <a:latin typeface="Arial" charset="0"/>
                <a:sym typeface="Symbol" pitchFamily="18" charset="2"/>
              </a:rPr>
              <a:t>who do not have a tutor yet</a:t>
            </a:r>
            <a:endParaRPr lang="en-US" sz="1800" i="1" dirty="0">
              <a:latin typeface="Arial" charset="0"/>
              <a:sym typeface="Symbol" pitchFamily="18" charset="2"/>
            </a:endParaRPr>
          </a:p>
        </p:txBody>
      </p:sp>
    </p:spTree>
    <p:extLst>
      <p:ext uri="{BB962C8B-B14F-4D97-AF65-F5344CB8AC3E}">
        <p14:creationId xmlns:p14="http://schemas.microsoft.com/office/powerpoint/2010/main" val="535533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121E-8AC7-DBF1-5B4E-B400F16299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0FAAF6-71F7-E0F1-B3CC-0EF9C8D08FFB}"/>
              </a:ext>
            </a:extLst>
          </p:cNvPr>
          <p:cNvSpPr>
            <a:spLocks noGrp="1"/>
          </p:cNvSpPr>
          <p:nvPr>
            <p:ph type="sldNum" sz="quarter" idx="12"/>
          </p:nvPr>
        </p:nvSpPr>
        <p:spPr/>
        <p:txBody>
          <a:bodyPr/>
          <a:lstStyle/>
          <a:p>
            <a:fld id="{A96A34F1-7EE3-4CA4-B196-255978C82451}" type="slidenum">
              <a:rPr lang="en-GB" smtClean="0"/>
              <a:t>69</a:t>
            </a:fld>
            <a:endParaRPr lang="en-GB"/>
          </a:p>
        </p:txBody>
      </p:sp>
      <p:sp>
        <p:nvSpPr>
          <p:cNvPr id="5" name="Title 4">
            <a:extLst>
              <a:ext uri="{FF2B5EF4-FFF2-40B4-BE49-F238E27FC236}">
                <a16:creationId xmlns:a16="http://schemas.microsoft.com/office/drawing/2014/main" id="{809321BC-2C1F-F507-7165-5877353D9208}"/>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Queries in relational algebra</a:t>
            </a:r>
            <a:endPar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endParaRPr>
          </a:p>
        </p:txBody>
      </p:sp>
      <p:sp>
        <p:nvSpPr>
          <p:cNvPr id="7" name="TextBox 6">
            <a:extLst>
              <a:ext uri="{FF2B5EF4-FFF2-40B4-BE49-F238E27FC236}">
                <a16:creationId xmlns:a16="http://schemas.microsoft.com/office/drawing/2014/main" id="{74F81B75-A3D0-F546-3F9B-1A385DFA070A}"/>
              </a:ext>
            </a:extLst>
          </p:cNvPr>
          <p:cNvSpPr txBox="1"/>
          <p:nvPr/>
        </p:nvSpPr>
        <p:spPr>
          <a:xfrm>
            <a:off x="907331" y="1554856"/>
            <a:ext cx="9801518" cy="5262979"/>
          </a:xfrm>
          <a:prstGeom prst="rect">
            <a:avLst/>
          </a:prstGeom>
          <a:noFill/>
        </p:spPr>
        <p:txBody>
          <a:bodyPr wrap="square">
            <a:spAutoFit/>
          </a:bodyPr>
          <a:lstStyle/>
          <a:p>
            <a:pPr marL="457200" indent="-457200">
              <a:buFont typeface="Arial" panose="020B0604020202020204" pitchFamily="34" charset="0"/>
              <a:buChar char="•"/>
            </a:pPr>
            <a:r>
              <a:rPr lang="en-US" sz="2800" dirty="0"/>
              <a:t>To respond to a user query, several operations may have to be performed</a:t>
            </a:r>
          </a:p>
          <a:p>
            <a:pPr marL="457200" indent="-457200">
              <a:buFont typeface="Arial" panose="020B0604020202020204" pitchFamily="34" charset="0"/>
              <a:buChar char="•"/>
            </a:pPr>
            <a:r>
              <a:rPr lang="en-US" sz="2800" dirty="0"/>
              <a:t>Relational algebra is a procedural language</a:t>
            </a:r>
          </a:p>
          <a:p>
            <a:pPr marL="914400" lvl="1" indent="-457200">
              <a:buFont typeface="Arial" panose="020B0604020202020204" pitchFamily="34" charset="0"/>
              <a:buChar char="•"/>
            </a:pPr>
            <a:r>
              <a:rPr lang="en-US" sz="2800" dirty="0"/>
              <a:t>query is evaluated in the order specified</a:t>
            </a:r>
          </a:p>
          <a:p>
            <a:pPr marL="457200" indent="-457200">
              <a:buFont typeface="Arial" panose="020B0604020202020204" pitchFamily="34" charset="0"/>
              <a:buChar char="•"/>
            </a:pPr>
            <a:r>
              <a:rPr lang="en-US" sz="2800" dirty="0"/>
              <a:t>Complex queries are evaluated by </a:t>
            </a:r>
          </a:p>
          <a:p>
            <a:pPr marL="914400" lvl="1" indent="-457200">
              <a:buFont typeface="Arial" panose="020B0604020202020204" pitchFamily="34" charset="0"/>
              <a:buChar char="•"/>
            </a:pPr>
            <a:r>
              <a:rPr lang="en-US" sz="2800" b="1" dirty="0"/>
              <a:t>Nesting</a:t>
            </a:r>
            <a:r>
              <a:rPr lang="en-US" sz="2800" dirty="0"/>
              <a:t> operations to create a relational expression, or</a:t>
            </a:r>
          </a:p>
          <a:p>
            <a:pPr marL="914400" lvl="1" indent="-457200">
              <a:buFont typeface="Arial" panose="020B0604020202020204" pitchFamily="34" charset="0"/>
              <a:buChar char="•"/>
            </a:pPr>
            <a:r>
              <a:rPr lang="en-US" sz="2800" dirty="0"/>
              <a:t>Applying operations one at a time and creating </a:t>
            </a:r>
            <a:r>
              <a:rPr lang="en-US" sz="2800" b="1" dirty="0"/>
              <a:t>temporary relations</a:t>
            </a:r>
          </a:p>
          <a:p>
            <a:pPr marL="457200" indent="-457200">
              <a:buFont typeface="Arial" panose="020B0604020202020204" pitchFamily="34" charset="0"/>
              <a:buChar char="•"/>
            </a:pPr>
            <a:r>
              <a:rPr lang="en-US" sz="2800" dirty="0"/>
              <a:t>There may be more than one way to process a complex query</a:t>
            </a:r>
          </a:p>
          <a:p>
            <a:pPr marL="457200" indent="-457200">
              <a:buFont typeface="Arial" panose="020B0604020202020204" pitchFamily="34" charset="0"/>
              <a:buChar char="•"/>
            </a:pPr>
            <a:r>
              <a:rPr lang="en-US" sz="2800" dirty="0"/>
              <a:t>The most efficient one is preferable</a:t>
            </a:r>
          </a:p>
          <a:p>
            <a:pPr marL="742950" lvl="1" indent="-285750">
              <a:buFont typeface="Arial" panose="020B0604020202020204" pitchFamily="34" charset="0"/>
              <a:buChar char="•"/>
            </a:pPr>
            <a:r>
              <a:rPr lang="en-US" sz="2800" dirty="0"/>
              <a:t>query optimization is to be covered later in the module</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10276196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Wrap up</a:t>
            </a:r>
          </a:p>
        </p:txBody>
      </p:sp>
      <p:sp>
        <p:nvSpPr>
          <p:cNvPr id="6" name="Text Placeholder 5"/>
          <p:cNvSpPr>
            <a:spLocks noGrp="1"/>
          </p:cNvSpPr>
          <p:nvPr>
            <p:ph type="body" idx="1"/>
          </p:nvPr>
        </p:nvSpPr>
        <p:spPr/>
        <p:txBody>
          <a:bodyPr/>
          <a:lstStyle/>
          <a:p>
            <a:r>
              <a:rPr lang="en-US" dirty="0"/>
              <a:t>Remember the homework tasks!</a:t>
            </a:r>
          </a:p>
        </p:txBody>
      </p:sp>
      <p:sp>
        <p:nvSpPr>
          <p:cNvPr id="4" name="Slide Number Placeholder 3"/>
          <p:cNvSpPr>
            <a:spLocks noGrp="1"/>
          </p:cNvSpPr>
          <p:nvPr>
            <p:ph type="sldNum" sz="quarter" idx="12"/>
          </p:nvPr>
        </p:nvSpPr>
        <p:spPr/>
        <p:txBody>
          <a:bodyPr/>
          <a:lstStyle/>
          <a:p>
            <a:fld id="{8C76DAB6-C580-4C3F-B081-73DB154F039F}" type="slidenum">
              <a:rPr lang="en-GB" smtClean="0"/>
              <a:pPr/>
              <a:t>70</a:t>
            </a:fld>
            <a:endParaRPr lang="en-GB" dirty="0"/>
          </a:p>
        </p:txBody>
      </p:sp>
    </p:spTree>
    <p:extLst>
      <p:ext uri="{BB962C8B-B14F-4D97-AF65-F5344CB8AC3E}">
        <p14:creationId xmlns:p14="http://schemas.microsoft.com/office/powerpoint/2010/main" val="5717056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E0D4D-FDD3-4479-BB7F-2000F9E141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53020B-0309-6650-40F0-5DDC369A25E3}"/>
              </a:ext>
            </a:extLst>
          </p:cNvPr>
          <p:cNvSpPr>
            <a:spLocks noGrp="1"/>
          </p:cNvSpPr>
          <p:nvPr>
            <p:ph type="sldNum" sz="quarter" idx="12"/>
          </p:nvPr>
        </p:nvSpPr>
        <p:spPr/>
        <p:txBody>
          <a:bodyPr/>
          <a:lstStyle/>
          <a:p>
            <a:fld id="{A96A34F1-7EE3-4CA4-B196-255978C82451}" type="slidenum">
              <a:rPr lang="en-GB" smtClean="0"/>
              <a:t>71</a:t>
            </a:fld>
            <a:endParaRPr lang="en-GB"/>
          </a:p>
        </p:txBody>
      </p:sp>
      <p:sp>
        <p:nvSpPr>
          <p:cNvPr id="5" name="Title 4">
            <a:extLst>
              <a:ext uri="{FF2B5EF4-FFF2-40B4-BE49-F238E27FC236}">
                <a16:creationId xmlns:a16="http://schemas.microsoft.com/office/drawing/2014/main" id="{9C2041AF-1B75-AAA6-D13B-8B75FE46A6CF}"/>
              </a:ext>
            </a:extLst>
          </p:cNvPr>
          <p:cNvSpPr txBox="1">
            <a:spLocks noGrp="1"/>
          </p:cNvSpPr>
          <p:nvPr>
            <p:ph type="title" idx="4294967295"/>
          </p:nvPr>
        </p:nvSpPr>
        <p:spPr>
          <a:xfrm>
            <a:off x="457199" y="274638"/>
            <a:ext cx="9233453" cy="11430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4800" b="0" i="0" u="none" strike="noStrike" kern="1200" cap="none" spc="-50" normalizeH="0" baseline="0" noProof="0" dirty="0">
                <a:ln>
                  <a:noFill/>
                </a:ln>
                <a:solidFill>
                  <a:schemeClr val="tx1">
                    <a:lumMod val="75000"/>
                    <a:lumOff val="25000"/>
                  </a:schemeClr>
                </a:solidFill>
                <a:effectLst/>
                <a:uLnTx/>
                <a:uFillTx/>
                <a:latin typeface="+mj-lt"/>
                <a:ea typeface="+mj-ea"/>
                <a:cs typeface="+mj-cs"/>
              </a:rPr>
              <a:t>Class 1 – Relational Algebra</a:t>
            </a:r>
            <a:endParaRPr kumimoji="0" lang="en-GB" sz="4800" b="0" i="0" u="none" strike="noStrike" kern="1200" cap="none" spc="-50" normalizeH="0" baseline="0" noProof="0" dirty="0">
              <a:ln>
                <a:noFill/>
              </a:ln>
              <a:solidFill>
                <a:schemeClr val="tx1">
                  <a:lumMod val="75000"/>
                  <a:lumOff val="25000"/>
                </a:schemeClr>
              </a:solidFill>
              <a:effectLst/>
              <a:uLnTx/>
              <a:uFillTx/>
              <a:latin typeface="+mj-lt"/>
              <a:ea typeface="+mj-ea"/>
              <a:cs typeface="+mj-cs"/>
            </a:endParaRPr>
          </a:p>
        </p:txBody>
      </p:sp>
      <p:sp>
        <p:nvSpPr>
          <p:cNvPr id="4" name="Content Placeholder 2">
            <a:extLst>
              <a:ext uri="{FF2B5EF4-FFF2-40B4-BE49-F238E27FC236}">
                <a16:creationId xmlns:a16="http://schemas.microsoft.com/office/drawing/2014/main" id="{82F2CE22-9585-D265-B43B-A6CFF7CF0F17}"/>
              </a:ext>
              <a:ext uri="{C183D7F6-B498-43B3-948B-1728B52AA6E4}">
                <adec:decorative xmlns:adec="http://schemas.microsoft.com/office/drawing/2017/decorative" val="1"/>
              </a:ext>
            </a:extLst>
          </p:cNvPr>
          <p:cNvSpPr txBox="1">
            <a:spLocks/>
          </p:cNvSpPr>
          <p:nvPr/>
        </p:nvSpPr>
        <p:spPr>
          <a:xfrm>
            <a:off x="457200" y="1600200"/>
            <a:ext cx="8229600" cy="452596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GB" dirty="0"/>
          </a:p>
        </p:txBody>
      </p:sp>
      <p:sp>
        <p:nvSpPr>
          <p:cNvPr id="7" name="TextBox 6">
            <a:extLst>
              <a:ext uri="{FF2B5EF4-FFF2-40B4-BE49-F238E27FC236}">
                <a16:creationId xmlns:a16="http://schemas.microsoft.com/office/drawing/2014/main" id="{14FA3255-8B10-576F-3E31-6EAF6584B54F}"/>
              </a:ext>
            </a:extLst>
          </p:cNvPr>
          <p:cNvSpPr txBox="1"/>
          <p:nvPr/>
        </p:nvSpPr>
        <p:spPr>
          <a:xfrm>
            <a:off x="907331" y="1554856"/>
            <a:ext cx="9801518" cy="523220"/>
          </a:xfrm>
          <a:prstGeom prst="rect">
            <a:avLst/>
          </a:prstGeom>
          <a:noFill/>
        </p:spPr>
        <p:txBody>
          <a:bodyPr wrap="square">
            <a:spAutoFit/>
          </a:bodyPr>
          <a:lstStyle/>
          <a:p>
            <a:pPr marL="457200" indent="-457200">
              <a:buFont typeface="Arial" panose="020B0604020202020204" pitchFamily="34" charset="0"/>
              <a:buChar char="•"/>
            </a:pPr>
            <a:r>
              <a:rPr lang="en-US" sz="2800" dirty="0"/>
              <a:t>Tables – Customer, Product &amp; Order:</a:t>
            </a:r>
          </a:p>
        </p:txBody>
      </p:sp>
      <p:pic>
        <p:nvPicPr>
          <p:cNvPr id="6" name="Picture 5">
            <a:extLst>
              <a:ext uri="{FF2B5EF4-FFF2-40B4-BE49-F238E27FC236}">
                <a16:creationId xmlns:a16="http://schemas.microsoft.com/office/drawing/2014/main" id="{11B25B76-147B-BE7D-42B4-8C76C937FDB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2758" y="2215294"/>
            <a:ext cx="3054312" cy="1835711"/>
          </a:xfrm>
          <a:prstGeom prst="rect">
            <a:avLst/>
          </a:prstGeom>
        </p:spPr>
      </p:pic>
      <p:pic>
        <p:nvPicPr>
          <p:cNvPr id="9" name="Picture 8">
            <a:extLst>
              <a:ext uri="{FF2B5EF4-FFF2-40B4-BE49-F238E27FC236}">
                <a16:creationId xmlns:a16="http://schemas.microsoft.com/office/drawing/2014/main" id="{9A6ADF29-C955-0B35-D16B-B84D2D75BEA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237656" y="2175813"/>
            <a:ext cx="4562256" cy="2226066"/>
          </a:xfrm>
          <a:prstGeom prst="rect">
            <a:avLst/>
          </a:prstGeom>
        </p:spPr>
      </p:pic>
      <p:pic>
        <p:nvPicPr>
          <p:cNvPr id="11" name="Picture 10">
            <a:extLst>
              <a:ext uri="{FF2B5EF4-FFF2-40B4-BE49-F238E27FC236}">
                <a16:creationId xmlns:a16="http://schemas.microsoft.com/office/drawing/2014/main" id="{C8DC4080-1C08-D1B2-4BEB-1EABA8B77CD7}"/>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715405" y="2122587"/>
            <a:ext cx="4133398" cy="2981760"/>
          </a:xfrm>
          <a:prstGeom prst="rect">
            <a:avLst/>
          </a:prstGeom>
        </p:spPr>
      </p:pic>
      <p:sp>
        <p:nvSpPr>
          <p:cNvPr id="8" name="TextBox 7">
            <a:extLst>
              <a:ext uri="{FF2B5EF4-FFF2-40B4-BE49-F238E27FC236}">
                <a16:creationId xmlns:a16="http://schemas.microsoft.com/office/drawing/2014/main" id="{BD6167B6-6847-0C61-05A0-44723AB06A63}"/>
              </a:ext>
            </a:extLst>
          </p:cNvPr>
          <p:cNvSpPr txBox="1"/>
          <p:nvPr/>
        </p:nvSpPr>
        <p:spPr>
          <a:xfrm>
            <a:off x="374001" y="5396275"/>
            <a:ext cx="10334848" cy="646331"/>
          </a:xfrm>
          <a:prstGeom prst="rect">
            <a:avLst/>
          </a:prstGeom>
          <a:noFill/>
        </p:spPr>
        <p:txBody>
          <a:bodyPr wrap="square">
            <a:spAutoFit/>
          </a:bodyPr>
          <a:lstStyle/>
          <a:p>
            <a:r>
              <a:rPr lang="en-GB" b="1" dirty="0"/>
              <a:t>Challenge Questions: </a:t>
            </a:r>
            <a:r>
              <a:rPr lang="en-GB" dirty="0"/>
              <a:t>Add a new table “Supplier” with a suitable primary key and a foreign key to product. Create a table with appropriate data for supplier name. Add a supplier for each product. </a:t>
            </a:r>
          </a:p>
        </p:txBody>
      </p:sp>
    </p:spTree>
    <p:extLst>
      <p:ext uri="{BB962C8B-B14F-4D97-AF65-F5344CB8AC3E}">
        <p14:creationId xmlns:p14="http://schemas.microsoft.com/office/powerpoint/2010/main" val="2029157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ED675D-D864-376A-6E74-0DBE9011634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2DC82F-9FC2-4E16-0F7B-2BFBB7448FA5}"/>
              </a:ext>
            </a:extLst>
          </p:cNvPr>
          <p:cNvSpPr>
            <a:spLocks noGrp="1"/>
          </p:cNvSpPr>
          <p:nvPr>
            <p:ph type="sldNum" sz="quarter" idx="12"/>
          </p:nvPr>
        </p:nvSpPr>
        <p:spPr/>
        <p:txBody>
          <a:bodyPr/>
          <a:lstStyle/>
          <a:p>
            <a:fld id="{A96A34F1-7EE3-4CA4-B196-255978C82451}" type="slidenum">
              <a:rPr lang="en-GB" smtClean="0"/>
              <a:t>72</a:t>
            </a:fld>
            <a:endParaRPr lang="en-GB"/>
          </a:p>
        </p:txBody>
      </p:sp>
      <p:sp>
        <p:nvSpPr>
          <p:cNvPr id="4" name="TextBox 3">
            <a:extLst>
              <a:ext uri="{FF2B5EF4-FFF2-40B4-BE49-F238E27FC236}">
                <a16:creationId xmlns:a16="http://schemas.microsoft.com/office/drawing/2014/main" id="{18A7CACA-699E-E87A-9FC3-DCF600125C40}"/>
              </a:ext>
            </a:extLst>
          </p:cNvPr>
          <p:cNvSpPr txBox="1"/>
          <p:nvPr/>
        </p:nvSpPr>
        <p:spPr>
          <a:xfrm>
            <a:off x="0" y="5721215"/>
            <a:ext cx="9360310" cy="646331"/>
          </a:xfrm>
          <a:prstGeom prst="rect">
            <a:avLst/>
          </a:prstGeom>
          <a:noFill/>
        </p:spPr>
        <p:txBody>
          <a:bodyPr wrap="square">
            <a:spAutoFit/>
          </a:bodyPr>
          <a:lstStyle/>
          <a:p>
            <a:r>
              <a:rPr lang="en-GB" dirty="0">
                <a:hlinkClick r:id="rId3"/>
              </a:rPr>
              <a:t>https://kentuni.display.vevox.com#/present/698147/6G2GAFFWXQMM3JBGLPLD</a:t>
            </a:r>
            <a:r>
              <a:rPr lang="en-GB" dirty="0"/>
              <a:t>  </a:t>
            </a:r>
          </a:p>
          <a:p>
            <a:endParaRPr lang="en-GB" dirty="0"/>
          </a:p>
        </p:txBody>
      </p:sp>
      <p:sp>
        <p:nvSpPr>
          <p:cNvPr id="9" name="Title 8">
            <a:extLst>
              <a:ext uri="{FF2B5EF4-FFF2-40B4-BE49-F238E27FC236}">
                <a16:creationId xmlns:a16="http://schemas.microsoft.com/office/drawing/2014/main" id="{3D8B8AAC-65C7-18A1-770E-BF75FAE2E6C8}"/>
              </a:ext>
            </a:extLst>
          </p:cNvPr>
          <p:cNvSpPr txBox="1">
            <a:spLocks noGrp="1"/>
          </p:cNvSpPr>
          <p:nvPr>
            <p:ph type="title" idx="4294967295"/>
          </p:nvPr>
        </p:nvSpPr>
        <p:spPr>
          <a:xfrm>
            <a:off x="865239" y="1543665"/>
            <a:ext cx="4704535" cy="255454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err="1">
                <a:ln>
                  <a:noFill/>
                </a:ln>
                <a:solidFill>
                  <a:schemeClr val="tx1"/>
                </a:solidFill>
                <a:effectLst/>
                <a:uLnTx/>
                <a:uFillTx/>
                <a:latin typeface="+mn-lt"/>
                <a:ea typeface="+mn-ea"/>
                <a:cs typeface="+mn-cs"/>
              </a:rPr>
              <a:t>vevox.app</a:t>
            </a:r>
            <a:endParaRPr kumimoji="0" lang="en-GB" sz="4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4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solidFill>
                  <a:schemeClr val="tx1"/>
                </a:solidFill>
                <a:effectLst/>
                <a:uLnTx/>
                <a:uFillTx/>
                <a:latin typeface="+mn-lt"/>
                <a:ea typeface="+mn-ea"/>
                <a:cs typeface="+mn-cs"/>
              </a:rPr>
              <a:t>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dirty="0">
                <a:ln>
                  <a:noFill/>
                </a:ln>
                <a:solidFill>
                  <a:schemeClr val="tx1"/>
                </a:solidFill>
                <a:effectLst/>
                <a:uLnTx/>
                <a:uFillTx/>
                <a:latin typeface="+mn-lt"/>
                <a:ea typeface="+mn-ea"/>
                <a:cs typeface="+mn-cs"/>
              </a:rPr>
              <a:t>109-856-825</a:t>
            </a:r>
          </a:p>
        </p:txBody>
      </p:sp>
      <p:pic>
        <p:nvPicPr>
          <p:cNvPr id="5" name="Picture 4">
            <a:extLst>
              <a:ext uri="{FF2B5EF4-FFF2-40B4-BE49-F238E27FC236}">
                <a16:creationId xmlns:a16="http://schemas.microsoft.com/office/drawing/2014/main" id="{A0FEC7F9-4600-278F-B12D-3DA7F1A5C0B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360060" y="1308100"/>
            <a:ext cx="3577370" cy="3543300"/>
          </a:xfrm>
          <a:prstGeom prst="rect">
            <a:avLst/>
          </a:prstGeom>
        </p:spPr>
      </p:pic>
    </p:spTree>
    <p:extLst>
      <p:ext uri="{BB962C8B-B14F-4D97-AF65-F5344CB8AC3E}">
        <p14:creationId xmlns:p14="http://schemas.microsoft.com/office/powerpoint/2010/main" val="4290892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Summary</a:t>
            </a:r>
          </a:p>
        </p:txBody>
      </p:sp>
      <p:sp>
        <p:nvSpPr>
          <p:cNvPr id="6" name="Content Placeholder 5"/>
          <p:cNvSpPr>
            <a:spLocks noGrp="1"/>
          </p:cNvSpPr>
          <p:nvPr>
            <p:ph idx="1"/>
          </p:nvPr>
        </p:nvSpPr>
        <p:spPr>
          <a:xfrm>
            <a:off x="780553" y="1814560"/>
            <a:ext cx="10691854" cy="4524292"/>
          </a:xfrm>
        </p:spPr>
        <p:txBody>
          <a:bodyPr>
            <a:noAutofit/>
          </a:bodyPr>
          <a:lstStyle/>
          <a:p>
            <a:r>
              <a:rPr lang="en-US" sz="2800" dirty="0"/>
              <a:t>Relational model is a logical, formal data model concerned with data structure, data integrity and data manipulation </a:t>
            </a:r>
            <a:r>
              <a:rPr lang="en-US" sz="2800" b="1" dirty="0"/>
              <a:t>based on math</a:t>
            </a:r>
          </a:p>
          <a:p>
            <a:r>
              <a:rPr lang="en-US" sz="2800" dirty="0"/>
              <a:t>A table is </a:t>
            </a:r>
            <a:r>
              <a:rPr lang="en-US" sz="2800" b="1" dirty="0"/>
              <a:t>physically represented as a table,</a:t>
            </a:r>
            <a:r>
              <a:rPr lang="en-US" sz="2800" dirty="0"/>
              <a:t> each row represents a group of related data values. </a:t>
            </a:r>
          </a:p>
          <a:p>
            <a:r>
              <a:rPr lang="en-US" sz="2800" dirty="0"/>
              <a:t>Two important integrity constraints are </a:t>
            </a:r>
          </a:p>
          <a:p>
            <a:pPr lvl="1"/>
            <a:r>
              <a:rPr lang="en-US" sz="2800" b="1" dirty="0"/>
              <a:t>Entity integrity </a:t>
            </a:r>
          </a:p>
          <a:p>
            <a:pPr lvl="1"/>
            <a:r>
              <a:rPr lang="en-US" sz="2800" b="1" dirty="0"/>
              <a:t>Referential integrity</a:t>
            </a:r>
          </a:p>
          <a:p>
            <a:r>
              <a:rPr lang="en-US" sz="2800" dirty="0"/>
              <a:t>Relational Algebra</a:t>
            </a:r>
          </a:p>
          <a:p>
            <a:pPr lvl="1"/>
            <a:r>
              <a:rPr lang="en-US" sz="2800" dirty="0"/>
              <a:t>foundation for data manipulation and therefore </a:t>
            </a:r>
            <a:r>
              <a:rPr lang="en-US" sz="2800" b="1" dirty="0"/>
              <a:t>SQL</a:t>
            </a:r>
          </a:p>
        </p:txBody>
      </p:sp>
      <p:sp>
        <p:nvSpPr>
          <p:cNvPr id="4" name="Slide Number Placeholder 3"/>
          <p:cNvSpPr>
            <a:spLocks noGrp="1"/>
          </p:cNvSpPr>
          <p:nvPr>
            <p:ph type="sldNum" sz="quarter" idx="12"/>
          </p:nvPr>
        </p:nvSpPr>
        <p:spPr/>
        <p:txBody>
          <a:bodyPr/>
          <a:lstStyle/>
          <a:p>
            <a:fld id="{8C76DAB6-C580-4C3F-B081-73DB154F039F}" type="slidenum">
              <a:rPr lang="en-GB" smtClean="0"/>
              <a:pPr/>
              <a:t>73</a:t>
            </a:fld>
            <a:endParaRPr lang="en-GB"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Summary – symbols we use </a:t>
            </a:r>
          </a:p>
        </p:txBody>
      </p:sp>
      <p:sp>
        <p:nvSpPr>
          <p:cNvPr id="4" name="Slide Number Placeholder 3"/>
          <p:cNvSpPr>
            <a:spLocks noGrp="1"/>
          </p:cNvSpPr>
          <p:nvPr>
            <p:ph type="sldNum" sz="quarter" idx="12"/>
          </p:nvPr>
        </p:nvSpPr>
        <p:spPr/>
        <p:txBody>
          <a:bodyPr/>
          <a:lstStyle/>
          <a:p>
            <a:fld id="{8C76DAB6-C580-4C3F-B081-73DB154F039F}" type="slidenum">
              <a:rPr lang="en-GB" smtClean="0"/>
              <a:pPr/>
              <a:t>74</a:t>
            </a:fld>
            <a:endParaRPr lang="en-GB" dirty="0"/>
          </a:p>
        </p:txBody>
      </p:sp>
      <p:sp>
        <p:nvSpPr>
          <p:cNvPr id="7" name="Content Placeholder 16">
            <a:extLst>
              <a:ext uri="{FF2B5EF4-FFF2-40B4-BE49-F238E27FC236}">
                <a16:creationId xmlns:a16="http://schemas.microsoft.com/office/drawing/2014/main" id="{15355937-5ECC-4118-DDB5-D2A26EBCEBFB}"/>
              </a:ext>
            </a:extLst>
          </p:cNvPr>
          <p:cNvSpPr>
            <a:spLocks noGrp="1"/>
          </p:cNvSpPr>
          <p:nvPr>
            <p:ph idx="1"/>
          </p:nvPr>
        </p:nvSpPr>
        <p:spPr>
          <a:xfrm>
            <a:off x="1096963" y="1846263"/>
            <a:ext cx="9452927" cy="4022725"/>
          </a:xfrm>
        </p:spPr>
        <p:txBody>
          <a:bodyPr>
            <a:noAutofit/>
          </a:bodyPr>
          <a:lstStyle/>
          <a:p>
            <a:r>
              <a:rPr lang="en-US" sz="2800" dirty="0"/>
              <a:t>Relational algebra operations:</a:t>
            </a:r>
          </a:p>
          <a:p>
            <a:pPr lvl="1">
              <a:tabLst>
                <a:tab pos="3676650" algn="l"/>
              </a:tabLst>
            </a:pPr>
            <a:r>
              <a:rPr lang="en-US" sz="2800" dirty="0"/>
              <a:t>Restrict (Select)				</a:t>
            </a:r>
            <a:r>
              <a:rPr lang="en-US" sz="2800" b="1" dirty="0">
                <a:solidFill>
                  <a:srgbClr val="003882"/>
                </a:solidFill>
                <a:sym typeface="Symbol" pitchFamily="18" charset="2"/>
              </a:rPr>
              <a:t></a:t>
            </a:r>
          </a:p>
          <a:p>
            <a:pPr lvl="1">
              <a:tabLst>
                <a:tab pos="3676650" algn="l"/>
              </a:tabLst>
            </a:pPr>
            <a:r>
              <a:rPr lang="en-US" sz="2800" dirty="0"/>
              <a:t>Project 				</a:t>
            </a:r>
            <a:r>
              <a:rPr lang="en-US" sz="2800" dirty="0">
                <a:solidFill>
                  <a:srgbClr val="003882"/>
                </a:solidFill>
                <a:sym typeface="Symbol" pitchFamily="18" charset="2"/>
              </a:rPr>
              <a:t></a:t>
            </a:r>
          </a:p>
          <a:p>
            <a:pPr lvl="1">
              <a:tabLst>
                <a:tab pos="3676650" algn="l"/>
              </a:tabLst>
            </a:pPr>
            <a:r>
              <a:rPr lang="en-US" sz="2800" dirty="0"/>
              <a:t>Union				</a:t>
            </a:r>
            <a:r>
              <a:rPr lang="en-US" sz="2800" b="1" dirty="0">
                <a:solidFill>
                  <a:srgbClr val="003882"/>
                </a:solidFill>
                <a:sym typeface="Symbol" pitchFamily="18" charset="2"/>
              </a:rPr>
              <a:t></a:t>
            </a:r>
          </a:p>
          <a:p>
            <a:pPr lvl="1">
              <a:tabLst>
                <a:tab pos="3676650" algn="l"/>
              </a:tabLst>
            </a:pPr>
            <a:r>
              <a:rPr lang="en-US" sz="2800" dirty="0"/>
              <a:t>Intersection				</a:t>
            </a:r>
            <a:r>
              <a:rPr lang="en-US" sz="2800" b="1" dirty="0">
                <a:solidFill>
                  <a:srgbClr val="003882"/>
                </a:solidFill>
                <a:sym typeface="Symbol" pitchFamily="18" charset="2"/>
              </a:rPr>
              <a:t></a:t>
            </a:r>
          </a:p>
          <a:p>
            <a:pPr lvl="1">
              <a:tabLst>
                <a:tab pos="3676650" algn="l"/>
              </a:tabLst>
            </a:pPr>
            <a:r>
              <a:rPr lang="en-US" sz="2800" dirty="0"/>
              <a:t>Difference				</a:t>
            </a:r>
            <a:r>
              <a:rPr lang="en-US" sz="2800" b="1" dirty="0">
                <a:solidFill>
                  <a:srgbClr val="003882"/>
                </a:solidFill>
              </a:rPr>
              <a:t>–</a:t>
            </a:r>
          </a:p>
          <a:p>
            <a:pPr lvl="1">
              <a:tabLst>
                <a:tab pos="3676650" algn="l"/>
              </a:tabLst>
            </a:pPr>
            <a:r>
              <a:rPr lang="en-US" sz="2800" dirty="0"/>
              <a:t>Cartesian product				</a:t>
            </a:r>
            <a:r>
              <a:rPr lang="en-US" sz="2800" b="1" dirty="0">
                <a:solidFill>
                  <a:srgbClr val="003882"/>
                </a:solidFill>
              </a:rPr>
              <a:t>X</a:t>
            </a:r>
          </a:p>
          <a:p>
            <a:pPr lvl="1"/>
            <a:r>
              <a:rPr lang="en-GB" sz="2800" dirty="0"/>
              <a:t>Equi-Join; Natural Join; Outer Join  		</a:t>
            </a:r>
            <a:r>
              <a:rPr lang="en-GB" sz="2800" b="1" dirty="0">
                <a:solidFill>
                  <a:srgbClr val="003882"/>
                </a:solidFill>
              </a:rPr>
              <a:t>⋈</a:t>
            </a:r>
          </a:p>
        </p:txBody>
      </p:sp>
    </p:spTree>
    <p:extLst>
      <p:ext uri="{BB962C8B-B14F-4D97-AF65-F5344CB8AC3E}">
        <p14:creationId xmlns:p14="http://schemas.microsoft.com/office/powerpoint/2010/main" val="144742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CF81D86-BDBA-477C-B7DD-8D359BB99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F957F5-8D7C-4D62-BE15-6DAC1185A060}"/>
              </a:ext>
            </a:extLst>
          </p:cNvPr>
          <p:cNvSpPr>
            <a:spLocks noGrp="1"/>
          </p:cNvSpPr>
          <p:nvPr>
            <p:ph type="title"/>
          </p:nvPr>
        </p:nvSpPr>
        <p:spPr>
          <a:xfrm>
            <a:off x="4974771" y="634946"/>
            <a:ext cx="6574972" cy="1450757"/>
          </a:xfrm>
        </p:spPr>
        <p:txBody>
          <a:bodyPr>
            <a:normAutofit/>
          </a:bodyPr>
          <a:lstStyle/>
          <a:p>
            <a:r>
              <a:rPr lang="en-GB" dirty="0"/>
              <a:t>References</a:t>
            </a:r>
          </a:p>
        </p:txBody>
      </p:sp>
      <p:pic>
        <p:nvPicPr>
          <p:cNvPr id="5" name="Picture 2">
            <a:extLst>
              <a:ext uri="{FF2B5EF4-FFF2-40B4-BE49-F238E27FC236}">
                <a16:creationId xmlns:a16="http://schemas.microsoft.com/office/drawing/2014/main" id="{9CA8A280-80C1-4787-B959-EF3B240430BF}"/>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48" r="2311"/>
          <a:stretch/>
        </p:blipFill>
        <p:spPr bwMode="auto">
          <a:xfrm>
            <a:off x="633999" y="640081"/>
            <a:ext cx="4001315" cy="531440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C65F3E9C-EF11-4F8F-A621-399C7A3E64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A5F64F7-8AD1-432F-849D-CB117C2E2089}"/>
              </a:ext>
            </a:extLst>
          </p:cNvPr>
          <p:cNvSpPr>
            <a:spLocks noGrp="1"/>
          </p:cNvSpPr>
          <p:nvPr>
            <p:ph idx="1"/>
          </p:nvPr>
        </p:nvSpPr>
        <p:spPr>
          <a:xfrm>
            <a:off x="4974769" y="2198914"/>
            <a:ext cx="6574973" cy="3670180"/>
          </a:xfrm>
        </p:spPr>
        <p:txBody>
          <a:bodyPr>
            <a:normAutofit/>
          </a:bodyPr>
          <a:lstStyle/>
          <a:p>
            <a:r>
              <a:rPr lang="en-GB" dirty="0"/>
              <a:t>Connolly, T. and </a:t>
            </a:r>
            <a:r>
              <a:rPr lang="en-GB" dirty="0" err="1"/>
              <a:t>Begg</a:t>
            </a:r>
            <a:r>
              <a:rPr lang="en-GB" dirty="0"/>
              <a:t>, C. (2014). Database Systems: </a:t>
            </a:r>
            <a:r>
              <a:rPr lang="en-GB" i="1" dirty="0"/>
              <a:t>A Practical Approach to Design, Implementation, and Management</a:t>
            </a:r>
            <a:r>
              <a:rPr lang="en-GB" dirty="0"/>
              <a:t>, 6th Edition. Pearson.</a:t>
            </a:r>
          </a:p>
          <a:p>
            <a:r>
              <a:rPr lang="en-GB" dirty="0"/>
              <a:t>Chapter 5</a:t>
            </a:r>
          </a:p>
        </p:txBody>
      </p:sp>
      <p:sp>
        <p:nvSpPr>
          <p:cNvPr id="14" name="Rectangle 13">
            <a:extLst>
              <a:ext uri="{FF2B5EF4-FFF2-40B4-BE49-F238E27FC236}">
                <a16:creationId xmlns:a16="http://schemas.microsoft.com/office/drawing/2014/main" id="{88AA064E-5F6E-4024-BC28-EDDC3DFC7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03B29638-4838-4B9B-B9DB-96E542BAF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Slide Number Placeholder 3">
            <a:extLst>
              <a:ext uri="{FF2B5EF4-FFF2-40B4-BE49-F238E27FC236}">
                <a16:creationId xmlns:a16="http://schemas.microsoft.com/office/drawing/2014/main" id="{974C0388-0F11-4700-B0AE-B8997B19EFF3}"/>
              </a:ext>
            </a:extLst>
          </p:cNvPr>
          <p:cNvSpPr>
            <a:spLocks noGrp="1"/>
          </p:cNvSpPr>
          <p:nvPr>
            <p:ph type="sldNum" sz="quarter" idx="12"/>
          </p:nvPr>
        </p:nvSpPr>
        <p:spPr>
          <a:xfrm>
            <a:off x="9900458" y="6459785"/>
            <a:ext cx="1312025" cy="365125"/>
          </a:xfrm>
        </p:spPr>
        <p:txBody>
          <a:bodyPr>
            <a:normAutofit/>
          </a:bodyPr>
          <a:lstStyle/>
          <a:p>
            <a:pPr>
              <a:spcAft>
                <a:spcPts val="600"/>
              </a:spcAft>
            </a:pPr>
            <a:fld id="{A96A34F1-7EE3-4CA4-B196-255978C82451}" type="slidenum">
              <a:rPr lang="en-GB" smtClean="0"/>
              <a:pPr>
                <a:spcAft>
                  <a:spcPts val="600"/>
                </a:spcAft>
              </a:pPr>
              <a:t>75</a:t>
            </a:fld>
            <a:endParaRPr lang="en-GB"/>
          </a:p>
        </p:txBody>
      </p:sp>
    </p:spTree>
    <p:extLst>
      <p:ext uri="{BB962C8B-B14F-4D97-AF65-F5344CB8AC3E}">
        <p14:creationId xmlns:p14="http://schemas.microsoft.com/office/powerpoint/2010/main" val="31418996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23234E-27A3-D46E-178D-F377CBB5F3C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EA6937-D09C-CA9F-5027-D8C6B003F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DAC90-83D1-2C48-F299-49F598A089D5}"/>
              </a:ext>
            </a:extLst>
          </p:cNvPr>
          <p:cNvSpPr>
            <a:spLocks noGrp="1"/>
          </p:cNvSpPr>
          <p:nvPr>
            <p:ph type="title"/>
          </p:nvPr>
        </p:nvSpPr>
        <p:spPr>
          <a:xfrm>
            <a:off x="222018" y="361937"/>
            <a:ext cx="3244196" cy="1450757"/>
          </a:xfrm>
        </p:spPr>
        <p:txBody>
          <a:bodyPr>
            <a:normAutofit/>
          </a:bodyPr>
          <a:lstStyle/>
          <a:p>
            <a:r>
              <a:rPr lang="en-GB" dirty="0"/>
              <a:t>References</a:t>
            </a:r>
          </a:p>
        </p:txBody>
      </p:sp>
      <p:cxnSp>
        <p:nvCxnSpPr>
          <p:cNvPr id="12" name="Straight Connector 11">
            <a:extLst>
              <a:ext uri="{FF2B5EF4-FFF2-40B4-BE49-F238E27FC236}">
                <a16:creationId xmlns:a16="http://schemas.microsoft.com/office/drawing/2014/main" id="{551BE690-4BA6-68E2-322F-898C9ACAD7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74770" y="2086188"/>
            <a:ext cx="608976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00B646D-F45F-A322-C0B5-3DA1F07E9BC4}"/>
              </a:ext>
            </a:extLst>
          </p:cNvPr>
          <p:cNvSpPr>
            <a:spLocks noGrp="1"/>
          </p:cNvSpPr>
          <p:nvPr>
            <p:ph idx="1"/>
          </p:nvPr>
        </p:nvSpPr>
        <p:spPr>
          <a:xfrm>
            <a:off x="4118995" y="2198914"/>
            <a:ext cx="7430748" cy="3670180"/>
          </a:xfrm>
        </p:spPr>
        <p:txBody>
          <a:bodyPr>
            <a:normAutofit/>
          </a:bodyPr>
          <a:lstStyle/>
          <a:p>
            <a:pPr marL="0" indent="0">
              <a:buNone/>
            </a:pPr>
            <a:r>
              <a:rPr lang="en-GB" dirty="0"/>
              <a:t>05-01-relational-algebra-1.mp4:</a:t>
            </a:r>
          </a:p>
          <a:p>
            <a:pPr marL="0" indent="0">
              <a:buNone/>
            </a:pPr>
            <a:r>
              <a:rPr lang="en-GB" dirty="0">
                <a:hlinkClick r:id="rId3"/>
              </a:rPr>
              <a:t>https://youtu.be/tii7xcFilOA?si=WfEt5UD70ogqIwRr</a:t>
            </a:r>
            <a:endParaRPr lang="en-GB" dirty="0"/>
          </a:p>
          <a:p>
            <a:pPr marL="0" indent="0">
              <a:buNone/>
            </a:pPr>
            <a:r>
              <a:rPr lang="en-GB" dirty="0"/>
              <a:t>05-02-relational-algebra-2.mp4:</a:t>
            </a:r>
          </a:p>
          <a:p>
            <a:pPr marL="0" indent="0">
              <a:buNone/>
            </a:pPr>
            <a:r>
              <a:rPr lang="en-GB" dirty="0">
                <a:hlinkClick r:id="rId4"/>
              </a:rPr>
              <a:t>https://youtu.be/GkBf2dZAES0?si=trVZpKfF85OHI47k</a:t>
            </a:r>
            <a:r>
              <a:rPr lang="en-GB" dirty="0"/>
              <a:t> </a:t>
            </a:r>
          </a:p>
          <a:p>
            <a:pPr marL="0" indent="0">
              <a:buNone/>
            </a:pPr>
            <a:endParaRPr lang="en-GB" dirty="0"/>
          </a:p>
        </p:txBody>
      </p:sp>
      <p:sp>
        <p:nvSpPr>
          <p:cNvPr id="14" name="Rectangle 13">
            <a:extLst>
              <a:ext uri="{FF2B5EF4-FFF2-40B4-BE49-F238E27FC236}">
                <a16:creationId xmlns:a16="http://schemas.microsoft.com/office/drawing/2014/main" id="{98FD7430-B3AC-116B-B418-1385998C88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44A49DB3-3D39-1F8D-526E-4E2599C97C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4" name="Slide Number Placeholder 3">
            <a:extLst>
              <a:ext uri="{FF2B5EF4-FFF2-40B4-BE49-F238E27FC236}">
                <a16:creationId xmlns:a16="http://schemas.microsoft.com/office/drawing/2014/main" id="{C387B962-E14F-7596-2AC8-11331ECA530F}"/>
              </a:ext>
            </a:extLst>
          </p:cNvPr>
          <p:cNvSpPr>
            <a:spLocks noGrp="1"/>
          </p:cNvSpPr>
          <p:nvPr>
            <p:ph type="sldNum" sz="quarter" idx="12"/>
          </p:nvPr>
        </p:nvSpPr>
        <p:spPr>
          <a:xfrm>
            <a:off x="9900458" y="6459785"/>
            <a:ext cx="1312025" cy="365125"/>
          </a:xfrm>
        </p:spPr>
        <p:txBody>
          <a:bodyPr>
            <a:normAutofit/>
          </a:bodyPr>
          <a:lstStyle/>
          <a:p>
            <a:pPr>
              <a:spcAft>
                <a:spcPts val="600"/>
              </a:spcAft>
            </a:pPr>
            <a:fld id="{A96A34F1-7EE3-4CA4-B196-255978C82451}" type="slidenum">
              <a:rPr lang="en-GB" smtClean="0"/>
              <a:pPr>
                <a:spcAft>
                  <a:spcPts val="600"/>
                </a:spcAft>
              </a:pPr>
              <a:t>76</a:t>
            </a:fld>
            <a:endParaRPr lang="en-GB"/>
          </a:p>
        </p:txBody>
      </p:sp>
    </p:spTree>
    <p:extLst>
      <p:ext uri="{BB962C8B-B14F-4D97-AF65-F5344CB8AC3E}">
        <p14:creationId xmlns:p14="http://schemas.microsoft.com/office/powerpoint/2010/main" val="2891438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58|9.1|11|31.8"/>
</p:tagLst>
</file>

<file path=ppt/theme/theme1.xml><?xml version="1.0" encoding="utf-8"?>
<a:theme xmlns:a="http://schemas.openxmlformats.org/drawingml/2006/main" name="Retrospect">
  <a:themeElements>
    <a:clrScheme name="Custom 7">
      <a:dk1>
        <a:sysClr val="windowText" lastClr="000000"/>
      </a:dk1>
      <a:lt1>
        <a:sysClr val="window" lastClr="FFFFFF"/>
      </a:lt1>
      <a:dk2>
        <a:srgbClr val="335B74"/>
      </a:dk2>
      <a:lt2>
        <a:srgbClr val="DFE3E5"/>
      </a:lt2>
      <a:accent1>
        <a:srgbClr val="1CADE4"/>
      </a:accent1>
      <a:accent2>
        <a:srgbClr val="003882"/>
      </a:accent2>
      <a:accent3>
        <a:srgbClr val="27CED7"/>
      </a:accent3>
      <a:accent4>
        <a:srgbClr val="42BA97"/>
      </a:accent4>
      <a:accent5>
        <a:srgbClr val="3E8853"/>
      </a:accent5>
      <a:accent6>
        <a:srgbClr val="62A39F"/>
      </a:accent6>
      <a:hlink>
        <a:srgbClr val="1B7DFF"/>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1_Retrospect">
  <a:themeElements>
    <a:clrScheme name="Custom 7">
      <a:dk1>
        <a:sysClr val="windowText" lastClr="000000"/>
      </a:dk1>
      <a:lt1>
        <a:sysClr val="window" lastClr="FFFFFF"/>
      </a:lt1>
      <a:dk2>
        <a:srgbClr val="335B74"/>
      </a:dk2>
      <a:lt2>
        <a:srgbClr val="DFE3E5"/>
      </a:lt2>
      <a:accent1>
        <a:srgbClr val="1CADE4"/>
      </a:accent1>
      <a:accent2>
        <a:srgbClr val="003882"/>
      </a:accent2>
      <a:accent3>
        <a:srgbClr val="27CED7"/>
      </a:accent3>
      <a:accent4>
        <a:srgbClr val="42BA97"/>
      </a:accent4>
      <a:accent5>
        <a:srgbClr val="3E8853"/>
      </a:accent5>
      <a:accent6>
        <a:srgbClr val="62A39F"/>
      </a:accent6>
      <a:hlink>
        <a:srgbClr val="1B7DFF"/>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1a9fa56-3f32-449a-a721-3e3f49aa5e9a}" enabled="0" method="" siteId="{51a9fa56-3f32-449a-a721-3e3f49aa5e9a}" removed="1"/>
</clbl:labelList>
</file>

<file path=docProps/app.xml><?xml version="1.0" encoding="utf-8"?>
<Properties xmlns="http://schemas.openxmlformats.org/officeDocument/2006/extended-properties" xmlns:vt="http://schemas.openxmlformats.org/officeDocument/2006/docPropsVTypes">
  <TotalTime>0</TotalTime>
  <Words>6031</Words>
  <Application>Microsoft Office PowerPoint</Application>
  <PresentationFormat>Widescreen</PresentationFormat>
  <Paragraphs>2115</Paragraphs>
  <Slides>76</Slides>
  <Notes>76</Notes>
  <HiddenSlides>3</HiddenSlides>
  <MMClips>0</MMClips>
  <ScaleCrop>false</ScaleCrop>
  <HeadingPairs>
    <vt:vector size="8" baseType="variant">
      <vt:variant>
        <vt:lpstr>Fonts Used</vt:lpstr>
      </vt:variant>
      <vt:variant>
        <vt:i4>9</vt:i4>
      </vt:variant>
      <vt:variant>
        <vt:lpstr>Theme</vt:lpstr>
      </vt:variant>
      <vt:variant>
        <vt:i4>3</vt:i4>
      </vt:variant>
      <vt:variant>
        <vt:lpstr>Slide Titles</vt:lpstr>
      </vt:variant>
      <vt:variant>
        <vt:i4>76</vt:i4>
      </vt:variant>
      <vt:variant>
        <vt:lpstr>Custom Shows</vt:lpstr>
      </vt:variant>
      <vt:variant>
        <vt:i4>1</vt:i4>
      </vt:variant>
    </vt:vector>
  </HeadingPairs>
  <TitlesOfParts>
    <vt:vector size="89" baseType="lpstr">
      <vt:lpstr>WP MathA</vt:lpstr>
      <vt:lpstr>Consolas</vt:lpstr>
      <vt:lpstr>Calibri Light</vt:lpstr>
      <vt:lpstr>Courier New</vt:lpstr>
      <vt:lpstr>Arial</vt:lpstr>
      <vt:lpstr>Segoe UI</vt:lpstr>
      <vt:lpstr>Symbol</vt:lpstr>
      <vt:lpstr>Calibri</vt:lpstr>
      <vt:lpstr>MS Mincho</vt:lpstr>
      <vt:lpstr>Retrospect</vt:lpstr>
      <vt:lpstr>Custom Design</vt:lpstr>
      <vt:lpstr>1_Retrospect</vt:lpstr>
      <vt:lpstr>Lecture 6 Relational Model(2)</vt:lpstr>
      <vt:lpstr>Assessment 1: Class Exercises</vt:lpstr>
      <vt:lpstr>Today's lecture:</vt:lpstr>
      <vt:lpstr>Join at vevox.app  ID: 109-856-825</vt:lpstr>
      <vt:lpstr>Why bother with the theory? </vt:lpstr>
      <vt:lpstr>Looking at SQL </vt:lpstr>
      <vt:lpstr>Looking at SQL (2) </vt:lpstr>
      <vt:lpstr>Queries in relational algebra(1)</vt:lpstr>
      <vt:lpstr>Queries in relational algebra(2)</vt:lpstr>
      <vt:lpstr>Queries in relational algebra(3)</vt:lpstr>
      <vt:lpstr>Relational Languages</vt:lpstr>
      <vt:lpstr>Relational Languages:</vt:lpstr>
      <vt:lpstr>Relational Algebra vs. Relational Calculus </vt:lpstr>
      <vt:lpstr>Relational Algebra (1) revision</vt:lpstr>
      <vt:lpstr>Relational Algebra (2) facts</vt:lpstr>
      <vt:lpstr>Relational Algebra (3) operations 5 + 2</vt:lpstr>
      <vt:lpstr>Join                            ⋈ Equi-Join Natural Join             Outer Join </vt:lpstr>
      <vt:lpstr>Relational Algebra</vt:lpstr>
      <vt:lpstr>A visual interpretation summary</vt:lpstr>
      <vt:lpstr>Student ( sid, name, gender ) Registration ( sid, cid, mark )</vt:lpstr>
      <vt:lpstr>Restrict operation (1)</vt:lpstr>
      <vt:lpstr>Example – Restrict</vt:lpstr>
      <vt:lpstr>Restrict operation (2)</vt:lpstr>
      <vt:lpstr>Restrict operation (3.1)</vt:lpstr>
      <vt:lpstr>Restrict operation (3.2)</vt:lpstr>
      <vt:lpstr>Restrict operation (3.3) SQL</vt:lpstr>
      <vt:lpstr>Restrict operation (4.1)</vt:lpstr>
      <vt:lpstr>Restrict (Select) operation (4.2)</vt:lpstr>
      <vt:lpstr>Restrict (Select) operation (4.3) SQL</vt:lpstr>
      <vt:lpstr>Project operation(1)</vt:lpstr>
      <vt:lpstr>Project operation (2)</vt:lpstr>
      <vt:lpstr>Project operation(3) SQL</vt:lpstr>
      <vt:lpstr>Set operations</vt:lpstr>
      <vt:lpstr>Union compatibility(1)</vt:lpstr>
      <vt:lpstr>Union compatibility(1.1)</vt:lpstr>
      <vt:lpstr>Union compatibility(1.2)</vt:lpstr>
      <vt:lpstr>Union compatibility(1.3)</vt:lpstr>
      <vt:lpstr>Union(1.1)</vt:lpstr>
      <vt:lpstr>Union (1.2)</vt:lpstr>
      <vt:lpstr>Intersection operation(1)</vt:lpstr>
      <vt:lpstr>Intersection operation(2)</vt:lpstr>
      <vt:lpstr>Intersection operation(3)</vt:lpstr>
      <vt:lpstr>Difference operation(1)</vt:lpstr>
      <vt:lpstr>Difference operation(2)</vt:lpstr>
      <vt:lpstr>Difference operation(3)</vt:lpstr>
      <vt:lpstr>Cartesian product(1)</vt:lpstr>
      <vt:lpstr>Cartesian product(2)</vt:lpstr>
      <vt:lpstr>Cartesian product operation(1)</vt:lpstr>
      <vt:lpstr>Cartesian product operation(2)</vt:lpstr>
      <vt:lpstr>Cartesian product operation(3)</vt:lpstr>
      <vt:lpstr>Cartesian product operation(4.1)</vt:lpstr>
      <vt:lpstr>Cartesian product operation(4.2)</vt:lpstr>
      <vt:lpstr>Cartesian product operation(5)</vt:lpstr>
      <vt:lpstr>Cartesian product and Join</vt:lpstr>
      <vt:lpstr>Visual summary of operations</vt:lpstr>
      <vt:lpstr>Joins</vt:lpstr>
      <vt:lpstr>Join operation(1)</vt:lpstr>
      <vt:lpstr>Join operation(2)</vt:lpstr>
      <vt:lpstr>Equi-join operation(1)</vt:lpstr>
      <vt:lpstr>Equi-join operation(2)</vt:lpstr>
      <vt:lpstr>Natural join operation (1)</vt:lpstr>
      <vt:lpstr>Natural join operation (2.2)</vt:lpstr>
      <vt:lpstr>Natural join operation (2.3)</vt:lpstr>
      <vt:lpstr>Natural join operation (3)</vt:lpstr>
      <vt:lpstr>Outer Join operation(1)</vt:lpstr>
      <vt:lpstr>Outer Join operation(2)</vt:lpstr>
      <vt:lpstr>Outer Join operation(3)</vt:lpstr>
      <vt:lpstr>StudentTutor ( StdID, Student.Name, Tutor, Staff.Name)</vt:lpstr>
      <vt:lpstr>Queries in relational algebra</vt:lpstr>
      <vt:lpstr>Wrap up</vt:lpstr>
      <vt:lpstr>Class 1 – Relational Algebra</vt:lpstr>
      <vt:lpstr>vevox.app  ID: 109-856-825</vt:lpstr>
      <vt:lpstr>Summary</vt:lpstr>
      <vt:lpstr>Summary – symbols we use </vt:lpstr>
      <vt:lpstr>References</vt:lpstr>
      <vt:lpstr>References</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Kemi Ademoye</dc:creator>
  <cp:lastModifiedBy>Vanessa Bonthuys</cp:lastModifiedBy>
  <cp:revision>2592</cp:revision>
  <cp:lastPrinted>2023-01-19T08:31:24Z</cp:lastPrinted>
  <dcterms:created xsi:type="dcterms:W3CDTF">2020-09-30T10:34:36Z</dcterms:created>
  <dcterms:modified xsi:type="dcterms:W3CDTF">2025-10-16T11:27:03Z</dcterms:modified>
</cp:coreProperties>
</file>